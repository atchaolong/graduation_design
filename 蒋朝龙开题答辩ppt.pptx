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6" r:id="rId2"/>
    <p:sldId id="260" r:id="rId3"/>
    <p:sldId id="258" r:id="rId4"/>
    <p:sldId id="292" r:id="rId5"/>
    <p:sldId id="270" r:id="rId6"/>
    <p:sldId id="271" r:id="rId7"/>
    <p:sldId id="261" r:id="rId8"/>
    <p:sldId id="285" r:id="rId9"/>
    <p:sldId id="273" r:id="rId10"/>
    <p:sldId id="274" r:id="rId11"/>
    <p:sldId id="276" r:id="rId12"/>
    <p:sldId id="286" r:id="rId13"/>
    <p:sldId id="275" r:id="rId14"/>
    <p:sldId id="280" r:id="rId15"/>
    <p:sldId id="295" r:id="rId16"/>
    <p:sldId id="293" r:id="rId1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84848"/>
    <a:srgbClr val="555555"/>
    <a:srgbClr val="CF3B4C"/>
    <a:srgbClr val="344F66"/>
    <a:srgbClr val="444444"/>
    <a:srgbClr val="5E5E5E"/>
    <a:srgbClr val="355067"/>
    <a:srgbClr val="D03C4D"/>
    <a:srgbClr val="375269"/>
    <a:srgbClr val="38536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382" autoAdjust="0"/>
    <p:restoredTop sz="96314" autoAdjust="0"/>
  </p:normalViewPr>
  <p:slideViewPr>
    <p:cSldViewPr snapToGrid="0">
      <p:cViewPr varScale="1">
        <p:scale>
          <a:sx n="81" d="100"/>
          <a:sy n="81" d="100"/>
        </p:scale>
        <p:origin x="672" y="1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328C92E-F6BC-41C6-ADE4-045FC7806329}" type="datetimeFigureOut">
              <a:rPr lang="zh-CN" altLang="en-US" smtClean="0"/>
              <a:t>2026/1/7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A4EA62F-52E9-49A1-AF7F-BFF2F138A557}" type="slidenum">
              <a:rPr lang="zh-CN" altLang="en-US" smtClean="0"/>
              <a:t>‹#›</a:t>
            </a:fld>
            <a:endParaRPr lang="zh-CN" altLang="en-US"/>
          </a:p>
        </p:txBody>
      </p:sp>
    </p:spTree>
    <p:extLst>
      <p:ext uri="{BB962C8B-B14F-4D97-AF65-F5344CB8AC3E}">
        <p14:creationId xmlns:p14="http://schemas.microsoft.com/office/powerpoint/2010/main" val="15691670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26083355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8033389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pic>
        <p:nvPicPr>
          <p:cNvPr id="50" name="图片 49">
            <a:extLst>
              <a:ext uri="{FF2B5EF4-FFF2-40B4-BE49-F238E27FC236}">
                <a16:creationId xmlns:a16="http://schemas.microsoft.com/office/drawing/2014/main" id="{A3B4FAF4-0D8D-47C7-B20A-02B89BA96E60}"/>
              </a:ext>
            </a:extLst>
          </p:cNvPr>
          <p:cNvPicPr>
            <a:picLocks noChangeAspect="1"/>
          </p:cNvPicPr>
          <p:nvPr userDrawn="1"/>
        </p:nvPicPr>
        <p:blipFill rotWithShape="1">
          <a:blip r:embed="rId2">
            <a:extLst>
              <a:ext uri="{BEBA8EAE-BF5A-486C-A8C5-ECC9F3942E4B}">
                <a14:imgProps xmlns:a14="http://schemas.microsoft.com/office/drawing/2010/main">
                  <a14:imgLayer>
                    <a14:imgEffect>
                      <a14:brightnessContrast contrast="40000"/>
                    </a14:imgEffect>
                  </a14:imgLayer>
                </a14:imgProps>
              </a:ext>
            </a:extLst>
          </a:blip>
          <a:srcRect l="6659" t="6677" r="6720" b="6693"/>
          <a:stretch/>
        </p:blipFill>
        <p:spPr>
          <a:xfrm>
            <a:off x="-1" y="0"/>
            <a:ext cx="12192001" cy="6858000"/>
          </a:xfrm>
          <a:prstGeom prst="rect">
            <a:avLst/>
          </a:prstGeom>
        </p:spPr>
      </p:pic>
      <p:grpSp>
        <p:nvGrpSpPr>
          <p:cNvPr id="51" name="组合 50">
            <a:extLst>
              <a:ext uri="{FF2B5EF4-FFF2-40B4-BE49-F238E27FC236}">
                <a16:creationId xmlns:a16="http://schemas.microsoft.com/office/drawing/2014/main" id="{6612AB9C-7CAC-448E-B17D-6C9AD7117109}"/>
              </a:ext>
            </a:extLst>
          </p:cNvPr>
          <p:cNvGrpSpPr/>
          <p:nvPr userDrawn="1"/>
        </p:nvGrpSpPr>
        <p:grpSpPr>
          <a:xfrm>
            <a:off x="-4151" y="6748272"/>
            <a:ext cx="3001030" cy="109728"/>
            <a:chOff x="0" y="0"/>
            <a:chExt cx="3001030" cy="109728"/>
          </a:xfrm>
        </p:grpSpPr>
        <p:sp>
          <p:nvSpPr>
            <p:cNvPr id="52" name="矩形 51">
              <a:extLst>
                <a:ext uri="{FF2B5EF4-FFF2-40B4-BE49-F238E27FC236}">
                  <a16:creationId xmlns:a16="http://schemas.microsoft.com/office/drawing/2014/main" id="{992BB410-5033-474F-B791-C20480EE8E6C}"/>
                </a:ext>
              </a:extLst>
            </p:cNvPr>
            <p:cNvSpPr/>
            <p:nvPr/>
          </p:nvSpPr>
          <p:spPr>
            <a:xfrm flipV="1">
              <a:off x="0" y="0"/>
              <a:ext cx="1367596" cy="109728"/>
            </a:xfrm>
            <a:prstGeom prst="rect">
              <a:avLst/>
            </a:prstGeom>
            <a:solidFill>
              <a:srgbClr val="062845">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矩形 52">
              <a:extLst>
                <a:ext uri="{FF2B5EF4-FFF2-40B4-BE49-F238E27FC236}">
                  <a16:creationId xmlns:a16="http://schemas.microsoft.com/office/drawing/2014/main" id="{69413CE5-7A06-4066-BC60-D08FA70694B4}"/>
                </a:ext>
              </a:extLst>
            </p:cNvPr>
            <p:cNvSpPr/>
            <p:nvPr/>
          </p:nvSpPr>
          <p:spPr>
            <a:xfrm flipV="1">
              <a:off x="1367596" y="0"/>
              <a:ext cx="1633434" cy="109728"/>
            </a:xfrm>
            <a:prstGeom prst="rect">
              <a:avLst/>
            </a:prstGeom>
            <a:solidFill>
              <a:srgbClr val="C70E23">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4" name="组合 53">
            <a:extLst>
              <a:ext uri="{FF2B5EF4-FFF2-40B4-BE49-F238E27FC236}">
                <a16:creationId xmlns:a16="http://schemas.microsoft.com/office/drawing/2014/main" id="{F6AFCBEE-9FA5-41E1-B3D5-27E412C6C402}"/>
              </a:ext>
            </a:extLst>
          </p:cNvPr>
          <p:cNvGrpSpPr/>
          <p:nvPr userDrawn="1"/>
        </p:nvGrpSpPr>
        <p:grpSpPr>
          <a:xfrm>
            <a:off x="5993758" y="6748272"/>
            <a:ext cx="3001030" cy="109728"/>
            <a:chOff x="0" y="0"/>
            <a:chExt cx="3001030" cy="109728"/>
          </a:xfrm>
        </p:grpSpPr>
        <p:sp>
          <p:nvSpPr>
            <p:cNvPr id="55" name="矩形 54">
              <a:extLst>
                <a:ext uri="{FF2B5EF4-FFF2-40B4-BE49-F238E27FC236}">
                  <a16:creationId xmlns:a16="http://schemas.microsoft.com/office/drawing/2014/main" id="{556374CC-5710-4BA0-8B51-E3F3E8B116E2}"/>
                </a:ext>
              </a:extLst>
            </p:cNvPr>
            <p:cNvSpPr/>
            <p:nvPr/>
          </p:nvSpPr>
          <p:spPr>
            <a:xfrm flipV="1">
              <a:off x="0" y="0"/>
              <a:ext cx="1367596" cy="109728"/>
            </a:xfrm>
            <a:prstGeom prst="rect">
              <a:avLst/>
            </a:prstGeom>
            <a:solidFill>
              <a:srgbClr val="062845">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矩形 55">
              <a:extLst>
                <a:ext uri="{FF2B5EF4-FFF2-40B4-BE49-F238E27FC236}">
                  <a16:creationId xmlns:a16="http://schemas.microsoft.com/office/drawing/2014/main" id="{CBB2D42F-3299-42AD-887D-58F575FEEA83}"/>
                </a:ext>
              </a:extLst>
            </p:cNvPr>
            <p:cNvSpPr/>
            <p:nvPr/>
          </p:nvSpPr>
          <p:spPr>
            <a:xfrm flipV="1">
              <a:off x="1367596" y="0"/>
              <a:ext cx="1633434" cy="109728"/>
            </a:xfrm>
            <a:prstGeom prst="rect">
              <a:avLst/>
            </a:prstGeom>
            <a:solidFill>
              <a:srgbClr val="C70E23">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7" name="组合 56">
            <a:extLst>
              <a:ext uri="{FF2B5EF4-FFF2-40B4-BE49-F238E27FC236}">
                <a16:creationId xmlns:a16="http://schemas.microsoft.com/office/drawing/2014/main" id="{E269AE75-14CB-4307-A417-AE6F887A183E}"/>
              </a:ext>
            </a:extLst>
          </p:cNvPr>
          <p:cNvGrpSpPr/>
          <p:nvPr userDrawn="1"/>
        </p:nvGrpSpPr>
        <p:grpSpPr>
          <a:xfrm>
            <a:off x="2992728" y="6748272"/>
            <a:ext cx="3001030" cy="109728"/>
            <a:chOff x="0" y="0"/>
            <a:chExt cx="3001030" cy="109728"/>
          </a:xfrm>
        </p:grpSpPr>
        <p:sp>
          <p:nvSpPr>
            <p:cNvPr id="58" name="矩形 57">
              <a:extLst>
                <a:ext uri="{FF2B5EF4-FFF2-40B4-BE49-F238E27FC236}">
                  <a16:creationId xmlns:a16="http://schemas.microsoft.com/office/drawing/2014/main" id="{5858F192-30D5-402D-9437-780F7E0851D0}"/>
                </a:ext>
              </a:extLst>
            </p:cNvPr>
            <p:cNvSpPr/>
            <p:nvPr/>
          </p:nvSpPr>
          <p:spPr>
            <a:xfrm flipV="1">
              <a:off x="0" y="0"/>
              <a:ext cx="1367596" cy="109728"/>
            </a:xfrm>
            <a:prstGeom prst="rect">
              <a:avLst/>
            </a:prstGeom>
            <a:solidFill>
              <a:srgbClr val="062845">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矩形 58">
              <a:extLst>
                <a:ext uri="{FF2B5EF4-FFF2-40B4-BE49-F238E27FC236}">
                  <a16:creationId xmlns:a16="http://schemas.microsoft.com/office/drawing/2014/main" id="{673BC2F2-E419-4488-B9D3-C7814C7DC294}"/>
                </a:ext>
              </a:extLst>
            </p:cNvPr>
            <p:cNvSpPr/>
            <p:nvPr/>
          </p:nvSpPr>
          <p:spPr>
            <a:xfrm flipV="1">
              <a:off x="1367596" y="0"/>
              <a:ext cx="1633434" cy="109728"/>
            </a:xfrm>
            <a:prstGeom prst="rect">
              <a:avLst/>
            </a:prstGeom>
            <a:solidFill>
              <a:srgbClr val="C70E23">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60" name="组合 59">
            <a:extLst>
              <a:ext uri="{FF2B5EF4-FFF2-40B4-BE49-F238E27FC236}">
                <a16:creationId xmlns:a16="http://schemas.microsoft.com/office/drawing/2014/main" id="{C89E93EA-8A1A-431A-A046-53A4AD3A0B57}"/>
              </a:ext>
            </a:extLst>
          </p:cNvPr>
          <p:cNvGrpSpPr/>
          <p:nvPr userDrawn="1"/>
        </p:nvGrpSpPr>
        <p:grpSpPr>
          <a:xfrm>
            <a:off x="8994788" y="6748272"/>
            <a:ext cx="3197212" cy="109728"/>
            <a:chOff x="0" y="0"/>
            <a:chExt cx="3001030" cy="109728"/>
          </a:xfrm>
        </p:grpSpPr>
        <p:sp>
          <p:nvSpPr>
            <p:cNvPr id="61" name="矩形 60">
              <a:extLst>
                <a:ext uri="{FF2B5EF4-FFF2-40B4-BE49-F238E27FC236}">
                  <a16:creationId xmlns:a16="http://schemas.microsoft.com/office/drawing/2014/main" id="{6537377D-08D0-4F62-8892-61934B111714}"/>
                </a:ext>
              </a:extLst>
            </p:cNvPr>
            <p:cNvSpPr/>
            <p:nvPr/>
          </p:nvSpPr>
          <p:spPr>
            <a:xfrm flipV="1">
              <a:off x="0" y="0"/>
              <a:ext cx="1367596" cy="109728"/>
            </a:xfrm>
            <a:prstGeom prst="rect">
              <a:avLst/>
            </a:prstGeom>
            <a:solidFill>
              <a:srgbClr val="062845">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矩形 61">
              <a:extLst>
                <a:ext uri="{FF2B5EF4-FFF2-40B4-BE49-F238E27FC236}">
                  <a16:creationId xmlns:a16="http://schemas.microsoft.com/office/drawing/2014/main" id="{4FF8F0A7-4B30-457B-836E-BF27D90D0825}"/>
                </a:ext>
              </a:extLst>
            </p:cNvPr>
            <p:cNvSpPr/>
            <p:nvPr/>
          </p:nvSpPr>
          <p:spPr>
            <a:xfrm flipV="1">
              <a:off x="1367596" y="0"/>
              <a:ext cx="1633434" cy="109728"/>
            </a:xfrm>
            <a:prstGeom prst="rect">
              <a:avLst/>
            </a:prstGeom>
            <a:solidFill>
              <a:srgbClr val="C70E23">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63" name="图片 62">
            <a:extLst>
              <a:ext uri="{FF2B5EF4-FFF2-40B4-BE49-F238E27FC236}">
                <a16:creationId xmlns:a16="http://schemas.microsoft.com/office/drawing/2014/main" id="{6BF270C6-BACE-48B2-8185-014E46D97E9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10284" y="-210898"/>
            <a:ext cx="2690446" cy="1513197"/>
          </a:xfrm>
          <a:prstGeom prst="rect">
            <a:avLst/>
          </a:prstGeom>
        </p:spPr>
      </p:pic>
      <p:cxnSp>
        <p:nvCxnSpPr>
          <p:cNvPr id="19" name="直接连接符 18">
            <a:extLst>
              <a:ext uri="{FF2B5EF4-FFF2-40B4-BE49-F238E27FC236}">
                <a16:creationId xmlns:a16="http://schemas.microsoft.com/office/drawing/2014/main" id="{F2A08996-C8C7-4D8E-B105-6056D189A400}"/>
              </a:ext>
            </a:extLst>
          </p:cNvPr>
          <p:cNvCxnSpPr/>
          <p:nvPr userDrawn="1"/>
        </p:nvCxnSpPr>
        <p:spPr bwMode="auto">
          <a:xfrm>
            <a:off x="1145215" y="883628"/>
            <a:ext cx="9569060" cy="0"/>
          </a:xfrm>
          <a:prstGeom prst="line">
            <a:avLst/>
          </a:prstGeom>
          <a:solidFill>
            <a:schemeClr val="accent1"/>
          </a:solidFill>
          <a:ln w="9525" cap="flat" cmpd="sng" algn="ctr">
            <a:solidFill>
              <a:srgbClr val="444444"/>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31578247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408CD59B-5FCF-4003-A91C-A10DC4E3F9D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092A1ED1-1F8F-4592-9D0E-0C126A6555E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0C62C71D-338C-45AB-A403-22EB9EC0A7A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A6C00F5-FCF0-4349-83A1-01C5FA13001E}" type="datetimeFigureOut">
              <a:rPr lang="zh-CN" altLang="en-US" smtClean="0"/>
              <a:t>2026/1/7</a:t>
            </a:fld>
            <a:endParaRPr lang="zh-CN" altLang="en-US"/>
          </a:p>
        </p:txBody>
      </p:sp>
      <p:sp>
        <p:nvSpPr>
          <p:cNvPr id="5" name="页脚占位符 4">
            <a:extLst>
              <a:ext uri="{FF2B5EF4-FFF2-40B4-BE49-F238E27FC236}">
                <a16:creationId xmlns:a16="http://schemas.microsoft.com/office/drawing/2014/main" id="{CA87FB30-F7FA-41F9-BA62-DCABE169991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82F7EF38-34FB-41CA-852B-F40CAEA4C21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0F67CC6-4928-458E-94BA-DE18EA2C279C}" type="slidenum">
              <a:rPr lang="zh-CN" altLang="en-US" smtClean="0"/>
              <a:t>‹#›</a:t>
            </a:fld>
            <a:endParaRPr lang="zh-CN" altLang="en-US"/>
          </a:p>
        </p:txBody>
      </p:sp>
    </p:spTree>
    <p:extLst>
      <p:ext uri="{BB962C8B-B14F-4D97-AF65-F5344CB8AC3E}">
        <p14:creationId xmlns:p14="http://schemas.microsoft.com/office/powerpoint/2010/main" val="42840349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9F3B29DC-3C1E-4571-B68A-E25EFD3B0763}"/>
              </a:ext>
            </a:extLst>
          </p:cNvPr>
          <p:cNvPicPr>
            <a:picLocks noChangeAspect="1"/>
          </p:cNvPicPr>
          <p:nvPr/>
        </p:nvPicPr>
        <p:blipFill rotWithShape="1">
          <a:blip r:embed="rId2">
            <a:extLst>
              <a:ext uri="{BEBA8EAE-BF5A-486C-A8C5-ECC9F3942E4B}">
                <a14:imgProps xmlns:a14="http://schemas.microsoft.com/office/drawing/2010/main">
                  <a14:imgLayer>
                    <a14:imgEffect>
                      <a14:brightnessContrast contrast="40000"/>
                    </a14:imgEffect>
                  </a14:imgLayer>
                </a14:imgProps>
              </a:ext>
            </a:extLst>
          </a:blip>
          <a:srcRect l="6659" t="6677" r="6720" b="6693"/>
          <a:stretch/>
        </p:blipFill>
        <p:spPr>
          <a:xfrm>
            <a:off x="-1" y="0"/>
            <a:ext cx="12192001" cy="6858000"/>
          </a:xfrm>
          <a:prstGeom prst="rect">
            <a:avLst/>
          </a:prstGeom>
        </p:spPr>
      </p:pic>
      <p:pic>
        <p:nvPicPr>
          <p:cNvPr id="7" name="图片 6">
            <a:extLst>
              <a:ext uri="{FF2B5EF4-FFF2-40B4-BE49-F238E27FC236}">
                <a16:creationId xmlns:a16="http://schemas.microsoft.com/office/drawing/2014/main" id="{6C774C83-6782-48C9-98AF-F1BC764DBC70}"/>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37397" t="24071" r="37290" b="24627"/>
          <a:stretch/>
        </p:blipFill>
        <p:spPr>
          <a:xfrm>
            <a:off x="5359400" y="536575"/>
            <a:ext cx="1473200" cy="1679326"/>
          </a:xfrm>
          <a:prstGeom prst="rect">
            <a:avLst/>
          </a:prstGeom>
        </p:spPr>
      </p:pic>
      <p:sp>
        <p:nvSpPr>
          <p:cNvPr id="17" name="文本框 16">
            <a:extLst>
              <a:ext uri="{FF2B5EF4-FFF2-40B4-BE49-F238E27FC236}">
                <a16:creationId xmlns:a16="http://schemas.microsoft.com/office/drawing/2014/main" id="{FAE64323-C918-4DDA-8DE5-3A39BDC59763}"/>
              </a:ext>
            </a:extLst>
          </p:cNvPr>
          <p:cNvSpPr txBox="1"/>
          <p:nvPr/>
        </p:nvSpPr>
        <p:spPr>
          <a:xfrm>
            <a:off x="2328445" y="2492976"/>
            <a:ext cx="7535103" cy="1107996"/>
          </a:xfrm>
          <a:prstGeom prst="rect">
            <a:avLst/>
          </a:prstGeom>
          <a:noFill/>
        </p:spPr>
        <p:txBody>
          <a:bodyPr wrap="square" rtlCol="0">
            <a:spAutoFit/>
          </a:bodyPr>
          <a:lstStyle/>
          <a:p>
            <a:pPr algn="dist"/>
            <a:r>
              <a:rPr lang="zh-CN" altLang="en-US" sz="6600" b="1" dirty="0">
                <a:solidFill>
                  <a:srgbClr val="484848"/>
                </a:solidFill>
                <a:cs typeface="+mn-ea"/>
                <a:sym typeface="+mn-lt"/>
              </a:rPr>
              <a:t>开题报告</a:t>
            </a:r>
          </a:p>
        </p:txBody>
      </p:sp>
      <p:sp>
        <p:nvSpPr>
          <p:cNvPr id="18" name="文本框 17">
            <a:extLst>
              <a:ext uri="{FF2B5EF4-FFF2-40B4-BE49-F238E27FC236}">
                <a16:creationId xmlns:a16="http://schemas.microsoft.com/office/drawing/2014/main" id="{AA5FC903-C042-4D22-8A82-DA8EF344EFC5}"/>
              </a:ext>
            </a:extLst>
          </p:cNvPr>
          <p:cNvSpPr txBox="1"/>
          <p:nvPr/>
        </p:nvSpPr>
        <p:spPr>
          <a:xfrm>
            <a:off x="2477070" y="4026902"/>
            <a:ext cx="7237857" cy="400110"/>
          </a:xfrm>
          <a:prstGeom prst="rect">
            <a:avLst/>
          </a:prstGeom>
          <a:noFill/>
        </p:spPr>
        <p:txBody>
          <a:bodyPr wrap="square" rtlCol="0">
            <a:spAutoFit/>
          </a:bodyPr>
          <a:lstStyle/>
          <a:p>
            <a:pPr algn="dist"/>
            <a:r>
              <a:rPr lang="en-US" altLang="zh-CN" sz="2000" dirty="0">
                <a:solidFill>
                  <a:srgbClr val="484848"/>
                </a:solidFill>
                <a:cs typeface="+mn-ea"/>
                <a:sym typeface="+mn-lt"/>
              </a:rPr>
              <a:t>OPENING REPORT DEFENSE</a:t>
            </a:r>
            <a:endParaRPr lang="zh-CN" altLang="en-US" sz="2000" dirty="0">
              <a:solidFill>
                <a:srgbClr val="484848"/>
              </a:solidFill>
              <a:cs typeface="+mn-ea"/>
              <a:sym typeface="+mn-lt"/>
            </a:endParaRPr>
          </a:p>
        </p:txBody>
      </p:sp>
      <p:sp>
        <p:nvSpPr>
          <p:cNvPr id="19" name="文本框 18">
            <a:extLst>
              <a:ext uri="{FF2B5EF4-FFF2-40B4-BE49-F238E27FC236}">
                <a16:creationId xmlns:a16="http://schemas.microsoft.com/office/drawing/2014/main" id="{08DC3E3B-3D7C-4EF5-8B63-EE3E5B39BE39}"/>
              </a:ext>
            </a:extLst>
          </p:cNvPr>
          <p:cNvSpPr txBox="1"/>
          <p:nvPr/>
        </p:nvSpPr>
        <p:spPr>
          <a:xfrm>
            <a:off x="2310390" y="4896280"/>
            <a:ext cx="7571211" cy="523220"/>
          </a:xfrm>
          <a:prstGeom prst="rect">
            <a:avLst/>
          </a:prstGeom>
          <a:noFill/>
        </p:spPr>
        <p:txBody>
          <a:bodyPr wrap="square" rtlCol="0">
            <a:spAutoFit/>
          </a:bodyPr>
          <a:lstStyle/>
          <a:p>
            <a:pPr algn="dist"/>
            <a:r>
              <a:rPr lang="zh-CN" altLang="en-US" sz="2800" dirty="0">
                <a:solidFill>
                  <a:srgbClr val="484848"/>
                </a:solidFill>
                <a:cs typeface="+mn-ea"/>
                <a:sym typeface="+mn-lt"/>
              </a:rPr>
              <a:t>面向司法文本的多罪名预测模型实现与应用</a:t>
            </a:r>
          </a:p>
        </p:txBody>
      </p:sp>
      <p:sp>
        <p:nvSpPr>
          <p:cNvPr id="20" name="文本框 19">
            <a:extLst>
              <a:ext uri="{FF2B5EF4-FFF2-40B4-BE49-F238E27FC236}">
                <a16:creationId xmlns:a16="http://schemas.microsoft.com/office/drawing/2014/main" id="{B6D91718-7C03-4496-9D75-5412335226DA}"/>
              </a:ext>
            </a:extLst>
          </p:cNvPr>
          <p:cNvSpPr txBox="1"/>
          <p:nvPr/>
        </p:nvSpPr>
        <p:spPr>
          <a:xfrm>
            <a:off x="4442734" y="6013648"/>
            <a:ext cx="1717900" cy="307777"/>
          </a:xfrm>
          <a:prstGeom prst="rect">
            <a:avLst/>
          </a:prstGeom>
          <a:noFill/>
        </p:spPr>
        <p:txBody>
          <a:bodyPr wrap="square" rtlCol="0">
            <a:spAutoFit/>
          </a:bodyPr>
          <a:lstStyle/>
          <a:p>
            <a:r>
              <a:rPr lang="zh-CN" altLang="en-US" sz="1400" dirty="0">
                <a:solidFill>
                  <a:srgbClr val="484848"/>
                </a:solidFill>
                <a:cs typeface="+mn-ea"/>
                <a:sym typeface="+mn-lt"/>
              </a:rPr>
              <a:t>答辩人：蒋朝龙</a:t>
            </a:r>
          </a:p>
        </p:txBody>
      </p:sp>
      <p:sp>
        <p:nvSpPr>
          <p:cNvPr id="21" name="文本框 20">
            <a:extLst>
              <a:ext uri="{FF2B5EF4-FFF2-40B4-BE49-F238E27FC236}">
                <a16:creationId xmlns:a16="http://schemas.microsoft.com/office/drawing/2014/main" id="{6FCB4093-774F-446C-81DC-029795C63C9F}"/>
              </a:ext>
            </a:extLst>
          </p:cNvPr>
          <p:cNvSpPr txBox="1"/>
          <p:nvPr/>
        </p:nvSpPr>
        <p:spPr>
          <a:xfrm>
            <a:off x="7153272" y="6013648"/>
            <a:ext cx="1282465" cy="307777"/>
          </a:xfrm>
          <a:prstGeom prst="rect">
            <a:avLst/>
          </a:prstGeom>
          <a:noFill/>
        </p:spPr>
        <p:txBody>
          <a:bodyPr wrap="square" rtlCol="0">
            <a:spAutoFit/>
          </a:bodyPr>
          <a:lstStyle/>
          <a:p>
            <a:r>
              <a:rPr lang="zh-CN" altLang="en-US" sz="1400" dirty="0">
                <a:solidFill>
                  <a:srgbClr val="484848"/>
                </a:solidFill>
                <a:cs typeface="+mn-ea"/>
                <a:sym typeface="+mn-lt"/>
              </a:rPr>
              <a:t>导师：孙倩</a:t>
            </a:r>
          </a:p>
        </p:txBody>
      </p:sp>
      <p:pic>
        <p:nvPicPr>
          <p:cNvPr id="23" name="图片 22">
            <a:extLst>
              <a:ext uri="{FF2B5EF4-FFF2-40B4-BE49-F238E27FC236}">
                <a16:creationId xmlns:a16="http://schemas.microsoft.com/office/drawing/2014/main" id="{D07425EA-91E3-494B-ACFF-1B824A8EE4C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570298" y="5888769"/>
            <a:ext cx="769973" cy="433059"/>
          </a:xfrm>
          <a:prstGeom prst="rect">
            <a:avLst/>
          </a:prstGeom>
        </p:spPr>
      </p:pic>
      <p:pic>
        <p:nvPicPr>
          <p:cNvPr id="25" name="图片 24">
            <a:extLst>
              <a:ext uri="{FF2B5EF4-FFF2-40B4-BE49-F238E27FC236}">
                <a16:creationId xmlns:a16="http://schemas.microsoft.com/office/drawing/2014/main" id="{1715AEF4-89BE-48C4-B1B2-AE2EEA59D88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794804" y="5888769"/>
            <a:ext cx="769257" cy="432656"/>
          </a:xfrm>
          <a:prstGeom prst="rect">
            <a:avLst/>
          </a:prstGeom>
        </p:spPr>
      </p:pic>
      <p:grpSp>
        <p:nvGrpSpPr>
          <p:cNvPr id="2" name="组合 1">
            <a:extLst>
              <a:ext uri="{FF2B5EF4-FFF2-40B4-BE49-F238E27FC236}">
                <a16:creationId xmlns:a16="http://schemas.microsoft.com/office/drawing/2014/main" id="{FE2DE64C-4B43-49F1-9FF0-6AF4CB3B4DDA}"/>
              </a:ext>
            </a:extLst>
          </p:cNvPr>
          <p:cNvGrpSpPr/>
          <p:nvPr/>
        </p:nvGrpSpPr>
        <p:grpSpPr>
          <a:xfrm>
            <a:off x="-1" y="3794229"/>
            <a:ext cx="12195977" cy="71730"/>
            <a:chOff x="-1" y="3794229"/>
            <a:chExt cx="12195977" cy="71730"/>
          </a:xfrm>
        </p:grpSpPr>
        <p:sp>
          <p:nvSpPr>
            <p:cNvPr id="9" name="矩形 8">
              <a:extLst>
                <a:ext uri="{FF2B5EF4-FFF2-40B4-BE49-F238E27FC236}">
                  <a16:creationId xmlns:a16="http://schemas.microsoft.com/office/drawing/2014/main" id="{714E2647-81FC-4C15-842A-CC557B11C546}"/>
                </a:ext>
              </a:extLst>
            </p:cNvPr>
            <p:cNvSpPr/>
            <p:nvPr/>
          </p:nvSpPr>
          <p:spPr>
            <a:xfrm>
              <a:off x="-1" y="3794229"/>
              <a:ext cx="1316485" cy="71730"/>
            </a:xfrm>
            <a:prstGeom prst="rect">
              <a:avLst/>
            </a:prstGeom>
            <a:solidFill>
              <a:srgbClr val="062845">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 name="矩形 9">
              <a:extLst>
                <a:ext uri="{FF2B5EF4-FFF2-40B4-BE49-F238E27FC236}">
                  <a16:creationId xmlns:a16="http://schemas.microsoft.com/office/drawing/2014/main" id="{E9599FE8-5AB4-49CA-9CBF-A5A67E44283E}"/>
                </a:ext>
              </a:extLst>
            </p:cNvPr>
            <p:cNvSpPr/>
            <p:nvPr/>
          </p:nvSpPr>
          <p:spPr>
            <a:xfrm>
              <a:off x="1304630" y="3794229"/>
              <a:ext cx="1572388" cy="71730"/>
            </a:xfrm>
            <a:prstGeom prst="rect">
              <a:avLst/>
            </a:prstGeom>
            <a:solidFill>
              <a:srgbClr val="C70E23">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矩形 25">
              <a:extLst>
                <a:ext uri="{FF2B5EF4-FFF2-40B4-BE49-F238E27FC236}">
                  <a16:creationId xmlns:a16="http://schemas.microsoft.com/office/drawing/2014/main" id="{A5B519EC-9FFA-4465-8EE8-112CBECAB1C3}"/>
                </a:ext>
              </a:extLst>
            </p:cNvPr>
            <p:cNvSpPr/>
            <p:nvPr/>
          </p:nvSpPr>
          <p:spPr>
            <a:xfrm>
              <a:off x="2877018" y="3794229"/>
              <a:ext cx="1316485" cy="71730"/>
            </a:xfrm>
            <a:prstGeom prst="rect">
              <a:avLst/>
            </a:prstGeom>
            <a:solidFill>
              <a:srgbClr val="062845">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7" name="矩形 26">
              <a:extLst>
                <a:ext uri="{FF2B5EF4-FFF2-40B4-BE49-F238E27FC236}">
                  <a16:creationId xmlns:a16="http://schemas.microsoft.com/office/drawing/2014/main" id="{BE54C905-3CFC-44CF-97E6-F60D0ABF4F26}"/>
                </a:ext>
              </a:extLst>
            </p:cNvPr>
            <p:cNvSpPr/>
            <p:nvPr/>
          </p:nvSpPr>
          <p:spPr>
            <a:xfrm>
              <a:off x="4181649" y="3794229"/>
              <a:ext cx="1572388" cy="71730"/>
            </a:xfrm>
            <a:prstGeom prst="rect">
              <a:avLst/>
            </a:prstGeom>
            <a:solidFill>
              <a:srgbClr val="C70E23">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8" name="矩形 27">
              <a:extLst>
                <a:ext uri="{FF2B5EF4-FFF2-40B4-BE49-F238E27FC236}">
                  <a16:creationId xmlns:a16="http://schemas.microsoft.com/office/drawing/2014/main" id="{B894C46E-1190-4995-A2CD-090F3037BB82}"/>
                </a:ext>
              </a:extLst>
            </p:cNvPr>
            <p:cNvSpPr/>
            <p:nvPr/>
          </p:nvSpPr>
          <p:spPr>
            <a:xfrm>
              <a:off x="5754037" y="3794229"/>
              <a:ext cx="1316485" cy="71730"/>
            </a:xfrm>
            <a:prstGeom prst="rect">
              <a:avLst/>
            </a:prstGeom>
            <a:solidFill>
              <a:srgbClr val="062845">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9" name="矩形 28">
              <a:extLst>
                <a:ext uri="{FF2B5EF4-FFF2-40B4-BE49-F238E27FC236}">
                  <a16:creationId xmlns:a16="http://schemas.microsoft.com/office/drawing/2014/main" id="{F639BB04-0FC6-44FC-A9DD-10203C795D4E}"/>
                </a:ext>
              </a:extLst>
            </p:cNvPr>
            <p:cNvSpPr/>
            <p:nvPr/>
          </p:nvSpPr>
          <p:spPr>
            <a:xfrm>
              <a:off x="7058668" y="3794229"/>
              <a:ext cx="1572388" cy="71730"/>
            </a:xfrm>
            <a:prstGeom prst="rect">
              <a:avLst/>
            </a:prstGeom>
            <a:solidFill>
              <a:srgbClr val="C70E23">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0" name="矩形 29">
              <a:extLst>
                <a:ext uri="{FF2B5EF4-FFF2-40B4-BE49-F238E27FC236}">
                  <a16:creationId xmlns:a16="http://schemas.microsoft.com/office/drawing/2014/main" id="{126294C3-4510-423F-91C9-CFB81F4C06DA}"/>
                </a:ext>
              </a:extLst>
            </p:cNvPr>
            <p:cNvSpPr/>
            <p:nvPr/>
          </p:nvSpPr>
          <p:spPr>
            <a:xfrm>
              <a:off x="8631056" y="3794229"/>
              <a:ext cx="1316485" cy="71730"/>
            </a:xfrm>
            <a:prstGeom prst="rect">
              <a:avLst/>
            </a:prstGeom>
            <a:solidFill>
              <a:srgbClr val="062845">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1" name="矩形 30">
              <a:extLst>
                <a:ext uri="{FF2B5EF4-FFF2-40B4-BE49-F238E27FC236}">
                  <a16:creationId xmlns:a16="http://schemas.microsoft.com/office/drawing/2014/main" id="{1AA23EDA-2145-4429-9291-BCEFE412F9F5}"/>
                </a:ext>
              </a:extLst>
            </p:cNvPr>
            <p:cNvSpPr/>
            <p:nvPr/>
          </p:nvSpPr>
          <p:spPr>
            <a:xfrm>
              <a:off x="9935687" y="3794229"/>
              <a:ext cx="1572388" cy="71730"/>
            </a:xfrm>
            <a:prstGeom prst="rect">
              <a:avLst/>
            </a:prstGeom>
            <a:solidFill>
              <a:srgbClr val="C70E23">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2" name="矩形 31">
              <a:extLst>
                <a:ext uri="{FF2B5EF4-FFF2-40B4-BE49-F238E27FC236}">
                  <a16:creationId xmlns:a16="http://schemas.microsoft.com/office/drawing/2014/main" id="{5124E841-AC0D-4F4A-BD21-A7ED49971213}"/>
                </a:ext>
              </a:extLst>
            </p:cNvPr>
            <p:cNvSpPr/>
            <p:nvPr/>
          </p:nvSpPr>
          <p:spPr>
            <a:xfrm>
              <a:off x="11508076" y="3794229"/>
              <a:ext cx="687900" cy="71730"/>
            </a:xfrm>
            <a:prstGeom prst="rect">
              <a:avLst/>
            </a:prstGeom>
            <a:solidFill>
              <a:srgbClr val="062845">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Tree>
    <p:extLst>
      <p:ext uri="{BB962C8B-B14F-4D97-AF65-F5344CB8AC3E}">
        <p14:creationId xmlns:p14="http://schemas.microsoft.com/office/powerpoint/2010/main" val="6983214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par>
                          <p:cTn id="10" fill="hold">
                            <p:stCondLst>
                              <p:cond delay="500"/>
                            </p:stCondLst>
                            <p:childTnLst>
                              <p:par>
                                <p:cTn id="11" presetID="41" presetClass="entr" presetSubtype="0" fill="hold" grpId="0" nodeType="afterEffect">
                                  <p:stCondLst>
                                    <p:cond delay="0"/>
                                  </p:stCondLst>
                                  <p:iterate type="lt">
                                    <p:tmPct val="10000"/>
                                  </p:iterate>
                                  <p:childTnLst>
                                    <p:set>
                                      <p:cBhvr>
                                        <p:cTn id="12" dur="1" fill="hold">
                                          <p:stCondLst>
                                            <p:cond delay="0"/>
                                          </p:stCondLst>
                                        </p:cTn>
                                        <p:tgtEl>
                                          <p:spTgt spid="17"/>
                                        </p:tgtEl>
                                        <p:attrNameLst>
                                          <p:attrName>style.visibility</p:attrName>
                                        </p:attrNameLst>
                                      </p:cBhvr>
                                      <p:to>
                                        <p:strVal val="visible"/>
                                      </p:to>
                                    </p:set>
                                    <p:anim calcmode="lin" valueType="num">
                                      <p:cBhvr>
                                        <p:cTn id="13" dur="500" fill="hold"/>
                                        <p:tgtEl>
                                          <p:spTgt spid="17"/>
                                        </p:tgtEl>
                                        <p:attrNameLst>
                                          <p:attrName>ppt_x</p:attrName>
                                        </p:attrNameLst>
                                      </p:cBhvr>
                                      <p:tavLst>
                                        <p:tav tm="0">
                                          <p:val>
                                            <p:strVal val="#ppt_x"/>
                                          </p:val>
                                        </p:tav>
                                        <p:tav tm="50000">
                                          <p:val>
                                            <p:strVal val="#ppt_x+.1"/>
                                          </p:val>
                                        </p:tav>
                                        <p:tav tm="100000">
                                          <p:val>
                                            <p:strVal val="#ppt_x"/>
                                          </p:val>
                                        </p:tav>
                                      </p:tavLst>
                                    </p:anim>
                                    <p:anim calcmode="lin" valueType="num">
                                      <p:cBhvr>
                                        <p:cTn id="14" dur="500" fill="hold"/>
                                        <p:tgtEl>
                                          <p:spTgt spid="17"/>
                                        </p:tgtEl>
                                        <p:attrNameLst>
                                          <p:attrName>ppt_y</p:attrName>
                                        </p:attrNameLst>
                                      </p:cBhvr>
                                      <p:tavLst>
                                        <p:tav tm="0">
                                          <p:val>
                                            <p:strVal val="#ppt_y"/>
                                          </p:val>
                                        </p:tav>
                                        <p:tav tm="100000">
                                          <p:val>
                                            <p:strVal val="#ppt_y"/>
                                          </p:val>
                                        </p:tav>
                                      </p:tavLst>
                                    </p:anim>
                                    <p:anim calcmode="lin" valueType="num">
                                      <p:cBhvr>
                                        <p:cTn id="15" dur="500" fill="hold"/>
                                        <p:tgtEl>
                                          <p:spTgt spid="17"/>
                                        </p:tgtEl>
                                        <p:attrNameLst>
                                          <p:attrName>ppt_h</p:attrName>
                                        </p:attrNameLst>
                                      </p:cBhvr>
                                      <p:tavLst>
                                        <p:tav tm="0">
                                          <p:val>
                                            <p:strVal val="#ppt_h/10"/>
                                          </p:val>
                                        </p:tav>
                                        <p:tav tm="50000">
                                          <p:val>
                                            <p:strVal val="#ppt_h+.01"/>
                                          </p:val>
                                        </p:tav>
                                        <p:tav tm="100000">
                                          <p:val>
                                            <p:strVal val="#ppt_h"/>
                                          </p:val>
                                        </p:tav>
                                      </p:tavLst>
                                    </p:anim>
                                    <p:anim calcmode="lin" valueType="num">
                                      <p:cBhvr>
                                        <p:cTn id="16" dur="500" fill="hold"/>
                                        <p:tgtEl>
                                          <p:spTgt spid="17"/>
                                        </p:tgtEl>
                                        <p:attrNameLst>
                                          <p:attrName>ppt_w</p:attrName>
                                        </p:attrNameLst>
                                      </p:cBhvr>
                                      <p:tavLst>
                                        <p:tav tm="0">
                                          <p:val>
                                            <p:strVal val="#ppt_w/10"/>
                                          </p:val>
                                        </p:tav>
                                        <p:tav tm="50000">
                                          <p:val>
                                            <p:strVal val="#ppt_w+.01"/>
                                          </p:val>
                                        </p:tav>
                                        <p:tav tm="100000">
                                          <p:val>
                                            <p:strVal val="#ppt_w"/>
                                          </p:val>
                                        </p:tav>
                                      </p:tavLst>
                                    </p:anim>
                                    <p:animEffect transition="in" filter="fade">
                                      <p:cBhvr>
                                        <p:cTn id="17" dur="500" tmFilter="0,0; .5, 1; 1, 1"/>
                                        <p:tgtEl>
                                          <p:spTgt spid="17"/>
                                        </p:tgtEl>
                                      </p:cBhvr>
                                    </p:animEffect>
                                  </p:childTnLst>
                                </p:cTn>
                              </p:par>
                            </p:childTnLst>
                          </p:cTn>
                        </p:par>
                        <p:par>
                          <p:cTn id="18" fill="hold">
                            <p:stCondLst>
                              <p:cond delay="1150"/>
                            </p:stCondLst>
                            <p:childTnLst>
                              <p:par>
                                <p:cTn id="19" presetID="22" presetClass="entr" presetSubtype="8" fill="hold" nodeType="after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wipe(left)">
                                      <p:cBhvr>
                                        <p:cTn id="21" dur="500"/>
                                        <p:tgtEl>
                                          <p:spTgt spid="2"/>
                                        </p:tgtEl>
                                      </p:cBhvr>
                                    </p:animEffect>
                                  </p:childTnLst>
                                </p:cTn>
                              </p:par>
                            </p:childTnLst>
                          </p:cTn>
                        </p:par>
                        <p:par>
                          <p:cTn id="22" fill="hold">
                            <p:stCondLst>
                              <p:cond delay="1650"/>
                            </p:stCondLst>
                            <p:childTnLst>
                              <p:par>
                                <p:cTn id="23" presetID="22" presetClass="entr" presetSubtype="8" fill="hold" grpId="0" nodeType="after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wipe(left)">
                                      <p:cBhvr>
                                        <p:cTn id="25" dur="500"/>
                                        <p:tgtEl>
                                          <p:spTgt spid="18"/>
                                        </p:tgtEl>
                                      </p:cBhvr>
                                    </p:animEffect>
                                  </p:childTnLst>
                                </p:cTn>
                              </p:par>
                            </p:childTnLst>
                          </p:cTn>
                        </p:par>
                        <p:par>
                          <p:cTn id="26" fill="hold">
                            <p:stCondLst>
                              <p:cond delay="2150"/>
                            </p:stCondLst>
                            <p:childTnLst>
                              <p:par>
                                <p:cTn id="27" presetID="2" presetClass="entr" presetSubtype="4" fill="hold" grpId="0" nodeType="afterEffect">
                                  <p:stCondLst>
                                    <p:cond delay="0"/>
                                  </p:stCondLst>
                                  <p:childTnLst>
                                    <p:set>
                                      <p:cBhvr>
                                        <p:cTn id="28" dur="1" fill="hold">
                                          <p:stCondLst>
                                            <p:cond delay="0"/>
                                          </p:stCondLst>
                                        </p:cTn>
                                        <p:tgtEl>
                                          <p:spTgt spid="19"/>
                                        </p:tgtEl>
                                        <p:attrNameLst>
                                          <p:attrName>style.visibility</p:attrName>
                                        </p:attrNameLst>
                                      </p:cBhvr>
                                      <p:to>
                                        <p:strVal val="visible"/>
                                      </p:to>
                                    </p:set>
                                    <p:anim calcmode="lin" valueType="num">
                                      <p:cBhvr additive="base">
                                        <p:cTn id="29" dur="500" fill="hold"/>
                                        <p:tgtEl>
                                          <p:spTgt spid="19"/>
                                        </p:tgtEl>
                                        <p:attrNameLst>
                                          <p:attrName>ppt_x</p:attrName>
                                        </p:attrNameLst>
                                      </p:cBhvr>
                                      <p:tavLst>
                                        <p:tav tm="0">
                                          <p:val>
                                            <p:strVal val="#ppt_x"/>
                                          </p:val>
                                        </p:tav>
                                        <p:tav tm="100000">
                                          <p:val>
                                            <p:strVal val="#ppt_x"/>
                                          </p:val>
                                        </p:tav>
                                      </p:tavLst>
                                    </p:anim>
                                    <p:anim calcmode="lin" valueType="num">
                                      <p:cBhvr additive="base">
                                        <p:cTn id="30" dur="500" fill="hold"/>
                                        <p:tgtEl>
                                          <p:spTgt spid="19"/>
                                        </p:tgtEl>
                                        <p:attrNameLst>
                                          <p:attrName>ppt_y</p:attrName>
                                        </p:attrNameLst>
                                      </p:cBhvr>
                                      <p:tavLst>
                                        <p:tav tm="0">
                                          <p:val>
                                            <p:strVal val="1+#ppt_h/2"/>
                                          </p:val>
                                        </p:tav>
                                        <p:tav tm="100000">
                                          <p:val>
                                            <p:strVal val="#ppt_y"/>
                                          </p:val>
                                        </p:tav>
                                      </p:tavLst>
                                    </p:anim>
                                  </p:childTnLst>
                                </p:cTn>
                              </p:par>
                            </p:childTnLst>
                          </p:cTn>
                        </p:par>
                        <p:par>
                          <p:cTn id="31" fill="hold">
                            <p:stCondLst>
                              <p:cond delay="2650"/>
                            </p:stCondLst>
                            <p:childTnLst>
                              <p:par>
                                <p:cTn id="32" presetID="2" presetClass="entr" presetSubtype="4" fill="hold" grpId="0" nodeType="afterEffect">
                                  <p:stCondLst>
                                    <p:cond delay="0"/>
                                  </p:stCondLst>
                                  <p:childTnLst>
                                    <p:set>
                                      <p:cBhvr>
                                        <p:cTn id="33" dur="1" fill="hold">
                                          <p:stCondLst>
                                            <p:cond delay="0"/>
                                          </p:stCondLst>
                                        </p:cTn>
                                        <p:tgtEl>
                                          <p:spTgt spid="20"/>
                                        </p:tgtEl>
                                        <p:attrNameLst>
                                          <p:attrName>style.visibility</p:attrName>
                                        </p:attrNameLst>
                                      </p:cBhvr>
                                      <p:to>
                                        <p:strVal val="visible"/>
                                      </p:to>
                                    </p:set>
                                    <p:anim calcmode="lin" valueType="num">
                                      <p:cBhvr additive="base">
                                        <p:cTn id="34" dur="500" fill="hold"/>
                                        <p:tgtEl>
                                          <p:spTgt spid="20"/>
                                        </p:tgtEl>
                                        <p:attrNameLst>
                                          <p:attrName>ppt_x</p:attrName>
                                        </p:attrNameLst>
                                      </p:cBhvr>
                                      <p:tavLst>
                                        <p:tav tm="0">
                                          <p:val>
                                            <p:strVal val="#ppt_x"/>
                                          </p:val>
                                        </p:tav>
                                        <p:tav tm="100000">
                                          <p:val>
                                            <p:strVal val="#ppt_x"/>
                                          </p:val>
                                        </p:tav>
                                      </p:tavLst>
                                    </p:anim>
                                    <p:anim calcmode="lin" valueType="num">
                                      <p:cBhvr additive="base">
                                        <p:cTn id="35" dur="500" fill="hold"/>
                                        <p:tgtEl>
                                          <p:spTgt spid="20"/>
                                        </p:tgtEl>
                                        <p:attrNameLst>
                                          <p:attrName>ppt_y</p:attrName>
                                        </p:attrNameLst>
                                      </p:cBhvr>
                                      <p:tavLst>
                                        <p:tav tm="0">
                                          <p:val>
                                            <p:strVal val="1+#ppt_h/2"/>
                                          </p:val>
                                        </p:tav>
                                        <p:tav tm="100000">
                                          <p:val>
                                            <p:strVal val="#ppt_y"/>
                                          </p:val>
                                        </p:tav>
                                      </p:tavLst>
                                    </p:anim>
                                  </p:childTnLst>
                                </p:cTn>
                              </p:par>
                              <p:par>
                                <p:cTn id="36" presetID="2" presetClass="entr" presetSubtype="4" fill="hold" nodeType="withEffect">
                                  <p:stCondLst>
                                    <p:cond delay="0"/>
                                  </p:stCondLst>
                                  <p:childTnLst>
                                    <p:set>
                                      <p:cBhvr>
                                        <p:cTn id="37" dur="1" fill="hold">
                                          <p:stCondLst>
                                            <p:cond delay="0"/>
                                          </p:stCondLst>
                                        </p:cTn>
                                        <p:tgtEl>
                                          <p:spTgt spid="25"/>
                                        </p:tgtEl>
                                        <p:attrNameLst>
                                          <p:attrName>style.visibility</p:attrName>
                                        </p:attrNameLst>
                                      </p:cBhvr>
                                      <p:to>
                                        <p:strVal val="visible"/>
                                      </p:to>
                                    </p:set>
                                    <p:anim calcmode="lin" valueType="num">
                                      <p:cBhvr additive="base">
                                        <p:cTn id="38" dur="500" fill="hold"/>
                                        <p:tgtEl>
                                          <p:spTgt spid="25"/>
                                        </p:tgtEl>
                                        <p:attrNameLst>
                                          <p:attrName>ppt_x</p:attrName>
                                        </p:attrNameLst>
                                      </p:cBhvr>
                                      <p:tavLst>
                                        <p:tav tm="0">
                                          <p:val>
                                            <p:strVal val="#ppt_x"/>
                                          </p:val>
                                        </p:tav>
                                        <p:tav tm="100000">
                                          <p:val>
                                            <p:strVal val="#ppt_x"/>
                                          </p:val>
                                        </p:tav>
                                      </p:tavLst>
                                    </p:anim>
                                    <p:anim calcmode="lin" valueType="num">
                                      <p:cBhvr additive="base">
                                        <p:cTn id="39" dur="500" fill="hold"/>
                                        <p:tgtEl>
                                          <p:spTgt spid="25"/>
                                        </p:tgtEl>
                                        <p:attrNameLst>
                                          <p:attrName>ppt_y</p:attrName>
                                        </p:attrNameLst>
                                      </p:cBhvr>
                                      <p:tavLst>
                                        <p:tav tm="0">
                                          <p:val>
                                            <p:strVal val="1+#ppt_h/2"/>
                                          </p:val>
                                        </p:tav>
                                        <p:tav tm="100000">
                                          <p:val>
                                            <p:strVal val="#ppt_y"/>
                                          </p:val>
                                        </p:tav>
                                      </p:tavLst>
                                    </p:anim>
                                  </p:childTnLst>
                                </p:cTn>
                              </p:par>
                              <p:par>
                                <p:cTn id="40" presetID="2" presetClass="entr" presetSubtype="4" fill="hold" nodeType="withEffect">
                                  <p:stCondLst>
                                    <p:cond delay="0"/>
                                  </p:stCondLst>
                                  <p:childTnLst>
                                    <p:set>
                                      <p:cBhvr>
                                        <p:cTn id="41" dur="1" fill="hold">
                                          <p:stCondLst>
                                            <p:cond delay="0"/>
                                          </p:stCondLst>
                                        </p:cTn>
                                        <p:tgtEl>
                                          <p:spTgt spid="23"/>
                                        </p:tgtEl>
                                        <p:attrNameLst>
                                          <p:attrName>style.visibility</p:attrName>
                                        </p:attrNameLst>
                                      </p:cBhvr>
                                      <p:to>
                                        <p:strVal val="visible"/>
                                      </p:to>
                                    </p:set>
                                    <p:anim calcmode="lin" valueType="num">
                                      <p:cBhvr additive="base">
                                        <p:cTn id="42" dur="500" fill="hold"/>
                                        <p:tgtEl>
                                          <p:spTgt spid="23"/>
                                        </p:tgtEl>
                                        <p:attrNameLst>
                                          <p:attrName>ppt_x</p:attrName>
                                        </p:attrNameLst>
                                      </p:cBhvr>
                                      <p:tavLst>
                                        <p:tav tm="0">
                                          <p:val>
                                            <p:strVal val="#ppt_x"/>
                                          </p:val>
                                        </p:tav>
                                        <p:tav tm="100000">
                                          <p:val>
                                            <p:strVal val="#ppt_x"/>
                                          </p:val>
                                        </p:tav>
                                      </p:tavLst>
                                    </p:anim>
                                    <p:anim calcmode="lin" valueType="num">
                                      <p:cBhvr additive="base">
                                        <p:cTn id="43" dur="500" fill="hold"/>
                                        <p:tgtEl>
                                          <p:spTgt spid="23"/>
                                        </p:tgtEl>
                                        <p:attrNameLst>
                                          <p:attrName>ppt_y</p:attrName>
                                        </p:attrNameLst>
                                      </p:cBhvr>
                                      <p:tavLst>
                                        <p:tav tm="0">
                                          <p:val>
                                            <p:strVal val="1+#ppt_h/2"/>
                                          </p:val>
                                        </p:tav>
                                        <p:tav tm="100000">
                                          <p:val>
                                            <p:strVal val="#ppt_y"/>
                                          </p:val>
                                        </p:tav>
                                      </p:tavLst>
                                    </p:anim>
                                  </p:childTnLst>
                                </p:cTn>
                              </p:par>
                              <p:par>
                                <p:cTn id="44" presetID="2" presetClass="entr" presetSubtype="4" fill="hold" grpId="0" nodeType="withEffect">
                                  <p:stCondLst>
                                    <p:cond delay="0"/>
                                  </p:stCondLst>
                                  <p:childTnLst>
                                    <p:set>
                                      <p:cBhvr>
                                        <p:cTn id="45" dur="1" fill="hold">
                                          <p:stCondLst>
                                            <p:cond delay="0"/>
                                          </p:stCondLst>
                                        </p:cTn>
                                        <p:tgtEl>
                                          <p:spTgt spid="21"/>
                                        </p:tgtEl>
                                        <p:attrNameLst>
                                          <p:attrName>style.visibility</p:attrName>
                                        </p:attrNameLst>
                                      </p:cBhvr>
                                      <p:to>
                                        <p:strVal val="visible"/>
                                      </p:to>
                                    </p:set>
                                    <p:anim calcmode="lin" valueType="num">
                                      <p:cBhvr additive="base">
                                        <p:cTn id="46" dur="500" fill="hold"/>
                                        <p:tgtEl>
                                          <p:spTgt spid="21"/>
                                        </p:tgtEl>
                                        <p:attrNameLst>
                                          <p:attrName>ppt_x</p:attrName>
                                        </p:attrNameLst>
                                      </p:cBhvr>
                                      <p:tavLst>
                                        <p:tav tm="0">
                                          <p:val>
                                            <p:strVal val="#ppt_x"/>
                                          </p:val>
                                        </p:tav>
                                        <p:tav tm="100000">
                                          <p:val>
                                            <p:strVal val="#ppt_x"/>
                                          </p:val>
                                        </p:tav>
                                      </p:tavLst>
                                    </p:anim>
                                    <p:anim calcmode="lin" valueType="num">
                                      <p:cBhvr additive="base">
                                        <p:cTn id="47"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p:bldP spid="19" grpId="0"/>
      <p:bldP spid="20" grpId="0"/>
      <p:bldP spid="21"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7" name="图片 66">
            <a:extLst>
              <a:ext uri="{FF2B5EF4-FFF2-40B4-BE49-F238E27FC236}">
                <a16:creationId xmlns:a16="http://schemas.microsoft.com/office/drawing/2014/main" id="{DEDD26DB-C552-485B-9ABA-05B5D196D2D1}"/>
              </a:ext>
            </a:extLst>
          </p:cNvPr>
          <p:cNvPicPr>
            <a:picLocks noChangeAspect="1"/>
          </p:cNvPicPr>
          <p:nvPr/>
        </p:nvPicPr>
        <p:blipFill rotWithShape="1">
          <a:blip r:embed="rId2">
            <a:extLst>
              <a:ext uri="{BEBA8EAE-BF5A-486C-A8C5-ECC9F3942E4B}">
                <a14:imgProps xmlns:a14="http://schemas.microsoft.com/office/drawing/2010/main">
                  <a14:imgLayer>
                    <a14:imgEffect>
                      <a14:brightnessContrast contrast="40000"/>
                    </a14:imgEffect>
                  </a14:imgLayer>
                </a14:imgProps>
              </a:ext>
            </a:extLst>
          </a:blip>
          <a:srcRect l="6659" t="6677" r="6720" b="6693"/>
          <a:stretch/>
        </p:blipFill>
        <p:spPr>
          <a:xfrm>
            <a:off x="-1" y="0"/>
            <a:ext cx="12192001" cy="6858000"/>
          </a:xfrm>
          <a:prstGeom prst="rect">
            <a:avLst/>
          </a:prstGeom>
        </p:spPr>
      </p:pic>
      <p:pic>
        <p:nvPicPr>
          <p:cNvPr id="4" name="图片 3">
            <a:extLst>
              <a:ext uri="{FF2B5EF4-FFF2-40B4-BE49-F238E27FC236}">
                <a16:creationId xmlns:a16="http://schemas.microsoft.com/office/drawing/2014/main" id="{7C692EE9-D43E-45B1-B7F8-EBD3A0756F92}"/>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37397" t="24071" r="37290" b="24627"/>
          <a:stretch/>
        </p:blipFill>
        <p:spPr>
          <a:xfrm>
            <a:off x="1745762" y="1220061"/>
            <a:ext cx="1473200" cy="1679326"/>
          </a:xfrm>
          <a:prstGeom prst="rect">
            <a:avLst/>
          </a:prstGeom>
        </p:spPr>
      </p:pic>
      <p:sp>
        <p:nvSpPr>
          <p:cNvPr id="5" name="文本框 4">
            <a:extLst>
              <a:ext uri="{FF2B5EF4-FFF2-40B4-BE49-F238E27FC236}">
                <a16:creationId xmlns:a16="http://schemas.microsoft.com/office/drawing/2014/main" id="{A00E676E-5D58-4343-A068-F469B0830F2A}"/>
              </a:ext>
            </a:extLst>
          </p:cNvPr>
          <p:cNvSpPr txBox="1"/>
          <p:nvPr/>
        </p:nvSpPr>
        <p:spPr>
          <a:xfrm>
            <a:off x="1542292" y="3330211"/>
            <a:ext cx="2055986" cy="1107996"/>
          </a:xfrm>
          <a:prstGeom prst="rect">
            <a:avLst/>
          </a:prstGeom>
          <a:noFill/>
        </p:spPr>
        <p:txBody>
          <a:bodyPr wrap="square" rtlCol="0">
            <a:spAutoFit/>
          </a:bodyPr>
          <a:lstStyle/>
          <a:p>
            <a:pPr algn="dist"/>
            <a:r>
              <a:rPr lang="zh-CN" altLang="en-US" sz="6600" b="1" dirty="0">
                <a:solidFill>
                  <a:srgbClr val="484848"/>
                </a:solidFill>
                <a:cs typeface="+mn-ea"/>
                <a:sym typeface="+mn-lt"/>
              </a:rPr>
              <a:t>目录</a:t>
            </a:r>
          </a:p>
        </p:txBody>
      </p:sp>
      <p:pic>
        <p:nvPicPr>
          <p:cNvPr id="23" name="图片 22">
            <a:extLst>
              <a:ext uri="{FF2B5EF4-FFF2-40B4-BE49-F238E27FC236}">
                <a16:creationId xmlns:a16="http://schemas.microsoft.com/office/drawing/2014/main" id="{AF9B27DF-0BEA-4C8A-8735-81CBCBD39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627076" y="3476604"/>
            <a:ext cx="625231" cy="625231"/>
          </a:xfrm>
          <a:prstGeom prst="rect">
            <a:avLst/>
          </a:prstGeom>
        </p:spPr>
      </p:pic>
      <p:pic>
        <p:nvPicPr>
          <p:cNvPr id="24" name="图片 23">
            <a:extLst>
              <a:ext uri="{FF2B5EF4-FFF2-40B4-BE49-F238E27FC236}">
                <a16:creationId xmlns:a16="http://schemas.microsoft.com/office/drawing/2014/main" id="{B86AEF63-7E30-4A69-9A3C-CF90C8F8207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627076" y="2421283"/>
            <a:ext cx="625231" cy="625231"/>
          </a:xfrm>
          <a:prstGeom prst="rect">
            <a:avLst/>
          </a:prstGeom>
        </p:spPr>
      </p:pic>
      <p:pic>
        <p:nvPicPr>
          <p:cNvPr id="25" name="图片 24">
            <a:extLst>
              <a:ext uri="{FF2B5EF4-FFF2-40B4-BE49-F238E27FC236}">
                <a16:creationId xmlns:a16="http://schemas.microsoft.com/office/drawing/2014/main" id="{D0B2B327-8368-4C67-BE6F-75F528C547F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627076" y="4531925"/>
            <a:ext cx="625231" cy="625231"/>
          </a:xfrm>
          <a:prstGeom prst="rect">
            <a:avLst/>
          </a:prstGeom>
        </p:spPr>
      </p:pic>
      <p:grpSp>
        <p:nvGrpSpPr>
          <p:cNvPr id="30" name="组合 29">
            <a:extLst>
              <a:ext uri="{FF2B5EF4-FFF2-40B4-BE49-F238E27FC236}">
                <a16:creationId xmlns:a16="http://schemas.microsoft.com/office/drawing/2014/main" id="{31C610FE-515F-4CFE-A098-188BB2710EFB}"/>
              </a:ext>
            </a:extLst>
          </p:cNvPr>
          <p:cNvGrpSpPr/>
          <p:nvPr/>
        </p:nvGrpSpPr>
        <p:grpSpPr>
          <a:xfrm>
            <a:off x="-4151" y="0"/>
            <a:ext cx="12196151" cy="6858000"/>
            <a:chOff x="-4151" y="0"/>
            <a:chExt cx="12196151" cy="6858000"/>
          </a:xfrm>
        </p:grpSpPr>
        <p:grpSp>
          <p:nvGrpSpPr>
            <p:cNvPr id="31" name="组合 30">
              <a:extLst>
                <a:ext uri="{FF2B5EF4-FFF2-40B4-BE49-F238E27FC236}">
                  <a16:creationId xmlns:a16="http://schemas.microsoft.com/office/drawing/2014/main" id="{79CE61CC-A88A-4FBC-B93F-52CDFEFC8EF4}"/>
                </a:ext>
              </a:extLst>
            </p:cNvPr>
            <p:cNvGrpSpPr/>
            <p:nvPr/>
          </p:nvGrpSpPr>
          <p:grpSpPr>
            <a:xfrm>
              <a:off x="0" y="0"/>
              <a:ext cx="3001030" cy="109728"/>
              <a:chOff x="0" y="0"/>
              <a:chExt cx="3001030" cy="109728"/>
            </a:xfrm>
          </p:grpSpPr>
          <p:sp>
            <p:nvSpPr>
              <p:cNvPr id="65" name="矩形 64">
                <a:extLst>
                  <a:ext uri="{FF2B5EF4-FFF2-40B4-BE49-F238E27FC236}">
                    <a16:creationId xmlns:a16="http://schemas.microsoft.com/office/drawing/2014/main" id="{2262E4E6-FAFB-49F9-881B-21719EF9A7A7}"/>
                  </a:ext>
                </a:extLst>
              </p:cNvPr>
              <p:cNvSpPr/>
              <p:nvPr/>
            </p:nvSpPr>
            <p:spPr>
              <a:xfrm flipV="1">
                <a:off x="0" y="0"/>
                <a:ext cx="1367596" cy="109728"/>
              </a:xfrm>
              <a:prstGeom prst="rect">
                <a:avLst/>
              </a:prstGeom>
              <a:solidFill>
                <a:srgbClr val="062845">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6" name="矩形 65">
                <a:extLst>
                  <a:ext uri="{FF2B5EF4-FFF2-40B4-BE49-F238E27FC236}">
                    <a16:creationId xmlns:a16="http://schemas.microsoft.com/office/drawing/2014/main" id="{9CA87D7B-9802-4A59-B4AA-48EBDD171995}"/>
                  </a:ext>
                </a:extLst>
              </p:cNvPr>
              <p:cNvSpPr/>
              <p:nvPr/>
            </p:nvSpPr>
            <p:spPr>
              <a:xfrm flipV="1">
                <a:off x="1367596" y="0"/>
                <a:ext cx="1633434" cy="109728"/>
              </a:xfrm>
              <a:prstGeom prst="rect">
                <a:avLst/>
              </a:prstGeom>
              <a:solidFill>
                <a:srgbClr val="C70E23">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32" name="组合 31">
              <a:extLst>
                <a:ext uri="{FF2B5EF4-FFF2-40B4-BE49-F238E27FC236}">
                  <a16:creationId xmlns:a16="http://schemas.microsoft.com/office/drawing/2014/main" id="{54EBCD83-9B2A-4CA2-9238-661C8E2FE129}"/>
                </a:ext>
              </a:extLst>
            </p:cNvPr>
            <p:cNvGrpSpPr/>
            <p:nvPr/>
          </p:nvGrpSpPr>
          <p:grpSpPr>
            <a:xfrm>
              <a:off x="8994788" y="0"/>
              <a:ext cx="3197212" cy="109728"/>
              <a:chOff x="0" y="0"/>
              <a:chExt cx="3001030" cy="109728"/>
            </a:xfrm>
          </p:grpSpPr>
          <p:sp>
            <p:nvSpPr>
              <p:cNvPr id="63" name="矩形 62">
                <a:extLst>
                  <a:ext uri="{FF2B5EF4-FFF2-40B4-BE49-F238E27FC236}">
                    <a16:creationId xmlns:a16="http://schemas.microsoft.com/office/drawing/2014/main" id="{2297B72A-73B2-4D9C-947B-98A260A1E561}"/>
                  </a:ext>
                </a:extLst>
              </p:cNvPr>
              <p:cNvSpPr/>
              <p:nvPr/>
            </p:nvSpPr>
            <p:spPr>
              <a:xfrm flipV="1">
                <a:off x="0" y="0"/>
                <a:ext cx="1367596" cy="109728"/>
              </a:xfrm>
              <a:prstGeom prst="rect">
                <a:avLst/>
              </a:prstGeom>
              <a:solidFill>
                <a:srgbClr val="062845">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4" name="矩形 63">
                <a:extLst>
                  <a:ext uri="{FF2B5EF4-FFF2-40B4-BE49-F238E27FC236}">
                    <a16:creationId xmlns:a16="http://schemas.microsoft.com/office/drawing/2014/main" id="{70F58B1C-1429-45AE-81A9-4FB7721572B5}"/>
                  </a:ext>
                </a:extLst>
              </p:cNvPr>
              <p:cNvSpPr/>
              <p:nvPr/>
            </p:nvSpPr>
            <p:spPr>
              <a:xfrm flipV="1">
                <a:off x="1367596" y="0"/>
                <a:ext cx="1633434" cy="109728"/>
              </a:xfrm>
              <a:prstGeom prst="rect">
                <a:avLst/>
              </a:prstGeom>
              <a:solidFill>
                <a:srgbClr val="C70E23">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33" name="组合 32">
              <a:extLst>
                <a:ext uri="{FF2B5EF4-FFF2-40B4-BE49-F238E27FC236}">
                  <a16:creationId xmlns:a16="http://schemas.microsoft.com/office/drawing/2014/main" id="{D41D9533-7ED5-43B9-9FFF-B768A4F9B072}"/>
                </a:ext>
              </a:extLst>
            </p:cNvPr>
            <p:cNvGrpSpPr/>
            <p:nvPr/>
          </p:nvGrpSpPr>
          <p:grpSpPr>
            <a:xfrm>
              <a:off x="5997909" y="0"/>
              <a:ext cx="3001030" cy="109728"/>
              <a:chOff x="0" y="0"/>
              <a:chExt cx="3001030" cy="109728"/>
            </a:xfrm>
          </p:grpSpPr>
          <p:sp>
            <p:nvSpPr>
              <p:cNvPr id="61" name="矩形 60">
                <a:extLst>
                  <a:ext uri="{FF2B5EF4-FFF2-40B4-BE49-F238E27FC236}">
                    <a16:creationId xmlns:a16="http://schemas.microsoft.com/office/drawing/2014/main" id="{DF293F52-91A3-48D3-B4A2-0F1EE5714647}"/>
                  </a:ext>
                </a:extLst>
              </p:cNvPr>
              <p:cNvSpPr/>
              <p:nvPr/>
            </p:nvSpPr>
            <p:spPr>
              <a:xfrm flipV="1">
                <a:off x="0" y="0"/>
                <a:ext cx="1367596" cy="109728"/>
              </a:xfrm>
              <a:prstGeom prst="rect">
                <a:avLst/>
              </a:prstGeom>
              <a:solidFill>
                <a:srgbClr val="062845">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2" name="矩形 61">
                <a:extLst>
                  <a:ext uri="{FF2B5EF4-FFF2-40B4-BE49-F238E27FC236}">
                    <a16:creationId xmlns:a16="http://schemas.microsoft.com/office/drawing/2014/main" id="{4755401B-7D6F-4F4F-9A24-09980FB0A1B8}"/>
                  </a:ext>
                </a:extLst>
              </p:cNvPr>
              <p:cNvSpPr/>
              <p:nvPr/>
            </p:nvSpPr>
            <p:spPr>
              <a:xfrm flipV="1">
                <a:off x="1367596" y="0"/>
                <a:ext cx="1633434" cy="109728"/>
              </a:xfrm>
              <a:prstGeom prst="rect">
                <a:avLst/>
              </a:prstGeom>
              <a:solidFill>
                <a:srgbClr val="C70E23">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34" name="组合 33">
              <a:extLst>
                <a:ext uri="{FF2B5EF4-FFF2-40B4-BE49-F238E27FC236}">
                  <a16:creationId xmlns:a16="http://schemas.microsoft.com/office/drawing/2014/main" id="{8675C6B3-A200-4291-9657-CA44EDDF666E}"/>
                </a:ext>
              </a:extLst>
            </p:cNvPr>
            <p:cNvGrpSpPr/>
            <p:nvPr/>
          </p:nvGrpSpPr>
          <p:grpSpPr>
            <a:xfrm>
              <a:off x="2996879" y="0"/>
              <a:ext cx="3001030" cy="109728"/>
              <a:chOff x="0" y="0"/>
              <a:chExt cx="3001030" cy="109728"/>
            </a:xfrm>
          </p:grpSpPr>
          <p:sp>
            <p:nvSpPr>
              <p:cNvPr id="59" name="矩形 58">
                <a:extLst>
                  <a:ext uri="{FF2B5EF4-FFF2-40B4-BE49-F238E27FC236}">
                    <a16:creationId xmlns:a16="http://schemas.microsoft.com/office/drawing/2014/main" id="{6097EA9E-8B54-42AC-80D2-B6776A2377EE}"/>
                  </a:ext>
                </a:extLst>
              </p:cNvPr>
              <p:cNvSpPr/>
              <p:nvPr/>
            </p:nvSpPr>
            <p:spPr>
              <a:xfrm flipV="1">
                <a:off x="0" y="0"/>
                <a:ext cx="1367596" cy="109728"/>
              </a:xfrm>
              <a:prstGeom prst="rect">
                <a:avLst/>
              </a:prstGeom>
              <a:solidFill>
                <a:srgbClr val="062845">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0" name="矩形 59">
                <a:extLst>
                  <a:ext uri="{FF2B5EF4-FFF2-40B4-BE49-F238E27FC236}">
                    <a16:creationId xmlns:a16="http://schemas.microsoft.com/office/drawing/2014/main" id="{BC61B23A-809D-4046-B190-C2DC2D980541}"/>
                  </a:ext>
                </a:extLst>
              </p:cNvPr>
              <p:cNvSpPr/>
              <p:nvPr/>
            </p:nvSpPr>
            <p:spPr>
              <a:xfrm flipV="1">
                <a:off x="1367596" y="0"/>
                <a:ext cx="1633434" cy="109728"/>
              </a:xfrm>
              <a:prstGeom prst="rect">
                <a:avLst/>
              </a:prstGeom>
              <a:solidFill>
                <a:srgbClr val="C70E23">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35" name="组合 34">
              <a:extLst>
                <a:ext uri="{FF2B5EF4-FFF2-40B4-BE49-F238E27FC236}">
                  <a16:creationId xmlns:a16="http://schemas.microsoft.com/office/drawing/2014/main" id="{B42AC855-DEBE-444F-9CA9-05872B6FCD66}"/>
                </a:ext>
              </a:extLst>
            </p:cNvPr>
            <p:cNvGrpSpPr/>
            <p:nvPr/>
          </p:nvGrpSpPr>
          <p:grpSpPr>
            <a:xfrm>
              <a:off x="-4151" y="6748272"/>
              <a:ext cx="3001030" cy="109728"/>
              <a:chOff x="0" y="0"/>
              <a:chExt cx="3001030" cy="109728"/>
            </a:xfrm>
          </p:grpSpPr>
          <p:sp>
            <p:nvSpPr>
              <p:cNvPr id="57" name="矩形 56">
                <a:extLst>
                  <a:ext uri="{FF2B5EF4-FFF2-40B4-BE49-F238E27FC236}">
                    <a16:creationId xmlns:a16="http://schemas.microsoft.com/office/drawing/2014/main" id="{9EB930A3-9EF3-4862-9548-B99164F43B1A}"/>
                  </a:ext>
                </a:extLst>
              </p:cNvPr>
              <p:cNvSpPr/>
              <p:nvPr/>
            </p:nvSpPr>
            <p:spPr>
              <a:xfrm flipV="1">
                <a:off x="0" y="0"/>
                <a:ext cx="1367596" cy="109728"/>
              </a:xfrm>
              <a:prstGeom prst="rect">
                <a:avLst/>
              </a:prstGeom>
              <a:solidFill>
                <a:srgbClr val="062845">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8" name="矩形 57">
                <a:extLst>
                  <a:ext uri="{FF2B5EF4-FFF2-40B4-BE49-F238E27FC236}">
                    <a16:creationId xmlns:a16="http://schemas.microsoft.com/office/drawing/2014/main" id="{A1173D05-1356-4C94-A4A8-90A793D5991B}"/>
                  </a:ext>
                </a:extLst>
              </p:cNvPr>
              <p:cNvSpPr/>
              <p:nvPr/>
            </p:nvSpPr>
            <p:spPr>
              <a:xfrm flipV="1">
                <a:off x="1367596" y="0"/>
                <a:ext cx="1633434" cy="109728"/>
              </a:xfrm>
              <a:prstGeom prst="rect">
                <a:avLst/>
              </a:prstGeom>
              <a:solidFill>
                <a:srgbClr val="C70E23">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36" name="组合 35">
              <a:extLst>
                <a:ext uri="{FF2B5EF4-FFF2-40B4-BE49-F238E27FC236}">
                  <a16:creationId xmlns:a16="http://schemas.microsoft.com/office/drawing/2014/main" id="{E81EE573-3F3B-4B3A-B8B4-9F1FA0D204DB}"/>
                </a:ext>
              </a:extLst>
            </p:cNvPr>
            <p:cNvGrpSpPr/>
            <p:nvPr/>
          </p:nvGrpSpPr>
          <p:grpSpPr>
            <a:xfrm>
              <a:off x="5993758" y="6748272"/>
              <a:ext cx="3001030" cy="109728"/>
              <a:chOff x="0" y="0"/>
              <a:chExt cx="3001030" cy="109728"/>
            </a:xfrm>
          </p:grpSpPr>
          <p:sp>
            <p:nvSpPr>
              <p:cNvPr id="55" name="矩形 54">
                <a:extLst>
                  <a:ext uri="{FF2B5EF4-FFF2-40B4-BE49-F238E27FC236}">
                    <a16:creationId xmlns:a16="http://schemas.microsoft.com/office/drawing/2014/main" id="{19925D33-D687-4C74-8237-E06E137C94CB}"/>
                  </a:ext>
                </a:extLst>
              </p:cNvPr>
              <p:cNvSpPr/>
              <p:nvPr/>
            </p:nvSpPr>
            <p:spPr>
              <a:xfrm flipV="1">
                <a:off x="0" y="0"/>
                <a:ext cx="1367596" cy="109728"/>
              </a:xfrm>
              <a:prstGeom prst="rect">
                <a:avLst/>
              </a:prstGeom>
              <a:solidFill>
                <a:srgbClr val="062845">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6" name="矩形 55">
                <a:extLst>
                  <a:ext uri="{FF2B5EF4-FFF2-40B4-BE49-F238E27FC236}">
                    <a16:creationId xmlns:a16="http://schemas.microsoft.com/office/drawing/2014/main" id="{3CBE44DB-5ACB-42AC-9CFD-2AF4625361ED}"/>
                  </a:ext>
                </a:extLst>
              </p:cNvPr>
              <p:cNvSpPr/>
              <p:nvPr/>
            </p:nvSpPr>
            <p:spPr>
              <a:xfrm flipV="1">
                <a:off x="1367596" y="0"/>
                <a:ext cx="1633434" cy="109728"/>
              </a:xfrm>
              <a:prstGeom prst="rect">
                <a:avLst/>
              </a:prstGeom>
              <a:solidFill>
                <a:srgbClr val="C70E23">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37" name="组合 36">
              <a:extLst>
                <a:ext uri="{FF2B5EF4-FFF2-40B4-BE49-F238E27FC236}">
                  <a16:creationId xmlns:a16="http://schemas.microsoft.com/office/drawing/2014/main" id="{FDF63CFB-264B-4D7B-B45F-DA8126919B1F}"/>
                </a:ext>
              </a:extLst>
            </p:cNvPr>
            <p:cNvGrpSpPr/>
            <p:nvPr/>
          </p:nvGrpSpPr>
          <p:grpSpPr>
            <a:xfrm>
              <a:off x="2992728" y="6748272"/>
              <a:ext cx="3001030" cy="109728"/>
              <a:chOff x="0" y="0"/>
              <a:chExt cx="3001030" cy="109728"/>
            </a:xfrm>
          </p:grpSpPr>
          <p:sp>
            <p:nvSpPr>
              <p:cNvPr id="53" name="矩形 52">
                <a:extLst>
                  <a:ext uri="{FF2B5EF4-FFF2-40B4-BE49-F238E27FC236}">
                    <a16:creationId xmlns:a16="http://schemas.microsoft.com/office/drawing/2014/main" id="{7115DB29-DEC5-412E-9649-C7D792823956}"/>
                  </a:ext>
                </a:extLst>
              </p:cNvPr>
              <p:cNvSpPr/>
              <p:nvPr/>
            </p:nvSpPr>
            <p:spPr>
              <a:xfrm flipV="1">
                <a:off x="0" y="0"/>
                <a:ext cx="1367596" cy="109728"/>
              </a:xfrm>
              <a:prstGeom prst="rect">
                <a:avLst/>
              </a:prstGeom>
              <a:solidFill>
                <a:srgbClr val="062845">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4" name="矩形 53">
                <a:extLst>
                  <a:ext uri="{FF2B5EF4-FFF2-40B4-BE49-F238E27FC236}">
                    <a16:creationId xmlns:a16="http://schemas.microsoft.com/office/drawing/2014/main" id="{CE65F1E4-22B4-404B-8CBE-2D35CF9CA33D}"/>
                  </a:ext>
                </a:extLst>
              </p:cNvPr>
              <p:cNvSpPr/>
              <p:nvPr/>
            </p:nvSpPr>
            <p:spPr>
              <a:xfrm flipV="1">
                <a:off x="1367596" y="0"/>
                <a:ext cx="1633434" cy="109728"/>
              </a:xfrm>
              <a:prstGeom prst="rect">
                <a:avLst/>
              </a:prstGeom>
              <a:solidFill>
                <a:srgbClr val="C70E23">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38" name="组合 37">
              <a:extLst>
                <a:ext uri="{FF2B5EF4-FFF2-40B4-BE49-F238E27FC236}">
                  <a16:creationId xmlns:a16="http://schemas.microsoft.com/office/drawing/2014/main" id="{FFF88403-06BE-4F06-A757-05F063CE0BFD}"/>
                </a:ext>
              </a:extLst>
            </p:cNvPr>
            <p:cNvGrpSpPr/>
            <p:nvPr/>
          </p:nvGrpSpPr>
          <p:grpSpPr>
            <a:xfrm>
              <a:off x="8994788" y="6748272"/>
              <a:ext cx="3197212" cy="109728"/>
              <a:chOff x="0" y="0"/>
              <a:chExt cx="3001030" cy="109728"/>
            </a:xfrm>
          </p:grpSpPr>
          <p:sp>
            <p:nvSpPr>
              <p:cNvPr id="51" name="矩形 50">
                <a:extLst>
                  <a:ext uri="{FF2B5EF4-FFF2-40B4-BE49-F238E27FC236}">
                    <a16:creationId xmlns:a16="http://schemas.microsoft.com/office/drawing/2014/main" id="{52635464-5F6B-41D7-BA9B-DA9B00ED4DC0}"/>
                  </a:ext>
                </a:extLst>
              </p:cNvPr>
              <p:cNvSpPr/>
              <p:nvPr/>
            </p:nvSpPr>
            <p:spPr>
              <a:xfrm flipV="1">
                <a:off x="0" y="0"/>
                <a:ext cx="1367596" cy="109728"/>
              </a:xfrm>
              <a:prstGeom prst="rect">
                <a:avLst/>
              </a:prstGeom>
              <a:solidFill>
                <a:srgbClr val="062845">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2" name="矩形 51">
                <a:extLst>
                  <a:ext uri="{FF2B5EF4-FFF2-40B4-BE49-F238E27FC236}">
                    <a16:creationId xmlns:a16="http://schemas.microsoft.com/office/drawing/2014/main" id="{7AC6131C-0513-423D-87F8-0B8E350BB87E}"/>
                  </a:ext>
                </a:extLst>
              </p:cNvPr>
              <p:cNvSpPr/>
              <p:nvPr/>
            </p:nvSpPr>
            <p:spPr>
              <a:xfrm flipV="1">
                <a:off x="1367596" y="0"/>
                <a:ext cx="1633434" cy="109728"/>
              </a:xfrm>
              <a:prstGeom prst="rect">
                <a:avLst/>
              </a:prstGeom>
              <a:solidFill>
                <a:srgbClr val="C70E23">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39" name="组合 38">
              <a:extLst>
                <a:ext uri="{FF2B5EF4-FFF2-40B4-BE49-F238E27FC236}">
                  <a16:creationId xmlns:a16="http://schemas.microsoft.com/office/drawing/2014/main" id="{AF28E9FE-8D74-4FE1-8AED-32F676E6807E}"/>
                </a:ext>
              </a:extLst>
            </p:cNvPr>
            <p:cNvGrpSpPr/>
            <p:nvPr/>
          </p:nvGrpSpPr>
          <p:grpSpPr>
            <a:xfrm rot="16200000">
              <a:off x="-1543742" y="1653470"/>
              <a:ext cx="3197212" cy="109728"/>
              <a:chOff x="0" y="0"/>
              <a:chExt cx="3001030" cy="109728"/>
            </a:xfrm>
          </p:grpSpPr>
          <p:sp>
            <p:nvSpPr>
              <p:cNvPr id="49" name="矩形 48">
                <a:extLst>
                  <a:ext uri="{FF2B5EF4-FFF2-40B4-BE49-F238E27FC236}">
                    <a16:creationId xmlns:a16="http://schemas.microsoft.com/office/drawing/2014/main" id="{30C6AB88-9A24-42C6-9D46-28F7085446AC}"/>
                  </a:ext>
                </a:extLst>
              </p:cNvPr>
              <p:cNvSpPr/>
              <p:nvPr/>
            </p:nvSpPr>
            <p:spPr>
              <a:xfrm flipV="1">
                <a:off x="0" y="0"/>
                <a:ext cx="1367596" cy="109728"/>
              </a:xfrm>
              <a:prstGeom prst="rect">
                <a:avLst/>
              </a:prstGeom>
              <a:solidFill>
                <a:srgbClr val="062845">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0" name="矩形 49">
                <a:extLst>
                  <a:ext uri="{FF2B5EF4-FFF2-40B4-BE49-F238E27FC236}">
                    <a16:creationId xmlns:a16="http://schemas.microsoft.com/office/drawing/2014/main" id="{CA0E3D73-D9CF-4CC4-AD94-B90068683CB4}"/>
                  </a:ext>
                </a:extLst>
              </p:cNvPr>
              <p:cNvSpPr/>
              <p:nvPr/>
            </p:nvSpPr>
            <p:spPr>
              <a:xfrm flipV="1">
                <a:off x="1367596" y="0"/>
                <a:ext cx="1633434" cy="109728"/>
              </a:xfrm>
              <a:prstGeom prst="rect">
                <a:avLst/>
              </a:prstGeom>
              <a:solidFill>
                <a:srgbClr val="C70E23">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40" name="组合 39">
              <a:extLst>
                <a:ext uri="{FF2B5EF4-FFF2-40B4-BE49-F238E27FC236}">
                  <a16:creationId xmlns:a16="http://schemas.microsoft.com/office/drawing/2014/main" id="{2C5EC10F-BB10-4283-A0D8-C0382A3D910A}"/>
                </a:ext>
              </a:extLst>
            </p:cNvPr>
            <p:cNvGrpSpPr/>
            <p:nvPr/>
          </p:nvGrpSpPr>
          <p:grpSpPr>
            <a:xfrm rot="16200000">
              <a:off x="-1667877" y="4970666"/>
              <a:ext cx="3441332" cy="113879"/>
              <a:chOff x="0" y="0"/>
              <a:chExt cx="3001030" cy="109728"/>
            </a:xfrm>
          </p:grpSpPr>
          <p:sp>
            <p:nvSpPr>
              <p:cNvPr id="47" name="矩形 46">
                <a:extLst>
                  <a:ext uri="{FF2B5EF4-FFF2-40B4-BE49-F238E27FC236}">
                    <a16:creationId xmlns:a16="http://schemas.microsoft.com/office/drawing/2014/main" id="{65D8CC88-1D7D-4C1F-9132-DE1BAB80CC0E}"/>
                  </a:ext>
                </a:extLst>
              </p:cNvPr>
              <p:cNvSpPr/>
              <p:nvPr/>
            </p:nvSpPr>
            <p:spPr>
              <a:xfrm flipV="1">
                <a:off x="0" y="0"/>
                <a:ext cx="1367596" cy="109728"/>
              </a:xfrm>
              <a:prstGeom prst="rect">
                <a:avLst/>
              </a:prstGeom>
              <a:solidFill>
                <a:srgbClr val="062845">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8" name="矩形 47">
                <a:extLst>
                  <a:ext uri="{FF2B5EF4-FFF2-40B4-BE49-F238E27FC236}">
                    <a16:creationId xmlns:a16="http://schemas.microsoft.com/office/drawing/2014/main" id="{E94C685D-1016-4F82-8F89-3566D6AF532C}"/>
                  </a:ext>
                </a:extLst>
              </p:cNvPr>
              <p:cNvSpPr/>
              <p:nvPr/>
            </p:nvSpPr>
            <p:spPr>
              <a:xfrm flipV="1">
                <a:off x="1367596" y="0"/>
                <a:ext cx="1633434" cy="109728"/>
              </a:xfrm>
              <a:prstGeom prst="rect">
                <a:avLst/>
              </a:prstGeom>
              <a:solidFill>
                <a:srgbClr val="C70E23">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41" name="组合 40">
              <a:extLst>
                <a:ext uri="{FF2B5EF4-FFF2-40B4-BE49-F238E27FC236}">
                  <a16:creationId xmlns:a16="http://schemas.microsoft.com/office/drawing/2014/main" id="{94B7C6C2-520A-49A1-9FA3-162BC81CCFD1}"/>
                </a:ext>
              </a:extLst>
            </p:cNvPr>
            <p:cNvGrpSpPr/>
            <p:nvPr/>
          </p:nvGrpSpPr>
          <p:grpSpPr>
            <a:xfrm rot="16200000">
              <a:off x="10538530" y="1653470"/>
              <a:ext cx="3197212" cy="109728"/>
              <a:chOff x="0" y="0"/>
              <a:chExt cx="3001030" cy="109728"/>
            </a:xfrm>
          </p:grpSpPr>
          <p:sp>
            <p:nvSpPr>
              <p:cNvPr id="45" name="矩形 44">
                <a:extLst>
                  <a:ext uri="{FF2B5EF4-FFF2-40B4-BE49-F238E27FC236}">
                    <a16:creationId xmlns:a16="http://schemas.microsoft.com/office/drawing/2014/main" id="{2506B37B-C6A5-4B97-ACB9-CC1808F38B35}"/>
                  </a:ext>
                </a:extLst>
              </p:cNvPr>
              <p:cNvSpPr/>
              <p:nvPr/>
            </p:nvSpPr>
            <p:spPr>
              <a:xfrm flipV="1">
                <a:off x="0" y="0"/>
                <a:ext cx="1367596" cy="109728"/>
              </a:xfrm>
              <a:prstGeom prst="rect">
                <a:avLst/>
              </a:prstGeom>
              <a:solidFill>
                <a:srgbClr val="062845">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6" name="矩形 45">
                <a:extLst>
                  <a:ext uri="{FF2B5EF4-FFF2-40B4-BE49-F238E27FC236}">
                    <a16:creationId xmlns:a16="http://schemas.microsoft.com/office/drawing/2014/main" id="{66D06482-6CC1-4BB1-AD0F-C4A3312D2A85}"/>
                  </a:ext>
                </a:extLst>
              </p:cNvPr>
              <p:cNvSpPr/>
              <p:nvPr/>
            </p:nvSpPr>
            <p:spPr>
              <a:xfrm flipV="1">
                <a:off x="1367596" y="0"/>
                <a:ext cx="1633434" cy="109728"/>
              </a:xfrm>
              <a:prstGeom prst="rect">
                <a:avLst/>
              </a:prstGeom>
              <a:solidFill>
                <a:srgbClr val="C70E23">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42" name="组合 41">
              <a:extLst>
                <a:ext uri="{FF2B5EF4-FFF2-40B4-BE49-F238E27FC236}">
                  <a16:creationId xmlns:a16="http://schemas.microsoft.com/office/drawing/2014/main" id="{901AE102-8A84-4533-A6BE-C7FD7ECE4E7D}"/>
                </a:ext>
              </a:extLst>
            </p:cNvPr>
            <p:cNvGrpSpPr/>
            <p:nvPr/>
          </p:nvGrpSpPr>
          <p:grpSpPr>
            <a:xfrm rot="16200000">
              <a:off x="10414395" y="4970666"/>
              <a:ext cx="3441332" cy="113879"/>
              <a:chOff x="0" y="0"/>
              <a:chExt cx="3001030" cy="109728"/>
            </a:xfrm>
          </p:grpSpPr>
          <p:sp>
            <p:nvSpPr>
              <p:cNvPr id="43" name="矩形 42">
                <a:extLst>
                  <a:ext uri="{FF2B5EF4-FFF2-40B4-BE49-F238E27FC236}">
                    <a16:creationId xmlns:a16="http://schemas.microsoft.com/office/drawing/2014/main" id="{188120D6-2C79-43F1-A398-21DA34F11A8B}"/>
                  </a:ext>
                </a:extLst>
              </p:cNvPr>
              <p:cNvSpPr/>
              <p:nvPr/>
            </p:nvSpPr>
            <p:spPr>
              <a:xfrm flipV="1">
                <a:off x="0" y="0"/>
                <a:ext cx="1367596" cy="109728"/>
              </a:xfrm>
              <a:prstGeom prst="rect">
                <a:avLst/>
              </a:prstGeom>
              <a:solidFill>
                <a:srgbClr val="062845">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4" name="矩形 43">
                <a:extLst>
                  <a:ext uri="{FF2B5EF4-FFF2-40B4-BE49-F238E27FC236}">
                    <a16:creationId xmlns:a16="http://schemas.microsoft.com/office/drawing/2014/main" id="{BD10300B-17FF-4AB7-ABEF-C72F48AA6C7C}"/>
                  </a:ext>
                </a:extLst>
              </p:cNvPr>
              <p:cNvSpPr/>
              <p:nvPr/>
            </p:nvSpPr>
            <p:spPr>
              <a:xfrm flipV="1">
                <a:off x="1367596" y="0"/>
                <a:ext cx="1633434" cy="109728"/>
              </a:xfrm>
              <a:prstGeom prst="rect">
                <a:avLst/>
              </a:prstGeom>
              <a:solidFill>
                <a:srgbClr val="C70E23">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pic>
        <p:nvPicPr>
          <p:cNvPr id="68" name="图片 67">
            <a:extLst>
              <a:ext uri="{FF2B5EF4-FFF2-40B4-BE49-F238E27FC236}">
                <a16:creationId xmlns:a16="http://schemas.microsoft.com/office/drawing/2014/main" id="{2006B894-5916-47F1-89DC-DA6C4124723E}"/>
              </a:ext>
            </a:extLst>
          </p:cNvPr>
          <p:cNvPicPr>
            <a:picLocks noChangeAspect="1"/>
          </p:cNvPicPr>
          <p:nvPr/>
        </p:nvPicPr>
        <p:blipFill>
          <a:blip r:embed="rId5" cstate="print">
            <a:duotone>
              <a:prstClr val="black"/>
              <a:srgbClr val="38536A">
                <a:tint val="45000"/>
                <a:satMod val="400000"/>
              </a:srgbClr>
            </a:duotone>
            <a:extLst>
              <a:ext uri="{28A0092B-C50C-407E-A947-70E740481C1C}">
                <a14:useLocalDpi xmlns:a14="http://schemas.microsoft.com/office/drawing/2010/main" val="0"/>
              </a:ext>
            </a:extLst>
          </a:blip>
          <a:stretch>
            <a:fillRect/>
          </a:stretch>
        </p:blipFill>
        <p:spPr>
          <a:xfrm>
            <a:off x="6194092" y="3007173"/>
            <a:ext cx="5301002" cy="145020"/>
          </a:xfrm>
          <a:prstGeom prst="rect">
            <a:avLst/>
          </a:prstGeom>
        </p:spPr>
      </p:pic>
      <p:sp>
        <p:nvSpPr>
          <p:cNvPr id="69" name="TextBox 47">
            <a:extLst>
              <a:ext uri="{FF2B5EF4-FFF2-40B4-BE49-F238E27FC236}">
                <a16:creationId xmlns:a16="http://schemas.microsoft.com/office/drawing/2014/main" id="{26CADA55-3A56-4401-A04C-B9B5C4CA4B6D}"/>
              </a:ext>
            </a:extLst>
          </p:cNvPr>
          <p:cNvSpPr txBox="1"/>
          <p:nvPr/>
        </p:nvSpPr>
        <p:spPr>
          <a:xfrm>
            <a:off x="6606855" y="2470556"/>
            <a:ext cx="5112568" cy="523220"/>
          </a:xfrm>
          <a:prstGeom prst="rect">
            <a:avLst/>
          </a:prstGeom>
          <a:noFill/>
        </p:spPr>
        <p:txBody>
          <a:bodyPr wrap="square" rtlCol="0">
            <a:spAutoFit/>
          </a:bodyPr>
          <a:lstStyle>
            <a:defPPr>
              <a:defRPr lang="zh-CN"/>
            </a:defPPr>
            <a:lvl1pPr>
              <a:defRPr sz="2800">
                <a:solidFill>
                  <a:schemeClr val="accent1"/>
                </a:solidFill>
                <a:latin typeface="微软雅黑" panose="020B0503020204020204" pitchFamily="34" charset="-122"/>
                <a:ea typeface="微软雅黑" panose="020B0503020204020204" pitchFamily="34" charset="-122"/>
              </a:defRPr>
            </a:lvl1pPr>
          </a:lstStyle>
          <a:p>
            <a:r>
              <a:rPr lang="zh-CN" altLang="en-US" dirty="0">
                <a:solidFill>
                  <a:srgbClr val="484848"/>
                </a:solidFill>
                <a:latin typeface="+mn-lt"/>
                <a:ea typeface="+mn-ea"/>
                <a:cs typeface="+mn-ea"/>
                <a:sym typeface="+mn-lt"/>
              </a:rPr>
              <a:t>绪 论</a:t>
            </a:r>
          </a:p>
        </p:txBody>
      </p:sp>
      <p:sp>
        <p:nvSpPr>
          <p:cNvPr id="70" name="TextBox 48">
            <a:extLst>
              <a:ext uri="{FF2B5EF4-FFF2-40B4-BE49-F238E27FC236}">
                <a16:creationId xmlns:a16="http://schemas.microsoft.com/office/drawing/2014/main" id="{E9B1265E-3727-45A0-B490-ECF9E1E35017}"/>
              </a:ext>
            </a:extLst>
          </p:cNvPr>
          <p:cNvSpPr txBox="1"/>
          <p:nvPr/>
        </p:nvSpPr>
        <p:spPr>
          <a:xfrm>
            <a:off x="6606855" y="3531990"/>
            <a:ext cx="5112568" cy="523220"/>
          </a:xfrm>
          <a:prstGeom prst="rect">
            <a:avLst/>
          </a:prstGeom>
          <a:noFill/>
        </p:spPr>
        <p:txBody>
          <a:bodyPr wrap="square" rtlCol="0">
            <a:spAutoFit/>
          </a:bodyPr>
          <a:lstStyle>
            <a:defPPr>
              <a:defRPr lang="zh-CN"/>
            </a:defPPr>
            <a:lvl1pPr>
              <a:defRPr sz="3200">
                <a:latin typeface="微软雅黑" panose="020B0503020204020204" pitchFamily="34" charset="-122"/>
                <a:ea typeface="微软雅黑" panose="020B0503020204020204" pitchFamily="34" charset="-122"/>
              </a:defRPr>
            </a:lvl1pPr>
          </a:lstStyle>
          <a:p>
            <a:r>
              <a:rPr lang="zh-CN" altLang="en-US" sz="2800" dirty="0">
                <a:solidFill>
                  <a:srgbClr val="484848"/>
                </a:solidFill>
                <a:latin typeface="+mn-lt"/>
                <a:ea typeface="+mn-ea"/>
                <a:cs typeface="+mn-ea"/>
                <a:sym typeface="+mn-lt"/>
              </a:rPr>
              <a:t>研究思路与方法</a:t>
            </a:r>
          </a:p>
        </p:txBody>
      </p:sp>
      <p:sp>
        <p:nvSpPr>
          <p:cNvPr id="71" name="TextBox 55">
            <a:extLst>
              <a:ext uri="{FF2B5EF4-FFF2-40B4-BE49-F238E27FC236}">
                <a16:creationId xmlns:a16="http://schemas.microsoft.com/office/drawing/2014/main" id="{D21FEEF9-2C0F-4D68-B885-B5BAB6223F28}"/>
              </a:ext>
            </a:extLst>
          </p:cNvPr>
          <p:cNvSpPr txBox="1"/>
          <p:nvPr/>
        </p:nvSpPr>
        <p:spPr>
          <a:xfrm>
            <a:off x="6606855" y="4593424"/>
            <a:ext cx="5112568" cy="523220"/>
          </a:xfrm>
          <a:prstGeom prst="rect">
            <a:avLst/>
          </a:prstGeom>
          <a:noFill/>
        </p:spPr>
        <p:txBody>
          <a:bodyPr wrap="square" rtlCol="0">
            <a:spAutoFit/>
          </a:bodyPr>
          <a:lstStyle>
            <a:defPPr>
              <a:defRPr lang="zh-CN"/>
            </a:defPPr>
            <a:lvl1pPr>
              <a:defRPr sz="3200">
                <a:latin typeface="微软雅黑" panose="020B0503020204020204" pitchFamily="34" charset="-122"/>
                <a:ea typeface="微软雅黑" panose="020B0503020204020204" pitchFamily="34" charset="-122"/>
              </a:defRPr>
            </a:lvl1pPr>
          </a:lstStyle>
          <a:p>
            <a:r>
              <a:rPr lang="zh-CN" altLang="en-US" sz="2800" dirty="0">
                <a:solidFill>
                  <a:srgbClr val="484848"/>
                </a:solidFill>
                <a:latin typeface="+mn-lt"/>
                <a:ea typeface="+mn-ea"/>
                <a:cs typeface="+mn-ea"/>
                <a:sym typeface="+mn-lt"/>
              </a:rPr>
              <a:t>关键技术和实践难点</a:t>
            </a:r>
          </a:p>
        </p:txBody>
      </p:sp>
      <p:pic>
        <p:nvPicPr>
          <p:cNvPr id="75" name="图片 74">
            <a:extLst>
              <a:ext uri="{FF2B5EF4-FFF2-40B4-BE49-F238E27FC236}">
                <a16:creationId xmlns:a16="http://schemas.microsoft.com/office/drawing/2014/main" id="{E2EC31BA-59A5-4D5D-A31F-22674FB77FB1}"/>
              </a:ext>
            </a:extLst>
          </p:cNvPr>
          <p:cNvPicPr>
            <a:picLocks noChangeAspect="1"/>
          </p:cNvPicPr>
          <p:nvPr/>
        </p:nvPicPr>
        <p:blipFill>
          <a:blip r:embed="rId5" cstate="print">
            <a:duotone>
              <a:prstClr val="black"/>
              <a:schemeClr val="tx2">
                <a:tint val="45000"/>
                <a:satMod val="400000"/>
              </a:schemeClr>
            </a:duotone>
            <a:extLst>
              <a:ext uri="{28A0092B-C50C-407E-A947-70E740481C1C}">
                <a14:useLocalDpi xmlns:a14="http://schemas.microsoft.com/office/drawing/2010/main" val="0"/>
              </a:ext>
            </a:extLst>
          </a:blip>
          <a:stretch>
            <a:fillRect/>
          </a:stretch>
        </p:blipFill>
        <p:spPr>
          <a:xfrm>
            <a:off x="6194092" y="4080352"/>
            <a:ext cx="5301002" cy="145020"/>
          </a:xfrm>
          <a:prstGeom prst="rect">
            <a:avLst/>
          </a:prstGeom>
        </p:spPr>
      </p:pic>
      <p:pic>
        <p:nvPicPr>
          <p:cNvPr id="76" name="图片 75">
            <a:extLst>
              <a:ext uri="{FF2B5EF4-FFF2-40B4-BE49-F238E27FC236}">
                <a16:creationId xmlns:a16="http://schemas.microsoft.com/office/drawing/2014/main" id="{285F13D0-27DF-43E2-93D4-5FD6D718AA36}"/>
              </a:ext>
            </a:extLst>
          </p:cNvPr>
          <p:cNvPicPr>
            <a:picLocks noChangeAspect="1"/>
          </p:cNvPicPr>
          <p:nvPr/>
        </p:nvPicPr>
        <p:blipFill>
          <a:blip r:embed="rId5" cstate="print">
            <a:duotone>
              <a:prstClr val="black"/>
              <a:schemeClr val="tx2">
                <a:tint val="45000"/>
                <a:satMod val="400000"/>
              </a:schemeClr>
            </a:duotone>
            <a:extLst>
              <a:ext uri="{28A0092B-C50C-407E-A947-70E740481C1C}">
                <a14:useLocalDpi xmlns:a14="http://schemas.microsoft.com/office/drawing/2010/main" val="0"/>
              </a:ext>
            </a:extLst>
          </a:blip>
          <a:stretch>
            <a:fillRect/>
          </a:stretch>
        </p:blipFill>
        <p:spPr>
          <a:xfrm>
            <a:off x="6194092" y="5153532"/>
            <a:ext cx="5301002" cy="145020"/>
          </a:xfrm>
          <a:prstGeom prst="rect">
            <a:avLst/>
          </a:prstGeom>
        </p:spPr>
      </p:pic>
    </p:spTree>
    <p:extLst>
      <p:ext uri="{BB962C8B-B14F-4D97-AF65-F5344CB8AC3E}">
        <p14:creationId xmlns:p14="http://schemas.microsoft.com/office/powerpoint/2010/main" val="915386584"/>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nodeType="after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wheel(1)">
                                      <p:cBhvr>
                                        <p:cTn id="7" dur="2000"/>
                                        <p:tgtEl>
                                          <p:spTgt spid="30"/>
                                        </p:tgtEl>
                                      </p:cBhvr>
                                    </p:animEffect>
                                  </p:childTnLst>
                                </p:cTn>
                              </p:par>
                            </p:childTnLst>
                          </p:cTn>
                        </p:par>
                        <p:par>
                          <p:cTn id="8" fill="hold">
                            <p:stCondLst>
                              <p:cond delay="2000"/>
                            </p:stCondLst>
                            <p:childTnLst>
                              <p:par>
                                <p:cTn id="9" presetID="53" presetClass="entr" presetSubtype="16"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p:cTn id="11" dur="500" fill="hold"/>
                                        <p:tgtEl>
                                          <p:spTgt spid="4"/>
                                        </p:tgtEl>
                                        <p:attrNameLst>
                                          <p:attrName>ppt_w</p:attrName>
                                        </p:attrNameLst>
                                      </p:cBhvr>
                                      <p:tavLst>
                                        <p:tav tm="0">
                                          <p:val>
                                            <p:fltVal val="0"/>
                                          </p:val>
                                        </p:tav>
                                        <p:tav tm="100000">
                                          <p:val>
                                            <p:strVal val="#ppt_w"/>
                                          </p:val>
                                        </p:tav>
                                      </p:tavLst>
                                    </p:anim>
                                    <p:anim calcmode="lin" valueType="num">
                                      <p:cBhvr>
                                        <p:cTn id="12" dur="500" fill="hold"/>
                                        <p:tgtEl>
                                          <p:spTgt spid="4"/>
                                        </p:tgtEl>
                                        <p:attrNameLst>
                                          <p:attrName>ppt_h</p:attrName>
                                        </p:attrNameLst>
                                      </p:cBhvr>
                                      <p:tavLst>
                                        <p:tav tm="0">
                                          <p:val>
                                            <p:fltVal val="0"/>
                                          </p:val>
                                        </p:tav>
                                        <p:tav tm="100000">
                                          <p:val>
                                            <p:strVal val="#ppt_h"/>
                                          </p:val>
                                        </p:tav>
                                      </p:tavLst>
                                    </p:anim>
                                    <p:animEffect transition="in" filter="fade">
                                      <p:cBhvr>
                                        <p:cTn id="13" dur="500"/>
                                        <p:tgtEl>
                                          <p:spTgt spid="4"/>
                                        </p:tgtEl>
                                      </p:cBhvr>
                                    </p:animEffect>
                                  </p:childTnLst>
                                </p:cTn>
                              </p:par>
                            </p:childTnLst>
                          </p:cTn>
                        </p:par>
                        <p:par>
                          <p:cTn id="14" fill="hold">
                            <p:stCondLst>
                              <p:cond delay="2500"/>
                            </p:stCondLst>
                            <p:childTnLst>
                              <p:par>
                                <p:cTn id="15" presetID="41" presetClass="entr" presetSubtype="0" fill="hold" grpId="0" nodeType="afterEffect">
                                  <p:stCondLst>
                                    <p:cond delay="0"/>
                                  </p:stCondLst>
                                  <p:iterate type="lt">
                                    <p:tmPct val="10000"/>
                                  </p:iterate>
                                  <p:childTnLst>
                                    <p:set>
                                      <p:cBhvr>
                                        <p:cTn id="16" dur="1" fill="hold">
                                          <p:stCondLst>
                                            <p:cond delay="0"/>
                                          </p:stCondLst>
                                        </p:cTn>
                                        <p:tgtEl>
                                          <p:spTgt spid="5"/>
                                        </p:tgtEl>
                                        <p:attrNameLst>
                                          <p:attrName>style.visibility</p:attrName>
                                        </p:attrNameLst>
                                      </p:cBhvr>
                                      <p:to>
                                        <p:strVal val="visible"/>
                                      </p:to>
                                    </p:set>
                                    <p:anim calcmode="lin" valueType="num">
                                      <p:cBhvr>
                                        <p:cTn id="17" dur="500" fill="hold"/>
                                        <p:tgtEl>
                                          <p:spTgt spid="5"/>
                                        </p:tgtEl>
                                        <p:attrNameLst>
                                          <p:attrName>ppt_x</p:attrName>
                                        </p:attrNameLst>
                                      </p:cBhvr>
                                      <p:tavLst>
                                        <p:tav tm="0">
                                          <p:val>
                                            <p:strVal val="#ppt_x"/>
                                          </p:val>
                                        </p:tav>
                                        <p:tav tm="50000">
                                          <p:val>
                                            <p:strVal val="#ppt_x+.1"/>
                                          </p:val>
                                        </p:tav>
                                        <p:tav tm="100000">
                                          <p:val>
                                            <p:strVal val="#ppt_x"/>
                                          </p:val>
                                        </p:tav>
                                      </p:tavLst>
                                    </p:anim>
                                    <p:anim calcmode="lin" valueType="num">
                                      <p:cBhvr>
                                        <p:cTn id="18" dur="500" fill="hold"/>
                                        <p:tgtEl>
                                          <p:spTgt spid="5"/>
                                        </p:tgtEl>
                                        <p:attrNameLst>
                                          <p:attrName>ppt_y</p:attrName>
                                        </p:attrNameLst>
                                      </p:cBhvr>
                                      <p:tavLst>
                                        <p:tav tm="0">
                                          <p:val>
                                            <p:strVal val="#ppt_y"/>
                                          </p:val>
                                        </p:tav>
                                        <p:tav tm="100000">
                                          <p:val>
                                            <p:strVal val="#ppt_y"/>
                                          </p:val>
                                        </p:tav>
                                      </p:tavLst>
                                    </p:anim>
                                    <p:anim calcmode="lin" valueType="num">
                                      <p:cBhvr>
                                        <p:cTn id="19" dur="500" fill="hold"/>
                                        <p:tgtEl>
                                          <p:spTgt spid="5"/>
                                        </p:tgtEl>
                                        <p:attrNameLst>
                                          <p:attrName>ppt_h</p:attrName>
                                        </p:attrNameLst>
                                      </p:cBhvr>
                                      <p:tavLst>
                                        <p:tav tm="0">
                                          <p:val>
                                            <p:strVal val="#ppt_h/10"/>
                                          </p:val>
                                        </p:tav>
                                        <p:tav tm="50000">
                                          <p:val>
                                            <p:strVal val="#ppt_h+.01"/>
                                          </p:val>
                                        </p:tav>
                                        <p:tav tm="100000">
                                          <p:val>
                                            <p:strVal val="#ppt_h"/>
                                          </p:val>
                                        </p:tav>
                                      </p:tavLst>
                                    </p:anim>
                                    <p:anim calcmode="lin" valueType="num">
                                      <p:cBhvr>
                                        <p:cTn id="20" dur="500" fill="hold"/>
                                        <p:tgtEl>
                                          <p:spTgt spid="5"/>
                                        </p:tgtEl>
                                        <p:attrNameLst>
                                          <p:attrName>ppt_w</p:attrName>
                                        </p:attrNameLst>
                                      </p:cBhvr>
                                      <p:tavLst>
                                        <p:tav tm="0">
                                          <p:val>
                                            <p:strVal val="#ppt_w/10"/>
                                          </p:val>
                                        </p:tav>
                                        <p:tav tm="50000">
                                          <p:val>
                                            <p:strVal val="#ppt_w+.01"/>
                                          </p:val>
                                        </p:tav>
                                        <p:tav tm="100000">
                                          <p:val>
                                            <p:strVal val="#ppt_w"/>
                                          </p:val>
                                        </p:tav>
                                      </p:tavLst>
                                    </p:anim>
                                    <p:animEffect transition="in" filter="fade">
                                      <p:cBhvr>
                                        <p:cTn id="21" dur="500" tmFilter="0,0; .5, 1; 1, 1"/>
                                        <p:tgtEl>
                                          <p:spTgt spid="5"/>
                                        </p:tgtEl>
                                      </p:cBhvr>
                                    </p:animEffect>
                                  </p:childTnLst>
                                </p:cTn>
                              </p:par>
                            </p:childTnLst>
                          </p:cTn>
                        </p:par>
                        <p:par>
                          <p:cTn id="22" fill="hold">
                            <p:stCondLst>
                              <p:cond delay="3050"/>
                            </p:stCondLst>
                            <p:childTnLst>
                              <p:par>
                                <p:cTn id="23" presetID="10" presetClass="entr" presetSubtype="0" fill="hold" nodeType="afterEffect">
                                  <p:stCondLst>
                                    <p:cond delay="0"/>
                                  </p:stCondLst>
                                  <p:childTnLst>
                                    <p:set>
                                      <p:cBhvr>
                                        <p:cTn id="24" dur="1" fill="hold">
                                          <p:stCondLst>
                                            <p:cond delay="0"/>
                                          </p:stCondLst>
                                        </p:cTn>
                                        <p:tgtEl>
                                          <p:spTgt spid="24"/>
                                        </p:tgtEl>
                                        <p:attrNameLst>
                                          <p:attrName>style.visibility</p:attrName>
                                        </p:attrNameLst>
                                      </p:cBhvr>
                                      <p:to>
                                        <p:strVal val="visible"/>
                                      </p:to>
                                    </p:set>
                                    <p:animEffect transition="in" filter="fade">
                                      <p:cBhvr>
                                        <p:cTn id="25" dur="500"/>
                                        <p:tgtEl>
                                          <p:spTgt spid="24"/>
                                        </p:tgtEl>
                                      </p:cBhvr>
                                    </p:animEffect>
                                  </p:childTnLst>
                                </p:cTn>
                              </p:par>
                              <p:par>
                                <p:cTn id="26" presetID="22" presetClass="entr" presetSubtype="8" fill="hold" nodeType="withEffect">
                                  <p:stCondLst>
                                    <p:cond delay="0"/>
                                  </p:stCondLst>
                                  <p:childTnLst>
                                    <p:set>
                                      <p:cBhvr>
                                        <p:cTn id="27" dur="1" fill="hold">
                                          <p:stCondLst>
                                            <p:cond delay="0"/>
                                          </p:stCondLst>
                                        </p:cTn>
                                        <p:tgtEl>
                                          <p:spTgt spid="68"/>
                                        </p:tgtEl>
                                        <p:attrNameLst>
                                          <p:attrName>style.visibility</p:attrName>
                                        </p:attrNameLst>
                                      </p:cBhvr>
                                      <p:to>
                                        <p:strVal val="visible"/>
                                      </p:to>
                                    </p:set>
                                    <p:animEffect transition="in" filter="wipe(left)">
                                      <p:cBhvr>
                                        <p:cTn id="28" dur="1000"/>
                                        <p:tgtEl>
                                          <p:spTgt spid="68"/>
                                        </p:tgtEl>
                                      </p:cBhvr>
                                    </p:animEffect>
                                  </p:childTnLst>
                                </p:cTn>
                              </p:par>
                              <p:par>
                                <p:cTn id="29" presetID="63" presetClass="path" presetSubtype="0" accel="50000" decel="50000" fill="hold" nodeType="withEffect">
                                  <p:stCondLst>
                                    <p:cond delay="0"/>
                                  </p:stCondLst>
                                  <p:childTnLst>
                                    <p:animMotion origin="layout" path="M 6.25E-7 4.07407E-6 L 0.47409 4.07407E-6 " pathEditMode="relative" rAng="0" ptsTypes="AA">
                                      <p:cBhvr>
                                        <p:cTn id="30" dur="1000" fill="hold"/>
                                        <p:tgtEl>
                                          <p:spTgt spid="24"/>
                                        </p:tgtEl>
                                        <p:attrNameLst>
                                          <p:attrName>ppt_x</p:attrName>
                                          <p:attrName>ppt_y</p:attrName>
                                        </p:attrNameLst>
                                      </p:cBhvr>
                                      <p:rCtr x="23698" y="0"/>
                                    </p:animMotion>
                                  </p:childTnLst>
                                </p:cTn>
                              </p:par>
                            </p:childTnLst>
                          </p:cTn>
                        </p:par>
                        <p:par>
                          <p:cTn id="31" fill="hold">
                            <p:stCondLst>
                              <p:cond delay="4050"/>
                            </p:stCondLst>
                            <p:childTnLst>
                              <p:par>
                                <p:cTn id="32" presetID="41" presetClass="entr" presetSubtype="0" fill="hold" grpId="0" nodeType="afterEffect">
                                  <p:stCondLst>
                                    <p:cond delay="0"/>
                                  </p:stCondLst>
                                  <p:iterate type="lt">
                                    <p:tmPct val="10000"/>
                                  </p:iterate>
                                  <p:childTnLst>
                                    <p:set>
                                      <p:cBhvr>
                                        <p:cTn id="33" dur="1" fill="hold">
                                          <p:stCondLst>
                                            <p:cond delay="0"/>
                                          </p:stCondLst>
                                        </p:cTn>
                                        <p:tgtEl>
                                          <p:spTgt spid="69"/>
                                        </p:tgtEl>
                                        <p:attrNameLst>
                                          <p:attrName>style.visibility</p:attrName>
                                        </p:attrNameLst>
                                      </p:cBhvr>
                                      <p:to>
                                        <p:strVal val="visible"/>
                                      </p:to>
                                    </p:set>
                                    <p:anim calcmode="lin" valueType="num">
                                      <p:cBhvr>
                                        <p:cTn id="34" dur="500" fill="hold"/>
                                        <p:tgtEl>
                                          <p:spTgt spid="69"/>
                                        </p:tgtEl>
                                        <p:attrNameLst>
                                          <p:attrName>ppt_x</p:attrName>
                                        </p:attrNameLst>
                                      </p:cBhvr>
                                      <p:tavLst>
                                        <p:tav tm="0">
                                          <p:val>
                                            <p:strVal val="#ppt_x"/>
                                          </p:val>
                                        </p:tav>
                                        <p:tav tm="50000">
                                          <p:val>
                                            <p:strVal val="#ppt_x+.1"/>
                                          </p:val>
                                        </p:tav>
                                        <p:tav tm="100000">
                                          <p:val>
                                            <p:strVal val="#ppt_x"/>
                                          </p:val>
                                        </p:tav>
                                      </p:tavLst>
                                    </p:anim>
                                    <p:anim calcmode="lin" valueType="num">
                                      <p:cBhvr>
                                        <p:cTn id="35" dur="500" fill="hold"/>
                                        <p:tgtEl>
                                          <p:spTgt spid="69"/>
                                        </p:tgtEl>
                                        <p:attrNameLst>
                                          <p:attrName>ppt_y</p:attrName>
                                        </p:attrNameLst>
                                      </p:cBhvr>
                                      <p:tavLst>
                                        <p:tav tm="0">
                                          <p:val>
                                            <p:strVal val="#ppt_y"/>
                                          </p:val>
                                        </p:tav>
                                        <p:tav tm="100000">
                                          <p:val>
                                            <p:strVal val="#ppt_y"/>
                                          </p:val>
                                        </p:tav>
                                      </p:tavLst>
                                    </p:anim>
                                    <p:anim calcmode="lin" valueType="num">
                                      <p:cBhvr>
                                        <p:cTn id="36" dur="500" fill="hold"/>
                                        <p:tgtEl>
                                          <p:spTgt spid="69"/>
                                        </p:tgtEl>
                                        <p:attrNameLst>
                                          <p:attrName>ppt_h</p:attrName>
                                        </p:attrNameLst>
                                      </p:cBhvr>
                                      <p:tavLst>
                                        <p:tav tm="0">
                                          <p:val>
                                            <p:strVal val="#ppt_h/10"/>
                                          </p:val>
                                        </p:tav>
                                        <p:tav tm="50000">
                                          <p:val>
                                            <p:strVal val="#ppt_h+.01"/>
                                          </p:val>
                                        </p:tav>
                                        <p:tav tm="100000">
                                          <p:val>
                                            <p:strVal val="#ppt_h"/>
                                          </p:val>
                                        </p:tav>
                                      </p:tavLst>
                                    </p:anim>
                                    <p:anim calcmode="lin" valueType="num">
                                      <p:cBhvr>
                                        <p:cTn id="37" dur="500" fill="hold"/>
                                        <p:tgtEl>
                                          <p:spTgt spid="69"/>
                                        </p:tgtEl>
                                        <p:attrNameLst>
                                          <p:attrName>ppt_w</p:attrName>
                                        </p:attrNameLst>
                                      </p:cBhvr>
                                      <p:tavLst>
                                        <p:tav tm="0">
                                          <p:val>
                                            <p:strVal val="#ppt_w/10"/>
                                          </p:val>
                                        </p:tav>
                                        <p:tav tm="50000">
                                          <p:val>
                                            <p:strVal val="#ppt_w+.01"/>
                                          </p:val>
                                        </p:tav>
                                        <p:tav tm="100000">
                                          <p:val>
                                            <p:strVal val="#ppt_w"/>
                                          </p:val>
                                        </p:tav>
                                      </p:tavLst>
                                    </p:anim>
                                    <p:animEffect transition="in" filter="fade">
                                      <p:cBhvr>
                                        <p:cTn id="38" dur="500" tmFilter="0,0; .5, 1; 1, 1"/>
                                        <p:tgtEl>
                                          <p:spTgt spid="69"/>
                                        </p:tgtEl>
                                      </p:cBhvr>
                                    </p:animEffect>
                                  </p:childTnLst>
                                </p:cTn>
                              </p:par>
                            </p:childTnLst>
                          </p:cTn>
                        </p:par>
                        <p:par>
                          <p:cTn id="39" fill="hold">
                            <p:stCondLst>
                              <p:cond delay="4600"/>
                            </p:stCondLst>
                            <p:childTnLst>
                              <p:par>
                                <p:cTn id="40" presetID="10" presetClass="entr" presetSubtype="0" fill="hold" nodeType="afterEffect">
                                  <p:stCondLst>
                                    <p:cond delay="0"/>
                                  </p:stCondLst>
                                  <p:childTnLst>
                                    <p:set>
                                      <p:cBhvr>
                                        <p:cTn id="41" dur="1" fill="hold">
                                          <p:stCondLst>
                                            <p:cond delay="0"/>
                                          </p:stCondLst>
                                        </p:cTn>
                                        <p:tgtEl>
                                          <p:spTgt spid="23"/>
                                        </p:tgtEl>
                                        <p:attrNameLst>
                                          <p:attrName>style.visibility</p:attrName>
                                        </p:attrNameLst>
                                      </p:cBhvr>
                                      <p:to>
                                        <p:strVal val="visible"/>
                                      </p:to>
                                    </p:set>
                                    <p:animEffect transition="in" filter="fade">
                                      <p:cBhvr>
                                        <p:cTn id="42" dur="500"/>
                                        <p:tgtEl>
                                          <p:spTgt spid="23"/>
                                        </p:tgtEl>
                                      </p:cBhvr>
                                    </p:animEffect>
                                  </p:childTnLst>
                                </p:cTn>
                              </p:par>
                              <p:par>
                                <p:cTn id="43" presetID="22" presetClass="entr" presetSubtype="8" fill="hold" nodeType="withEffect">
                                  <p:stCondLst>
                                    <p:cond delay="0"/>
                                  </p:stCondLst>
                                  <p:childTnLst>
                                    <p:set>
                                      <p:cBhvr>
                                        <p:cTn id="44" dur="1" fill="hold">
                                          <p:stCondLst>
                                            <p:cond delay="0"/>
                                          </p:stCondLst>
                                        </p:cTn>
                                        <p:tgtEl>
                                          <p:spTgt spid="75"/>
                                        </p:tgtEl>
                                        <p:attrNameLst>
                                          <p:attrName>style.visibility</p:attrName>
                                        </p:attrNameLst>
                                      </p:cBhvr>
                                      <p:to>
                                        <p:strVal val="visible"/>
                                      </p:to>
                                    </p:set>
                                    <p:animEffect transition="in" filter="wipe(left)">
                                      <p:cBhvr>
                                        <p:cTn id="45" dur="1000"/>
                                        <p:tgtEl>
                                          <p:spTgt spid="75"/>
                                        </p:tgtEl>
                                      </p:cBhvr>
                                    </p:animEffect>
                                  </p:childTnLst>
                                </p:cTn>
                              </p:par>
                              <p:par>
                                <p:cTn id="46" presetID="63" presetClass="path" presetSubtype="0" accel="50000" decel="50000" fill="hold" nodeType="withEffect">
                                  <p:stCondLst>
                                    <p:cond delay="0"/>
                                  </p:stCondLst>
                                  <p:childTnLst>
                                    <p:animMotion origin="layout" path="M 6.25E-7 4.07407E-6 L 0.47409 4.07407E-6 " pathEditMode="relative" rAng="0" ptsTypes="AA">
                                      <p:cBhvr>
                                        <p:cTn id="47" dur="1000" fill="hold"/>
                                        <p:tgtEl>
                                          <p:spTgt spid="23"/>
                                        </p:tgtEl>
                                        <p:attrNameLst>
                                          <p:attrName>ppt_x</p:attrName>
                                          <p:attrName>ppt_y</p:attrName>
                                        </p:attrNameLst>
                                      </p:cBhvr>
                                      <p:rCtr x="23698" y="0"/>
                                    </p:animMotion>
                                  </p:childTnLst>
                                </p:cTn>
                              </p:par>
                            </p:childTnLst>
                          </p:cTn>
                        </p:par>
                        <p:par>
                          <p:cTn id="48" fill="hold">
                            <p:stCondLst>
                              <p:cond delay="5600"/>
                            </p:stCondLst>
                            <p:childTnLst>
                              <p:par>
                                <p:cTn id="49" presetID="41" presetClass="entr" presetSubtype="0" fill="hold" grpId="0" nodeType="afterEffect">
                                  <p:stCondLst>
                                    <p:cond delay="0"/>
                                  </p:stCondLst>
                                  <p:iterate type="lt">
                                    <p:tmPct val="10000"/>
                                  </p:iterate>
                                  <p:childTnLst>
                                    <p:set>
                                      <p:cBhvr>
                                        <p:cTn id="50" dur="1" fill="hold">
                                          <p:stCondLst>
                                            <p:cond delay="0"/>
                                          </p:stCondLst>
                                        </p:cTn>
                                        <p:tgtEl>
                                          <p:spTgt spid="70"/>
                                        </p:tgtEl>
                                        <p:attrNameLst>
                                          <p:attrName>style.visibility</p:attrName>
                                        </p:attrNameLst>
                                      </p:cBhvr>
                                      <p:to>
                                        <p:strVal val="visible"/>
                                      </p:to>
                                    </p:set>
                                    <p:anim calcmode="lin" valueType="num">
                                      <p:cBhvr>
                                        <p:cTn id="51" dur="500" fill="hold"/>
                                        <p:tgtEl>
                                          <p:spTgt spid="70"/>
                                        </p:tgtEl>
                                        <p:attrNameLst>
                                          <p:attrName>ppt_x</p:attrName>
                                        </p:attrNameLst>
                                      </p:cBhvr>
                                      <p:tavLst>
                                        <p:tav tm="0">
                                          <p:val>
                                            <p:strVal val="#ppt_x"/>
                                          </p:val>
                                        </p:tav>
                                        <p:tav tm="50000">
                                          <p:val>
                                            <p:strVal val="#ppt_x+.1"/>
                                          </p:val>
                                        </p:tav>
                                        <p:tav tm="100000">
                                          <p:val>
                                            <p:strVal val="#ppt_x"/>
                                          </p:val>
                                        </p:tav>
                                      </p:tavLst>
                                    </p:anim>
                                    <p:anim calcmode="lin" valueType="num">
                                      <p:cBhvr>
                                        <p:cTn id="52" dur="500" fill="hold"/>
                                        <p:tgtEl>
                                          <p:spTgt spid="70"/>
                                        </p:tgtEl>
                                        <p:attrNameLst>
                                          <p:attrName>ppt_y</p:attrName>
                                        </p:attrNameLst>
                                      </p:cBhvr>
                                      <p:tavLst>
                                        <p:tav tm="0">
                                          <p:val>
                                            <p:strVal val="#ppt_y"/>
                                          </p:val>
                                        </p:tav>
                                        <p:tav tm="100000">
                                          <p:val>
                                            <p:strVal val="#ppt_y"/>
                                          </p:val>
                                        </p:tav>
                                      </p:tavLst>
                                    </p:anim>
                                    <p:anim calcmode="lin" valueType="num">
                                      <p:cBhvr>
                                        <p:cTn id="53" dur="500" fill="hold"/>
                                        <p:tgtEl>
                                          <p:spTgt spid="70"/>
                                        </p:tgtEl>
                                        <p:attrNameLst>
                                          <p:attrName>ppt_h</p:attrName>
                                        </p:attrNameLst>
                                      </p:cBhvr>
                                      <p:tavLst>
                                        <p:tav tm="0">
                                          <p:val>
                                            <p:strVal val="#ppt_h/10"/>
                                          </p:val>
                                        </p:tav>
                                        <p:tav tm="50000">
                                          <p:val>
                                            <p:strVal val="#ppt_h+.01"/>
                                          </p:val>
                                        </p:tav>
                                        <p:tav tm="100000">
                                          <p:val>
                                            <p:strVal val="#ppt_h"/>
                                          </p:val>
                                        </p:tav>
                                      </p:tavLst>
                                    </p:anim>
                                    <p:anim calcmode="lin" valueType="num">
                                      <p:cBhvr>
                                        <p:cTn id="54" dur="500" fill="hold"/>
                                        <p:tgtEl>
                                          <p:spTgt spid="70"/>
                                        </p:tgtEl>
                                        <p:attrNameLst>
                                          <p:attrName>ppt_w</p:attrName>
                                        </p:attrNameLst>
                                      </p:cBhvr>
                                      <p:tavLst>
                                        <p:tav tm="0">
                                          <p:val>
                                            <p:strVal val="#ppt_w/10"/>
                                          </p:val>
                                        </p:tav>
                                        <p:tav tm="50000">
                                          <p:val>
                                            <p:strVal val="#ppt_w+.01"/>
                                          </p:val>
                                        </p:tav>
                                        <p:tav tm="100000">
                                          <p:val>
                                            <p:strVal val="#ppt_w"/>
                                          </p:val>
                                        </p:tav>
                                      </p:tavLst>
                                    </p:anim>
                                    <p:animEffect transition="in" filter="fade">
                                      <p:cBhvr>
                                        <p:cTn id="55" dur="500" tmFilter="0,0; .5, 1; 1, 1"/>
                                        <p:tgtEl>
                                          <p:spTgt spid="70"/>
                                        </p:tgtEl>
                                      </p:cBhvr>
                                    </p:animEffect>
                                  </p:childTnLst>
                                </p:cTn>
                              </p:par>
                            </p:childTnLst>
                          </p:cTn>
                        </p:par>
                        <p:par>
                          <p:cTn id="56" fill="hold">
                            <p:stCondLst>
                              <p:cond delay="6400"/>
                            </p:stCondLst>
                            <p:childTnLst>
                              <p:par>
                                <p:cTn id="57" presetID="10" presetClass="entr" presetSubtype="0" fill="hold" nodeType="afterEffect">
                                  <p:stCondLst>
                                    <p:cond delay="0"/>
                                  </p:stCondLst>
                                  <p:childTnLst>
                                    <p:set>
                                      <p:cBhvr>
                                        <p:cTn id="58" dur="1" fill="hold">
                                          <p:stCondLst>
                                            <p:cond delay="0"/>
                                          </p:stCondLst>
                                        </p:cTn>
                                        <p:tgtEl>
                                          <p:spTgt spid="25"/>
                                        </p:tgtEl>
                                        <p:attrNameLst>
                                          <p:attrName>style.visibility</p:attrName>
                                        </p:attrNameLst>
                                      </p:cBhvr>
                                      <p:to>
                                        <p:strVal val="visible"/>
                                      </p:to>
                                    </p:set>
                                    <p:animEffect transition="in" filter="fade">
                                      <p:cBhvr>
                                        <p:cTn id="59" dur="500"/>
                                        <p:tgtEl>
                                          <p:spTgt spid="25"/>
                                        </p:tgtEl>
                                      </p:cBhvr>
                                    </p:animEffect>
                                  </p:childTnLst>
                                </p:cTn>
                              </p:par>
                              <p:par>
                                <p:cTn id="60" presetID="22" presetClass="entr" presetSubtype="8" fill="hold" nodeType="withEffect">
                                  <p:stCondLst>
                                    <p:cond delay="0"/>
                                  </p:stCondLst>
                                  <p:childTnLst>
                                    <p:set>
                                      <p:cBhvr>
                                        <p:cTn id="61" dur="1" fill="hold">
                                          <p:stCondLst>
                                            <p:cond delay="0"/>
                                          </p:stCondLst>
                                        </p:cTn>
                                        <p:tgtEl>
                                          <p:spTgt spid="76"/>
                                        </p:tgtEl>
                                        <p:attrNameLst>
                                          <p:attrName>style.visibility</p:attrName>
                                        </p:attrNameLst>
                                      </p:cBhvr>
                                      <p:to>
                                        <p:strVal val="visible"/>
                                      </p:to>
                                    </p:set>
                                    <p:animEffect transition="in" filter="wipe(left)">
                                      <p:cBhvr>
                                        <p:cTn id="62" dur="1000"/>
                                        <p:tgtEl>
                                          <p:spTgt spid="76"/>
                                        </p:tgtEl>
                                      </p:cBhvr>
                                    </p:animEffect>
                                  </p:childTnLst>
                                </p:cTn>
                              </p:par>
                              <p:par>
                                <p:cTn id="63" presetID="63" presetClass="path" presetSubtype="0" accel="50000" decel="50000" fill="hold" nodeType="withEffect">
                                  <p:stCondLst>
                                    <p:cond delay="0"/>
                                  </p:stCondLst>
                                  <p:childTnLst>
                                    <p:animMotion origin="layout" path="M 6.25E-7 4.07407E-6 L 0.47409 4.07407E-6 " pathEditMode="relative" rAng="0" ptsTypes="AA">
                                      <p:cBhvr>
                                        <p:cTn id="64" dur="1000" fill="hold"/>
                                        <p:tgtEl>
                                          <p:spTgt spid="25"/>
                                        </p:tgtEl>
                                        <p:attrNameLst>
                                          <p:attrName>ppt_x</p:attrName>
                                          <p:attrName>ppt_y</p:attrName>
                                        </p:attrNameLst>
                                      </p:cBhvr>
                                      <p:rCtr x="23698" y="0"/>
                                    </p:animMotion>
                                  </p:childTnLst>
                                </p:cTn>
                              </p:par>
                            </p:childTnLst>
                          </p:cTn>
                        </p:par>
                        <p:par>
                          <p:cTn id="65" fill="hold">
                            <p:stCondLst>
                              <p:cond delay="7400"/>
                            </p:stCondLst>
                            <p:childTnLst>
                              <p:par>
                                <p:cTn id="66" presetID="41" presetClass="entr" presetSubtype="0" fill="hold" grpId="0" nodeType="afterEffect">
                                  <p:stCondLst>
                                    <p:cond delay="0"/>
                                  </p:stCondLst>
                                  <p:iterate type="lt">
                                    <p:tmPct val="10000"/>
                                  </p:iterate>
                                  <p:childTnLst>
                                    <p:set>
                                      <p:cBhvr>
                                        <p:cTn id="67" dur="1" fill="hold">
                                          <p:stCondLst>
                                            <p:cond delay="0"/>
                                          </p:stCondLst>
                                        </p:cTn>
                                        <p:tgtEl>
                                          <p:spTgt spid="71"/>
                                        </p:tgtEl>
                                        <p:attrNameLst>
                                          <p:attrName>style.visibility</p:attrName>
                                        </p:attrNameLst>
                                      </p:cBhvr>
                                      <p:to>
                                        <p:strVal val="visible"/>
                                      </p:to>
                                    </p:set>
                                    <p:anim calcmode="lin" valueType="num">
                                      <p:cBhvr>
                                        <p:cTn id="68" dur="500" fill="hold"/>
                                        <p:tgtEl>
                                          <p:spTgt spid="71"/>
                                        </p:tgtEl>
                                        <p:attrNameLst>
                                          <p:attrName>ppt_x</p:attrName>
                                        </p:attrNameLst>
                                      </p:cBhvr>
                                      <p:tavLst>
                                        <p:tav tm="0">
                                          <p:val>
                                            <p:strVal val="#ppt_x"/>
                                          </p:val>
                                        </p:tav>
                                        <p:tav tm="50000">
                                          <p:val>
                                            <p:strVal val="#ppt_x+.1"/>
                                          </p:val>
                                        </p:tav>
                                        <p:tav tm="100000">
                                          <p:val>
                                            <p:strVal val="#ppt_x"/>
                                          </p:val>
                                        </p:tav>
                                      </p:tavLst>
                                    </p:anim>
                                    <p:anim calcmode="lin" valueType="num">
                                      <p:cBhvr>
                                        <p:cTn id="69" dur="500" fill="hold"/>
                                        <p:tgtEl>
                                          <p:spTgt spid="71"/>
                                        </p:tgtEl>
                                        <p:attrNameLst>
                                          <p:attrName>ppt_y</p:attrName>
                                        </p:attrNameLst>
                                      </p:cBhvr>
                                      <p:tavLst>
                                        <p:tav tm="0">
                                          <p:val>
                                            <p:strVal val="#ppt_y"/>
                                          </p:val>
                                        </p:tav>
                                        <p:tav tm="100000">
                                          <p:val>
                                            <p:strVal val="#ppt_y"/>
                                          </p:val>
                                        </p:tav>
                                      </p:tavLst>
                                    </p:anim>
                                    <p:anim calcmode="lin" valueType="num">
                                      <p:cBhvr>
                                        <p:cTn id="70" dur="500" fill="hold"/>
                                        <p:tgtEl>
                                          <p:spTgt spid="71"/>
                                        </p:tgtEl>
                                        <p:attrNameLst>
                                          <p:attrName>ppt_h</p:attrName>
                                        </p:attrNameLst>
                                      </p:cBhvr>
                                      <p:tavLst>
                                        <p:tav tm="0">
                                          <p:val>
                                            <p:strVal val="#ppt_h/10"/>
                                          </p:val>
                                        </p:tav>
                                        <p:tav tm="50000">
                                          <p:val>
                                            <p:strVal val="#ppt_h+.01"/>
                                          </p:val>
                                        </p:tav>
                                        <p:tav tm="100000">
                                          <p:val>
                                            <p:strVal val="#ppt_h"/>
                                          </p:val>
                                        </p:tav>
                                      </p:tavLst>
                                    </p:anim>
                                    <p:anim calcmode="lin" valueType="num">
                                      <p:cBhvr>
                                        <p:cTn id="71" dur="500" fill="hold"/>
                                        <p:tgtEl>
                                          <p:spTgt spid="71"/>
                                        </p:tgtEl>
                                        <p:attrNameLst>
                                          <p:attrName>ppt_w</p:attrName>
                                        </p:attrNameLst>
                                      </p:cBhvr>
                                      <p:tavLst>
                                        <p:tav tm="0">
                                          <p:val>
                                            <p:strVal val="#ppt_w/10"/>
                                          </p:val>
                                        </p:tav>
                                        <p:tav tm="50000">
                                          <p:val>
                                            <p:strVal val="#ppt_w+.01"/>
                                          </p:val>
                                        </p:tav>
                                        <p:tav tm="100000">
                                          <p:val>
                                            <p:strVal val="#ppt_w"/>
                                          </p:val>
                                        </p:tav>
                                      </p:tavLst>
                                    </p:anim>
                                    <p:animEffect transition="in" filter="fade">
                                      <p:cBhvr>
                                        <p:cTn id="72" dur="500" tmFilter="0,0; .5, 1; 1, 1"/>
                                        <p:tgtEl>
                                          <p:spTgt spid="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9" grpId="0"/>
      <p:bldP spid="70" grpId="0"/>
      <p:bldP spid="71"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 name="图片 55">
            <a:extLst>
              <a:ext uri="{FF2B5EF4-FFF2-40B4-BE49-F238E27FC236}">
                <a16:creationId xmlns:a16="http://schemas.microsoft.com/office/drawing/2014/main" id="{1F2CD67A-B099-47BB-A39B-54BFFB77D3B7}"/>
              </a:ext>
            </a:extLst>
          </p:cNvPr>
          <p:cNvPicPr>
            <a:picLocks noChangeAspect="1"/>
          </p:cNvPicPr>
          <p:nvPr/>
        </p:nvPicPr>
        <p:blipFill rotWithShape="1">
          <a:blip r:embed="rId2">
            <a:extLst>
              <a:ext uri="{BEBA8EAE-BF5A-486C-A8C5-ECC9F3942E4B}">
                <a14:imgProps xmlns:a14="http://schemas.microsoft.com/office/drawing/2010/main">
                  <a14:imgLayer>
                    <a14:imgEffect>
                      <a14:brightnessContrast contrast="40000"/>
                    </a14:imgEffect>
                  </a14:imgLayer>
                </a14:imgProps>
              </a:ext>
            </a:extLst>
          </a:blip>
          <a:srcRect l="6659" t="6677" r="6720" b="6693"/>
          <a:stretch/>
        </p:blipFill>
        <p:spPr>
          <a:xfrm>
            <a:off x="-1" y="0"/>
            <a:ext cx="12192001" cy="6858000"/>
          </a:xfrm>
          <a:prstGeom prst="rect">
            <a:avLst/>
          </a:prstGeom>
        </p:spPr>
      </p:pic>
      <p:pic>
        <p:nvPicPr>
          <p:cNvPr id="5" name="图片 4">
            <a:extLst>
              <a:ext uri="{FF2B5EF4-FFF2-40B4-BE49-F238E27FC236}">
                <a16:creationId xmlns:a16="http://schemas.microsoft.com/office/drawing/2014/main" id="{06A0E1BF-1728-479F-B549-3663266EC38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274592" y="6060713"/>
            <a:ext cx="2734062" cy="539497"/>
          </a:xfrm>
          <a:prstGeom prst="rect">
            <a:avLst/>
          </a:prstGeom>
        </p:spPr>
      </p:pic>
      <p:pic>
        <p:nvPicPr>
          <p:cNvPr id="6" name="图片 5">
            <a:extLst>
              <a:ext uri="{FF2B5EF4-FFF2-40B4-BE49-F238E27FC236}">
                <a16:creationId xmlns:a16="http://schemas.microsoft.com/office/drawing/2014/main" id="{F514C474-AAB9-4151-BAC9-FD20AEE29029}"/>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6510" t="24114" r="34678" b="22737"/>
          <a:stretch/>
        </p:blipFill>
        <p:spPr>
          <a:xfrm>
            <a:off x="1651394" y="1134208"/>
            <a:ext cx="2094129" cy="2172731"/>
          </a:xfrm>
          <a:prstGeom prst="rect">
            <a:avLst/>
          </a:prstGeom>
        </p:spPr>
      </p:pic>
      <p:sp>
        <p:nvSpPr>
          <p:cNvPr id="7" name="TextBox 12">
            <a:extLst>
              <a:ext uri="{FF2B5EF4-FFF2-40B4-BE49-F238E27FC236}">
                <a16:creationId xmlns:a16="http://schemas.microsoft.com/office/drawing/2014/main" id="{E8043F6F-DD71-4645-8971-26F34E1D6B15}"/>
              </a:ext>
            </a:extLst>
          </p:cNvPr>
          <p:cNvSpPr txBox="1"/>
          <p:nvPr/>
        </p:nvSpPr>
        <p:spPr>
          <a:xfrm>
            <a:off x="2472996" y="1849942"/>
            <a:ext cx="8067610" cy="1107996"/>
          </a:xfrm>
          <a:prstGeom prst="rect">
            <a:avLst/>
          </a:prstGeom>
          <a:noFill/>
        </p:spPr>
        <p:txBody>
          <a:bodyPr wrap="square" rtlCol="0">
            <a:spAutoFit/>
          </a:bodyPr>
          <a:lstStyle>
            <a:defPPr>
              <a:defRPr lang="zh-CN"/>
            </a:defPPr>
            <a:lvl1pPr algn="ctr">
              <a:defRPr sz="5400" b="1">
                <a:latin typeface="微软雅黑" panose="020B0503020204020204" pitchFamily="34" charset="-122"/>
                <a:ea typeface="微软雅黑" panose="020B0503020204020204" pitchFamily="34" charset="-122"/>
              </a:defRPr>
            </a:lvl1pPr>
          </a:lstStyle>
          <a:p>
            <a:r>
              <a:rPr lang="zh-CN" altLang="en-US" sz="6600" dirty="0">
                <a:solidFill>
                  <a:srgbClr val="484848"/>
                </a:solidFill>
                <a:latin typeface="+mn-lt"/>
                <a:ea typeface="+mn-ea"/>
                <a:cs typeface="+mn-ea"/>
                <a:sym typeface="+mn-lt"/>
              </a:rPr>
              <a:t>第一部分</a:t>
            </a:r>
          </a:p>
        </p:txBody>
      </p:sp>
      <p:grpSp>
        <p:nvGrpSpPr>
          <p:cNvPr id="18" name="组合 17">
            <a:extLst>
              <a:ext uri="{FF2B5EF4-FFF2-40B4-BE49-F238E27FC236}">
                <a16:creationId xmlns:a16="http://schemas.microsoft.com/office/drawing/2014/main" id="{AB369D6C-C612-49B5-93B3-5EE8AD9E8D07}"/>
              </a:ext>
            </a:extLst>
          </p:cNvPr>
          <p:cNvGrpSpPr/>
          <p:nvPr/>
        </p:nvGrpSpPr>
        <p:grpSpPr>
          <a:xfrm>
            <a:off x="-4151" y="0"/>
            <a:ext cx="12196151" cy="6858000"/>
            <a:chOff x="-4151" y="0"/>
            <a:chExt cx="12196151" cy="6858000"/>
          </a:xfrm>
        </p:grpSpPr>
        <p:grpSp>
          <p:nvGrpSpPr>
            <p:cNvPr id="19" name="组合 18">
              <a:extLst>
                <a:ext uri="{FF2B5EF4-FFF2-40B4-BE49-F238E27FC236}">
                  <a16:creationId xmlns:a16="http://schemas.microsoft.com/office/drawing/2014/main" id="{3297A512-334C-4BB2-8100-59F63C0B3CD1}"/>
                </a:ext>
              </a:extLst>
            </p:cNvPr>
            <p:cNvGrpSpPr/>
            <p:nvPr/>
          </p:nvGrpSpPr>
          <p:grpSpPr>
            <a:xfrm>
              <a:off x="0" y="0"/>
              <a:ext cx="3001030" cy="109728"/>
              <a:chOff x="0" y="0"/>
              <a:chExt cx="3001030" cy="109728"/>
            </a:xfrm>
          </p:grpSpPr>
          <p:sp>
            <p:nvSpPr>
              <p:cNvPr id="53" name="矩形 52">
                <a:extLst>
                  <a:ext uri="{FF2B5EF4-FFF2-40B4-BE49-F238E27FC236}">
                    <a16:creationId xmlns:a16="http://schemas.microsoft.com/office/drawing/2014/main" id="{5D604D0F-DF26-4DF4-BA56-421E2073D19E}"/>
                  </a:ext>
                </a:extLst>
              </p:cNvPr>
              <p:cNvSpPr/>
              <p:nvPr/>
            </p:nvSpPr>
            <p:spPr>
              <a:xfrm flipV="1">
                <a:off x="0" y="0"/>
                <a:ext cx="1367596" cy="109728"/>
              </a:xfrm>
              <a:prstGeom prst="rect">
                <a:avLst/>
              </a:prstGeom>
              <a:solidFill>
                <a:srgbClr val="062845">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4" name="矩形 53">
                <a:extLst>
                  <a:ext uri="{FF2B5EF4-FFF2-40B4-BE49-F238E27FC236}">
                    <a16:creationId xmlns:a16="http://schemas.microsoft.com/office/drawing/2014/main" id="{2112ED3F-CA9D-4831-9620-B2AECEBE2151}"/>
                  </a:ext>
                </a:extLst>
              </p:cNvPr>
              <p:cNvSpPr/>
              <p:nvPr/>
            </p:nvSpPr>
            <p:spPr>
              <a:xfrm flipV="1">
                <a:off x="1367596" y="0"/>
                <a:ext cx="1633434" cy="109728"/>
              </a:xfrm>
              <a:prstGeom prst="rect">
                <a:avLst/>
              </a:prstGeom>
              <a:solidFill>
                <a:srgbClr val="C70E23">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20" name="组合 19">
              <a:extLst>
                <a:ext uri="{FF2B5EF4-FFF2-40B4-BE49-F238E27FC236}">
                  <a16:creationId xmlns:a16="http://schemas.microsoft.com/office/drawing/2014/main" id="{707573DA-7C8A-4295-9645-089699C5CF94}"/>
                </a:ext>
              </a:extLst>
            </p:cNvPr>
            <p:cNvGrpSpPr/>
            <p:nvPr/>
          </p:nvGrpSpPr>
          <p:grpSpPr>
            <a:xfrm>
              <a:off x="8994788" y="0"/>
              <a:ext cx="3197212" cy="109728"/>
              <a:chOff x="0" y="0"/>
              <a:chExt cx="3001030" cy="109728"/>
            </a:xfrm>
          </p:grpSpPr>
          <p:sp>
            <p:nvSpPr>
              <p:cNvPr id="51" name="矩形 50">
                <a:extLst>
                  <a:ext uri="{FF2B5EF4-FFF2-40B4-BE49-F238E27FC236}">
                    <a16:creationId xmlns:a16="http://schemas.microsoft.com/office/drawing/2014/main" id="{1ED0E2D4-0F71-4678-9520-FC43D98FBCD5}"/>
                  </a:ext>
                </a:extLst>
              </p:cNvPr>
              <p:cNvSpPr/>
              <p:nvPr/>
            </p:nvSpPr>
            <p:spPr>
              <a:xfrm flipV="1">
                <a:off x="0" y="0"/>
                <a:ext cx="1367596" cy="109728"/>
              </a:xfrm>
              <a:prstGeom prst="rect">
                <a:avLst/>
              </a:prstGeom>
              <a:solidFill>
                <a:srgbClr val="062845">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2" name="矩形 51">
                <a:extLst>
                  <a:ext uri="{FF2B5EF4-FFF2-40B4-BE49-F238E27FC236}">
                    <a16:creationId xmlns:a16="http://schemas.microsoft.com/office/drawing/2014/main" id="{4D5A5A30-B7BE-4761-BDC3-5F291ADA11AF}"/>
                  </a:ext>
                </a:extLst>
              </p:cNvPr>
              <p:cNvSpPr/>
              <p:nvPr/>
            </p:nvSpPr>
            <p:spPr>
              <a:xfrm flipV="1">
                <a:off x="1367596" y="0"/>
                <a:ext cx="1633434" cy="109728"/>
              </a:xfrm>
              <a:prstGeom prst="rect">
                <a:avLst/>
              </a:prstGeom>
              <a:solidFill>
                <a:srgbClr val="C70E23">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21" name="组合 20">
              <a:extLst>
                <a:ext uri="{FF2B5EF4-FFF2-40B4-BE49-F238E27FC236}">
                  <a16:creationId xmlns:a16="http://schemas.microsoft.com/office/drawing/2014/main" id="{E65EDA0B-7BE6-40F0-B01F-EECD80B2FF21}"/>
                </a:ext>
              </a:extLst>
            </p:cNvPr>
            <p:cNvGrpSpPr/>
            <p:nvPr/>
          </p:nvGrpSpPr>
          <p:grpSpPr>
            <a:xfrm>
              <a:off x="5997909" y="0"/>
              <a:ext cx="3001030" cy="109728"/>
              <a:chOff x="0" y="0"/>
              <a:chExt cx="3001030" cy="109728"/>
            </a:xfrm>
          </p:grpSpPr>
          <p:sp>
            <p:nvSpPr>
              <p:cNvPr id="49" name="矩形 48">
                <a:extLst>
                  <a:ext uri="{FF2B5EF4-FFF2-40B4-BE49-F238E27FC236}">
                    <a16:creationId xmlns:a16="http://schemas.microsoft.com/office/drawing/2014/main" id="{178E8E22-A759-417F-9D08-159AE357DBFD}"/>
                  </a:ext>
                </a:extLst>
              </p:cNvPr>
              <p:cNvSpPr/>
              <p:nvPr/>
            </p:nvSpPr>
            <p:spPr>
              <a:xfrm flipV="1">
                <a:off x="0" y="0"/>
                <a:ext cx="1367596" cy="109728"/>
              </a:xfrm>
              <a:prstGeom prst="rect">
                <a:avLst/>
              </a:prstGeom>
              <a:solidFill>
                <a:srgbClr val="062845">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0" name="矩形 49">
                <a:extLst>
                  <a:ext uri="{FF2B5EF4-FFF2-40B4-BE49-F238E27FC236}">
                    <a16:creationId xmlns:a16="http://schemas.microsoft.com/office/drawing/2014/main" id="{96064E53-8C3E-4625-9499-E9A2367FB43C}"/>
                  </a:ext>
                </a:extLst>
              </p:cNvPr>
              <p:cNvSpPr/>
              <p:nvPr/>
            </p:nvSpPr>
            <p:spPr>
              <a:xfrm flipV="1">
                <a:off x="1367596" y="0"/>
                <a:ext cx="1633434" cy="109728"/>
              </a:xfrm>
              <a:prstGeom prst="rect">
                <a:avLst/>
              </a:prstGeom>
              <a:solidFill>
                <a:srgbClr val="C70E23">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22" name="组合 21">
              <a:extLst>
                <a:ext uri="{FF2B5EF4-FFF2-40B4-BE49-F238E27FC236}">
                  <a16:creationId xmlns:a16="http://schemas.microsoft.com/office/drawing/2014/main" id="{9CD63B54-8877-4555-B605-D02460D92FC7}"/>
                </a:ext>
              </a:extLst>
            </p:cNvPr>
            <p:cNvGrpSpPr/>
            <p:nvPr/>
          </p:nvGrpSpPr>
          <p:grpSpPr>
            <a:xfrm>
              <a:off x="2996879" y="0"/>
              <a:ext cx="3001030" cy="109728"/>
              <a:chOff x="0" y="0"/>
              <a:chExt cx="3001030" cy="109728"/>
            </a:xfrm>
          </p:grpSpPr>
          <p:sp>
            <p:nvSpPr>
              <p:cNvPr id="47" name="矩形 46">
                <a:extLst>
                  <a:ext uri="{FF2B5EF4-FFF2-40B4-BE49-F238E27FC236}">
                    <a16:creationId xmlns:a16="http://schemas.microsoft.com/office/drawing/2014/main" id="{295CC89B-78CA-4C82-B5D6-6DE0D1866A2A}"/>
                  </a:ext>
                </a:extLst>
              </p:cNvPr>
              <p:cNvSpPr/>
              <p:nvPr/>
            </p:nvSpPr>
            <p:spPr>
              <a:xfrm flipV="1">
                <a:off x="0" y="0"/>
                <a:ext cx="1367596" cy="109728"/>
              </a:xfrm>
              <a:prstGeom prst="rect">
                <a:avLst/>
              </a:prstGeom>
              <a:solidFill>
                <a:srgbClr val="062845">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8" name="矩形 47">
                <a:extLst>
                  <a:ext uri="{FF2B5EF4-FFF2-40B4-BE49-F238E27FC236}">
                    <a16:creationId xmlns:a16="http://schemas.microsoft.com/office/drawing/2014/main" id="{DADCAB0D-4CD3-4151-8C74-64D4D056592F}"/>
                  </a:ext>
                </a:extLst>
              </p:cNvPr>
              <p:cNvSpPr/>
              <p:nvPr/>
            </p:nvSpPr>
            <p:spPr>
              <a:xfrm flipV="1">
                <a:off x="1367596" y="0"/>
                <a:ext cx="1633434" cy="109728"/>
              </a:xfrm>
              <a:prstGeom prst="rect">
                <a:avLst/>
              </a:prstGeom>
              <a:solidFill>
                <a:srgbClr val="C70E23">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23" name="组合 22">
              <a:extLst>
                <a:ext uri="{FF2B5EF4-FFF2-40B4-BE49-F238E27FC236}">
                  <a16:creationId xmlns:a16="http://schemas.microsoft.com/office/drawing/2014/main" id="{95A38C03-944C-458B-A486-0DCE30FDF237}"/>
                </a:ext>
              </a:extLst>
            </p:cNvPr>
            <p:cNvGrpSpPr/>
            <p:nvPr/>
          </p:nvGrpSpPr>
          <p:grpSpPr>
            <a:xfrm>
              <a:off x="-4151" y="6748272"/>
              <a:ext cx="3001030" cy="109728"/>
              <a:chOff x="0" y="0"/>
              <a:chExt cx="3001030" cy="109728"/>
            </a:xfrm>
          </p:grpSpPr>
          <p:sp>
            <p:nvSpPr>
              <p:cNvPr id="45" name="矩形 44">
                <a:extLst>
                  <a:ext uri="{FF2B5EF4-FFF2-40B4-BE49-F238E27FC236}">
                    <a16:creationId xmlns:a16="http://schemas.microsoft.com/office/drawing/2014/main" id="{C6775FAD-AC6E-4B11-A7D6-08C26B52044C}"/>
                  </a:ext>
                </a:extLst>
              </p:cNvPr>
              <p:cNvSpPr/>
              <p:nvPr/>
            </p:nvSpPr>
            <p:spPr>
              <a:xfrm flipV="1">
                <a:off x="0" y="0"/>
                <a:ext cx="1367596" cy="109728"/>
              </a:xfrm>
              <a:prstGeom prst="rect">
                <a:avLst/>
              </a:prstGeom>
              <a:solidFill>
                <a:srgbClr val="062845">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6" name="矩形 45">
                <a:extLst>
                  <a:ext uri="{FF2B5EF4-FFF2-40B4-BE49-F238E27FC236}">
                    <a16:creationId xmlns:a16="http://schemas.microsoft.com/office/drawing/2014/main" id="{BEA3CE06-701C-4DDC-A81F-E5A65B3FA9E2}"/>
                  </a:ext>
                </a:extLst>
              </p:cNvPr>
              <p:cNvSpPr/>
              <p:nvPr/>
            </p:nvSpPr>
            <p:spPr>
              <a:xfrm flipV="1">
                <a:off x="1367596" y="0"/>
                <a:ext cx="1633434" cy="109728"/>
              </a:xfrm>
              <a:prstGeom prst="rect">
                <a:avLst/>
              </a:prstGeom>
              <a:solidFill>
                <a:srgbClr val="C70E23">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24" name="组合 23">
              <a:extLst>
                <a:ext uri="{FF2B5EF4-FFF2-40B4-BE49-F238E27FC236}">
                  <a16:creationId xmlns:a16="http://schemas.microsoft.com/office/drawing/2014/main" id="{36BCCE02-56D2-45A9-8F79-91B03E2CD5A6}"/>
                </a:ext>
              </a:extLst>
            </p:cNvPr>
            <p:cNvGrpSpPr/>
            <p:nvPr/>
          </p:nvGrpSpPr>
          <p:grpSpPr>
            <a:xfrm>
              <a:off x="5993758" y="6748272"/>
              <a:ext cx="3001030" cy="109728"/>
              <a:chOff x="0" y="0"/>
              <a:chExt cx="3001030" cy="109728"/>
            </a:xfrm>
          </p:grpSpPr>
          <p:sp>
            <p:nvSpPr>
              <p:cNvPr id="43" name="矩形 42">
                <a:extLst>
                  <a:ext uri="{FF2B5EF4-FFF2-40B4-BE49-F238E27FC236}">
                    <a16:creationId xmlns:a16="http://schemas.microsoft.com/office/drawing/2014/main" id="{DD19CD7E-0DD2-4D83-92D8-E01BFA82B92B}"/>
                  </a:ext>
                </a:extLst>
              </p:cNvPr>
              <p:cNvSpPr/>
              <p:nvPr/>
            </p:nvSpPr>
            <p:spPr>
              <a:xfrm flipV="1">
                <a:off x="0" y="0"/>
                <a:ext cx="1367596" cy="109728"/>
              </a:xfrm>
              <a:prstGeom prst="rect">
                <a:avLst/>
              </a:prstGeom>
              <a:solidFill>
                <a:srgbClr val="062845">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4" name="矩形 43">
                <a:extLst>
                  <a:ext uri="{FF2B5EF4-FFF2-40B4-BE49-F238E27FC236}">
                    <a16:creationId xmlns:a16="http://schemas.microsoft.com/office/drawing/2014/main" id="{A3B2F5F0-03A5-4391-B7A9-7C34A10B6085}"/>
                  </a:ext>
                </a:extLst>
              </p:cNvPr>
              <p:cNvSpPr/>
              <p:nvPr/>
            </p:nvSpPr>
            <p:spPr>
              <a:xfrm flipV="1">
                <a:off x="1367596" y="0"/>
                <a:ext cx="1633434" cy="109728"/>
              </a:xfrm>
              <a:prstGeom prst="rect">
                <a:avLst/>
              </a:prstGeom>
              <a:solidFill>
                <a:srgbClr val="C70E23">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25" name="组合 24">
              <a:extLst>
                <a:ext uri="{FF2B5EF4-FFF2-40B4-BE49-F238E27FC236}">
                  <a16:creationId xmlns:a16="http://schemas.microsoft.com/office/drawing/2014/main" id="{899A0142-FBF5-4236-956C-346CD1851CA0}"/>
                </a:ext>
              </a:extLst>
            </p:cNvPr>
            <p:cNvGrpSpPr/>
            <p:nvPr/>
          </p:nvGrpSpPr>
          <p:grpSpPr>
            <a:xfrm>
              <a:off x="2992728" y="6748272"/>
              <a:ext cx="3001030" cy="109728"/>
              <a:chOff x="0" y="0"/>
              <a:chExt cx="3001030" cy="109728"/>
            </a:xfrm>
          </p:grpSpPr>
          <p:sp>
            <p:nvSpPr>
              <p:cNvPr id="41" name="矩形 40">
                <a:extLst>
                  <a:ext uri="{FF2B5EF4-FFF2-40B4-BE49-F238E27FC236}">
                    <a16:creationId xmlns:a16="http://schemas.microsoft.com/office/drawing/2014/main" id="{57AE3187-F330-4265-A1B6-6FA443D16529}"/>
                  </a:ext>
                </a:extLst>
              </p:cNvPr>
              <p:cNvSpPr/>
              <p:nvPr/>
            </p:nvSpPr>
            <p:spPr>
              <a:xfrm flipV="1">
                <a:off x="0" y="0"/>
                <a:ext cx="1367596" cy="109728"/>
              </a:xfrm>
              <a:prstGeom prst="rect">
                <a:avLst/>
              </a:prstGeom>
              <a:solidFill>
                <a:srgbClr val="062845">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2" name="矩形 41">
                <a:extLst>
                  <a:ext uri="{FF2B5EF4-FFF2-40B4-BE49-F238E27FC236}">
                    <a16:creationId xmlns:a16="http://schemas.microsoft.com/office/drawing/2014/main" id="{1C0F31F2-AE40-431E-B7C4-29C1DFC7771C}"/>
                  </a:ext>
                </a:extLst>
              </p:cNvPr>
              <p:cNvSpPr/>
              <p:nvPr/>
            </p:nvSpPr>
            <p:spPr>
              <a:xfrm flipV="1">
                <a:off x="1367596" y="0"/>
                <a:ext cx="1633434" cy="109728"/>
              </a:xfrm>
              <a:prstGeom prst="rect">
                <a:avLst/>
              </a:prstGeom>
              <a:solidFill>
                <a:srgbClr val="C70E23">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26" name="组合 25">
              <a:extLst>
                <a:ext uri="{FF2B5EF4-FFF2-40B4-BE49-F238E27FC236}">
                  <a16:creationId xmlns:a16="http://schemas.microsoft.com/office/drawing/2014/main" id="{EE7125E5-B37E-43C0-8339-FEF90D76DBCC}"/>
                </a:ext>
              </a:extLst>
            </p:cNvPr>
            <p:cNvGrpSpPr/>
            <p:nvPr/>
          </p:nvGrpSpPr>
          <p:grpSpPr>
            <a:xfrm>
              <a:off x="8994788" y="6748272"/>
              <a:ext cx="3197212" cy="109728"/>
              <a:chOff x="0" y="0"/>
              <a:chExt cx="3001030" cy="109728"/>
            </a:xfrm>
          </p:grpSpPr>
          <p:sp>
            <p:nvSpPr>
              <p:cNvPr id="39" name="矩形 38">
                <a:extLst>
                  <a:ext uri="{FF2B5EF4-FFF2-40B4-BE49-F238E27FC236}">
                    <a16:creationId xmlns:a16="http://schemas.microsoft.com/office/drawing/2014/main" id="{3C16523F-6B1E-4561-BBF7-2058BD36336F}"/>
                  </a:ext>
                </a:extLst>
              </p:cNvPr>
              <p:cNvSpPr/>
              <p:nvPr/>
            </p:nvSpPr>
            <p:spPr>
              <a:xfrm flipV="1">
                <a:off x="0" y="0"/>
                <a:ext cx="1367596" cy="109728"/>
              </a:xfrm>
              <a:prstGeom prst="rect">
                <a:avLst/>
              </a:prstGeom>
              <a:solidFill>
                <a:srgbClr val="062845">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0" name="矩形 39">
                <a:extLst>
                  <a:ext uri="{FF2B5EF4-FFF2-40B4-BE49-F238E27FC236}">
                    <a16:creationId xmlns:a16="http://schemas.microsoft.com/office/drawing/2014/main" id="{EED1299B-32F9-407E-94A7-3A38E9874799}"/>
                  </a:ext>
                </a:extLst>
              </p:cNvPr>
              <p:cNvSpPr/>
              <p:nvPr/>
            </p:nvSpPr>
            <p:spPr>
              <a:xfrm flipV="1">
                <a:off x="1367596" y="0"/>
                <a:ext cx="1633434" cy="109728"/>
              </a:xfrm>
              <a:prstGeom prst="rect">
                <a:avLst/>
              </a:prstGeom>
              <a:solidFill>
                <a:srgbClr val="C70E23">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27" name="组合 26">
              <a:extLst>
                <a:ext uri="{FF2B5EF4-FFF2-40B4-BE49-F238E27FC236}">
                  <a16:creationId xmlns:a16="http://schemas.microsoft.com/office/drawing/2014/main" id="{D13C5C57-4A7B-4D8C-982E-09700291C688}"/>
                </a:ext>
              </a:extLst>
            </p:cNvPr>
            <p:cNvGrpSpPr/>
            <p:nvPr/>
          </p:nvGrpSpPr>
          <p:grpSpPr>
            <a:xfrm rot="16200000">
              <a:off x="-1543742" y="1653470"/>
              <a:ext cx="3197212" cy="109728"/>
              <a:chOff x="0" y="0"/>
              <a:chExt cx="3001030" cy="109728"/>
            </a:xfrm>
          </p:grpSpPr>
          <p:sp>
            <p:nvSpPr>
              <p:cNvPr id="37" name="矩形 36">
                <a:extLst>
                  <a:ext uri="{FF2B5EF4-FFF2-40B4-BE49-F238E27FC236}">
                    <a16:creationId xmlns:a16="http://schemas.microsoft.com/office/drawing/2014/main" id="{50CD75AB-957E-4F80-AD9F-BEAD9C69AEED}"/>
                  </a:ext>
                </a:extLst>
              </p:cNvPr>
              <p:cNvSpPr/>
              <p:nvPr/>
            </p:nvSpPr>
            <p:spPr>
              <a:xfrm flipV="1">
                <a:off x="0" y="0"/>
                <a:ext cx="1367596" cy="109728"/>
              </a:xfrm>
              <a:prstGeom prst="rect">
                <a:avLst/>
              </a:prstGeom>
              <a:solidFill>
                <a:srgbClr val="062845">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8" name="矩形 37">
                <a:extLst>
                  <a:ext uri="{FF2B5EF4-FFF2-40B4-BE49-F238E27FC236}">
                    <a16:creationId xmlns:a16="http://schemas.microsoft.com/office/drawing/2014/main" id="{CE540AB2-8CEF-4A54-B988-285BF448A924}"/>
                  </a:ext>
                </a:extLst>
              </p:cNvPr>
              <p:cNvSpPr/>
              <p:nvPr/>
            </p:nvSpPr>
            <p:spPr>
              <a:xfrm flipV="1">
                <a:off x="1367596" y="0"/>
                <a:ext cx="1633434" cy="109728"/>
              </a:xfrm>
              <a:prstGeom prst="rect">
                <a:avLst/>
              </a:prstGeom>
              <a:solidFill>
                <a:srgbClr val="C70E23">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28" name="组合 27">
              <a:extLst>
                <a:ext uri="{FF2B5EF4-FFF2-40B4-BE49-F238E27FC236}">
                  <a16:creationId xmlns:a16="http://schemas.microsoft.com/office/drawing/2014/main" id="{5323858F-2BEE-4A07-8760-BA3F2BCA6A00}"/>
                </a:ext>
              </a:extLst>
            </p:cNvPr>
            <p:cNvGrpSpPr/>
            <p:nvPr/>
          </p:nvGrpSpPr>
          <p:grpSpPr>
            <a:xfrm rot="16200000">
              <a:off x="-1667877" y="4970666"/>
              <a:ext cx="3441332" cy="113879"/>
              <a:chOff x="0" y="0"/>
              <a:chExt cx="3001030" cy="109728"/>
            </a:xfrm>
          </p:grpSpPr>
          <p:sp>
            <p:nvSpPr>
              <p:cNvPr id="35" name="矩形 34">
                <a:extLst>
                  <a:ext uri="{FF2B5EF4-FFF2-40B4-BE49-F238E27FC236}">
                    <a16:creationId xmlns:a16="http://schemas.microsoft.com/office/drawing/2014/main" id="{0617FDD5-F223-4DB1-9021-7A1905D2CA8F}"/>
                  </a:ext>
                </a:extLst>
              </p:cNvPr>
              <p:cNvSpPr/>
              <p:nvPr/>
            </p:nvSpPr>
            <p:spPr>
              <a:xfrm flipV="1">
                <a:off x="0" y="0"/>
                <a:ext cx="1367596" cy="109728"/>
              </a:xfrm>
              <a:prstGeom prst="rect">
                <a:avLst/>
              </a:prstGeom>
              <a:solidFill>
                <a:srgbClr val="062845">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6" name="矩形 35">
                <a:extLst>
                  <a:ext uri="{FF2B5EF4-FFF2-40B4-BE49-F238E27FC236}">
                    <a16:creationId xmlns:a16="http://schemas.microsoft.com/office/drawing/2014/main" id="{43A28B4B-7691-4C2F-A0B8-1774443D79B1}"/>
                  </a:ext>
                </a:extLst>
              </p:cNvPr>
              <p:cNvSpPr/>
              <p:nvPr/>
            </p:nvSpPr>
            <p:spPr>
              <a:xfrm flipV="1">
                <a:off x="1367596" y="0"/>
                <a:ext cx="1633434" cy="109728"/>
              </a:xfrm>
              <a:prstGeom prst="rect">
                <a:avLst/>
              </a:prstGeom>
              <a:solidFill>
                <a:srgbClr val="C70E23">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29" name="组合 28">
              <a:extLst>
                <a:ext uri="{FF2B5EF4-FFF2-40B4-BE49-F238E27FC236}">
                  <a16:creationId xmlns:a16="http://schemas.microsoft.com/office/drawing/2014/main" id="{12B1BB0C-F546-40B3-ABB0-145C7A878C20}"/>
                </a:ext>
              </a:extLst>
            </p:cNvPr>
            <p:cNvGrpSpPr/>
            <p:nvPr/>
          </p:nvGrpSpPr>
          <p:grpSpPr>
            <a:xfrm rot="16200000">
              <a:off x="10538530" y="1653470"/>
              <a:ext cx="3197212" cy="109728"/>
              <a:chOff x="0" y="0"/>
              <a:chExt cx="3001030" cy="109728"/>
            </a:xfrm>
          </p:grpSpPr>
          <p:sp>
            <p:nvSpPr>
              <p:cNvPr id="33" name="矩形 32">
                <a:extLst>
                  <a:ext uri="{FF2B5EF4-FFF2-40B4-BE49-F238E27FC236}">
                    <a16:creationId xmlns:a16="http://schemas.microsoft.com/office/drawing/2014/main" id="{39F86426-CDD7-4F6E-9EC9-8FCEE939D761}"/>
                  </a:ext>
                </a:extLst>
              </p:cNvPr>
              <p:cNvSpPr/>
              <p:nvPr/>
            </p:nvSpPr>
            <p:spPr>
              <a:xfrm flipV="1">
                <a:off x="0" y="0"/>
                <a:ext cx="1367596" cy="109728"/>
              </a:xfrm>
              <a:prstGeom prst="rect">
                <a:avLst/>
              </a:prstGeom>
              <a:solidFill>
                <a:srgbClr val="062845">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4" name="矩形 33">
                <a:extLst>
                  <a:ext uri="{FF2B5EF4-FFF2-40B4-BE49-F238E27FC236}">
                    <a16:creationId xmlns:a16="http://schemas.microsoft.com/office/drawing/2014/main" id="{D37BF6F2-09D7-41CE-8FD1-F88B6D644AEA}"/>
                  </a:ext>
                </a:extLst>
              </p:cNvPr>
              <p:cNvSpPr/>
              <p:nvPr/>
            </p:nvSpPr>
            <p:spPr>
              <a:xfrm flipV="1">
                <a:off x="1367596" y="0"/>
                <a:ext cx="1633434" cy="109728"/>
              </a:xfrm>
              <a:prstGeom prst="rect">
                <a:avLst/>
              </a:prstGeom>
              <a:solidFill>
                <a:srgbClr val="C70E23">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30" name="组合 29">
              <a:extLst>
                <a:ext uri="{FF2B5EF4-FFF2-40B4-BE49-F238E27FC236}">
                  <a16:creationId xmlns:a16="http://schemas.microsoft.com/office/drawing/2014/main" id="{6F464884-B34C-4B24-AD08-5622359221A6}"/>
                </a:ext>
              </a:extLst>
            </p:cNvPr>
            <p:cNvGrpSpPr/>
            <p:nvPr/>
          </p:nvGrpSpPr>
          <p:grpSpPr>
            <a:xfrm rot="16200000">
              <a:off x="10414395" y="4970666"/>
              <a:ext cx="3441332" cy="113879"/>
              <a:chOff x="0" y="0"/>
              <a:chExt cx="3001030" cy="109728"/>
            </a:xfrm>
          </p:grpSpPr>
          <p:sp>
            <p:nvSpPr>
              <p:cNvPr id="31" name="矩形 30">
                <a:extLst>
                  <a:ext uri="{FF2B5EF4-FFF2-40B4-BE49-F238E27FC236}">
                    <a16:creationId xmlns:a16="http://schemas.microsoft.com/office/drawing/2014/main" id="{5B964A98-CB9E-4C18-85C1-7A89E652D13F}"/>
                  </a:ext>
                </a:extLst>
              </p:cNvPr>
              <p:cNvSpPr/>
              <p:nvPr/>
            </p:nvSpPr>
            <p:spPr>
              <a:xfrm flipV="1">
                <a:off x="0" y="0"/>
                <a:ext cx="1367596" cy="109728"/>
              </a:xfrm>
              <a:prstGeom prst="rect">
                <a:avLst/>
              </a:prstGeom>
              <a:solidFill>
                <a:srgbClr val="062845">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2" name="矩形 31">
                <a:extLst>
                  <a:ext uri="{FF2B5EF4-FFF2-40B4-BE49-F238E27FC236}">
                    <a16:creationId xmlns:a16="http://schemas.microsoft.com/office/drawing/2014/main" id="{F37D85CA-E6C4-497D-B8A0-95DCAD7BC970}"/>
                  </a:ext>
                </a:extLst>
              </p:cNvPr>
              <p:cNvSpPr/>
              <p:nvPr/>
            </p:nvSpPr>
            <p:spPr>
              <a:xfrm flipV="1">
                <a:off x="1367596" y="0"/>
                <a:ext cx="1633434" cy="109728"/>
              </a:xfrm>
              <a:prstGeom prst="rect">
                <a:avLst/>
              </a:prstGeom>
              <a:solidFill>
                <a:srgbClr val="C70E23">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pic>
        <p:nvPicPr>
          <p:cNvPr id="55" name="图片 54">
            <a:extLst>
              <a:ext uri="{FF2B5EF4-FFF2-40B4-BE49-F238E27FC236}">
                <a16:creationId xmlns:a16="http://schemas.microsoft.com/office/drawing/2014/main" id="{EFACDAAF-B3C5-47A8-81D2-D0B711311CB4}"/>
              </a:ext>
            </a:extLst>
          </p:cNvPr>
          <p:cNvPicPr>
            <a:picLocks noChangeAspect="1"/>
          </p:cNvPicPr>
          <p:nvPr/>
        </p:nvPicPr>
        <p:blipFill>
          <a:blip r:embed="rId5" cstate="print">
            <a:duotone>
              <a:prstClr val="black"/>
              <a:srgbClr val="38536A">
                <a:tint val="45000"/>
                <a:satMod val="400000"/>
              </a:srgbClr>
            </a:duotone>
            <a:extLst>
              <a:ext uri="{28A0092B-C50C-407E-A947-70E740481C1C}">
                <a14:useLocalDpi xmlns:a14="http://schemas.microsoft.com/office/drawing/2010/main" val="0"/>
              </a:ext>
            </a:extLst>
          </a:blip>
          <a:stretch>
            <a:fillRect/>
          </a:stretch>
        </p:blipFill>
        <p:spPr>
          <a:xfrm>
            <a:off x="3856300" y="2960980"/>
            <a:ext cx="5301002" cy="145020"/>
          </a:xfrm>
          <a:prstGeom prst="rect">
            <a:avLst/>
          </a:prstGeom>
        </p:spPr>
      </p:pic>
      <p:sp>
        <p:nvSpPr>
          <p:cNvPr id="57" name="TextBox 12">
            <a:extLst>
              <a:ext uri="{FF2B5EF4-FFF2-40B4-BE49-F238E27FC236}">
                <a16:creationId xmlns:a16="http://schemas.microsoft.com/office/drawing/2014/main" id="{B7D692BB-98D4-4846-A3AB-3BE0897A580C}"/>
              </a:ext>
            </a:extLst>
          </p:cNvPr>
          <p:cNvSpPr txBox="1"/>
          <p:nvPr/>
        </p:nvSpPr>
        <p:spPr>
          <a:xfrm>
            <a:off x="2232214" y="3346064"/>
            <a:ext cx="8067610" cy="1107996"/>
          </a:xfrm>
          <a:prstGeom prst="rect">
            <a:avLst/>
          </a:prstGeom>
          <a:noFill/>
        </p:spPr>
        <p:txBody>
          <a:bodyPr wrap="square" rtlCol="0">
            <a:spAutoFit/>
          </a:bodyPr>
          <a:lstStyle>
            <a:defPPr>
              <a:defRPr lang="zh-CN"/>
            </a:defPPr>
            <a:lvl1pPr algn="ctr">
              <a:defRPr sz="5400" b="1">
                <a:latin typeface="微软雅黑" panose="020B0503020204020204" pitchFamily="34" charset="-122"/>
                <a:ea typeface="微软雅黑" panose="020B0503020204020204" pitchFamily="34" charset="-122"/>
              </a:defRPr>
            </a:lvl1pPr>
          </a:lstStyle>
          <a:p>
            <a:r>
              <a:rPr lang="zh-CN" altLang="en-US" sz="6600" dirty="0">
                <a:solidFill>
                  <a:srgbClr val="484848"/>
                </a:solidFill>
                <a:latin typeface="+mn-lt"/>
                <a:ea typeface="+mn-ea"/>
                <a:cs typeface="+mn-ea"/>
                <a:sym typeface="+mn-lt"/>
              </a:rPr>
              <a:t>绪论</a:t>
            </a:r>
          </a:p>
        </p:txBody>
      </p:sp>
    </p:spTree>
    <p:extLst>
      <p:ext uri="{BB962C8B-B14F-4D97-AF65-F5344CB8AC3E}">
        <p14:creationId xmlns:p14="http://schemas.microsoft.com/office/powerpoint/2010/main" val="1084848620"/>
      </p:ext>
    </p:extLst>
  </p:cSld>
  <p:clrMapOvr>
    <a:masterClrMapping/>
  </p:clrMapOvr>
  <mc:AlternateContent xmlns:mc="http://schemas.openxmlformats.org/markup-compatibility/2006" xmlns:p14="http://schemas.microsoft.com/office/powerpoint/2010/main">
    <mc:Choice Requires="p14">
      <p:transition spd="slow" p14:dur="2000">
        <p14:ferris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heel(1)">
                                      <p:cBhvr>
                                        <p:cTn id="7" dur="2000"/>
                                        <p:tgtEl>
                                          <p:spTgt spid="18"/>
                                        </p:tgtEl>
                                      </p:cBhvr>
                                    </p:animEffect>
                                  </p:childTnLst>
                                </p:cTn>
                              </p:par>
                            </p:childTnLst>
                          </p:cTn>
                        </p:par>
                        <p:par>
                          <p:cTn id="8" fill="hold">
                            <p:stCondLst>
                              <p:cond delay="2000"/>
                            </p:stCondLst>
                            <p:childTnLst>
                              <p:par>
                                <p:cTn id="9" presetID="53" presetClass="entr" presetSubtype="16"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p:cTn id="11" dur="500" fill="hold"/>
                                        <p:tgtEl>
                                          <p:spTgt spid="6"/>
                                        </p:tgtEl>
                                        <p:attrNameLst>
                                          <p:attrName>ppt_w</p:attrName>
                                        </p:attrNameLst>
                                      </p:cBhvr>
                                      <p:tavLst>
                                        <p:tav tm="0">
                                          <p:val>
                                            <p:fltVal val="0"/>
                                          </p:val>
                                        </p:tav>
                                        <p:tav tm="100000">
                                          <p:val>
                                            <p:strVal val="#ppt_w"/>
                                          </p:val>
                                        </p:tav>
                                      </p:tavLst>
                                    </p:anim>
                                    <p:anim calcmode="lin" valueType="num">
                                      <p:cBhvr>
                                        <p:cTn id="12" dur="500" fill="hold"/>
                                        <p:tgtEl>
                                          <p:spTgt spid="6"/>
                                        </p:tgtEl>
                                        <p:attrNameLst>
                                          <p:attrName>ppt_h</p:attrName>
                                        </p:attrNameLst>
                                      </p:cBhvr>
                                      <p:tavLst>
                                        <p:tav tm="0">
                                          <p:val>
                                            <p:fltVal val="0"/>
                                          </p:val>
                                        </p:tav>
                                        <p:tav tm="100000">
                                          <p:val>
                                            <p:strVal val="#ppt_h"/>
                                          </p:val>
                                        </p:tav>
                                      </p:tavLst>
                                    </p:anim>
                                    <p:animEffect transition="in" filter="fade">
                                      <p:cBhvr>
                                        <p:cTn id="13" dur="500"/>
                                        <p:tgtEl>
                                          <p:spTgt spid="6"/>
                                        </p:tgtEl>
                                      </p:cBhvr>
                                    </p:animEffect>
                                  </p:childTnLst>
                                </p:cTn>
                              </p:par>
                            </p:childTnLst>
                          </p:cTn>
                        </p:par>
                        <p:par>
                          <p:cTn id="14" fill="hold">
                            <p:stCondLst>
                              <p:cond delay="2500"/>
                            </p:stCondLst>
                            <p:childTnLst>
                              <p:par>
                                <p:cTn id="15" presetID="53" presetClass="entr" presetSubtype="16" fill="hold" grpId="0" nodeType="after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p:cTn id="17" dur="500" fill="hold"/>
                                        <p:tgtEl>
                                          <p:spTgt spid="7"/>
                                        </p:tgtEl>
                                        <p:attrNameLst>
                                          <p:attrName>ppt_w</p:attrName>
                                        </p:attrNameLst>
                                      </p:cBhvr>
                                      <p:tavLst>
                                        <p:tav tm="0">
                                          <p:val>
                                            <p:fltVal val="0"/>
                                          </p:val>
                                        </p:tav>
                                        <p:tav tm="100000">
                                          <p:val>
                                            <p:strVal val="#ppt_w"/>
                                          </p:val>
                                        </p:tav>
                                      </p:tavLst>
                                    </p:anim>
                                    <p:anim calcmode="lin" valueType="num">
                                      <p:cBhvr>
                                        <p:cTn id="18" dur="500" fill="hold"/>
                                        <p:tgtEl>
                                          <p:spTgt spid="7"/>
                                        </p:tgtEl>
                                        <p:attrNameLst>
                                          <p:attrName>ppt_h</p:attrName>
                                        </p:attrNameLst>
                                      </p:cBhvr>
                                      <p:tavLst>
                                        <p:tav tm="0">
                                          <p:val>
                                            <p:fltVal val="0"/>
                                          </p:val>
                                        </p:tav>
                                        <p:tav tm="100000">
                                          <p:val>
                                            <p:strVal val="#ppt_h"/>
                                          </p:val>
                                        </p:tav>
                                      </p:tavLst>
                                    </p:anim>
                                    <p:animEffect transition="in" filter="fade">
                                      <p:cBhvr>
                                        <p:cTn id="19" dur="500"/>
                                        <p:tgtEl>
                                          <p:spTgt spid="7"/>
                                        </p:tgtEl>
                                      </p:cBhvr>
                                    </p:animEffect>
                                  </p:childTnLst>
                                </p:cTn>
                              </p:par>
                            </p:childTnLst>
                          </p:cTn>
                        </p:par>
                        <p:par>
                          <p:cTn id="20" fill="hold">
                            <p:stCondLst>
                              <p:cond delay="3000"/>
                            </p:stCondLst>
                            <p:childTnLst>
                              <p:par>
                                <p:cTn id="21" presetID="22" presetClass="entr" presetSubtype="8" fill="hold" nodeType="afterEffect">
                                  <p:stCondLst>
                                    <p:cond delay="0"/>
                                  </p:stCondLst>
                                  <p:childTnLst>
                                    <p:set>
                                      <p:cBhvr>
                                        <p:cTn id="22" dur="1" fill="hold">
                                          <p:stCondLst>
                                            <p:cond delay="0"/>
                                          </p:stCondLst>
                                        </p:cTn>
                                        <p:tgtEl>
                                          <p:spTgt spid="55"/>
                                        </p:tgtEl>
                                        <p:attrNameLst>
                                          <p:attrName>style.visibility</p:attrName>
                                        </p:attrNameLst>
                                      </p:cBhvr>
                                      <p:to>
                                        <p:strVal val="visible"/>
                                      </p:to>
                                    </p:set>
                                    <p:animEffect transition="in" filter="wipe(left)">
                                      <p:cBhvr>
                                        <p:cTn id="23" dur="500"/>
                                        <p:tgtEl>
                                          <p:spTgt spid="55"/>
                                        </p:tgtEl>
                                      </p:cBhvr>
                                    </p:animEffect>
                                  </p:childTnLst>
                                </p:cTn>
                              </p:par>
                            </p:childTnLst>
                          </p:cTn>
                        </p:par>
                        <p:par>
                          <p:cTn id="24" fill="hold">
                            <p:stCondLst>
                              <p:cond delay="3500"/>
                            </p:stCondLst>
                            <p:childTnLst>
                              <p:par>
                                <p:cTn id="25" presetID="41" presetClass="entr" presetSubtype="0" fill="hold" grpId="0" nodeType="afterEffect">
                                  <p:stCondLst>
                                    <p:cond delay="0"/>
                                  </p:stCondLst>
                                  <p:iterate type="lt">
                                    <p:tmPct val="10000"/>
                                  </p:iterate>
                                  <p:childTnLst>
                                    <p:set>
                                      <p:cBhvr>
                                        <p:cTn id="26" dur="1" fill="hold">
                                          <p:stCondLst>
                                            <p:cond delay="0"/>
                                          </p:stCondLst>
                                        </p:cTn>
                                        <p:tgtEl>
                                          <p:spTgt spid="57"/>
                                        </p:tgtEl>
                                        <p:attrNameLst>
                                          <p:attrName>style.visibility</p:attrName>
                                        </p:attrNameLst>
                                      </p:cBhvr>
                                      <p:to>
                                        <p:strVal val="visible"/>
                                      </p:to>
                                    </p:set>
                                    <p:anim calcmode="lin" valueType="num">
                                      <p:cBhvr>
                                        <p:cTn id="27" dur="500" fill="hold"/>
                                        <p:tgtEl>
                                          <p:spTgt spid="57"/>
                                        </p:tgtEl>
                                        <p:attrNameLst>
                                          <p:attrName>ppt_x</p:attrName>
                                        </p:attrNameLst>
                                      </p:cBhvr>
                                      <p:tavLst>
                                        <p:tav tm="0">
                                          <p:val>
                                            <p:strVal val="#ppt_x"/>
                                          </p:val>
                                        </p:tav>
                                        <p:tav tm="50000">
                                          <p:val>
                                            <p:strVal val="#ppt_x+.1"/>
                                          </p:val>
                                        </p:tav>
                                        <p:tav tm="100000">
                                          <p:val>
                                            <p:strVal val="#ppt_x"/>
                                          </p:val>
                                        </p:tav>
                                      </p:tavLst>
                                    </p:anim>
                                    <p:anim calcmode="lin" valueType="num">
                                      <p:cBhvr>
                                        <p:cTn id="28" dur="500" fill="hold"/>
                                        <p:tgtEl>
                                          <p:spTgt spid="57"/>
                                        </p:tgtEl>
                                        <p:attrNameLst>
                                          <p:attrName>ppt_y</p:attrName>
                                        </p:attrNameLst>
                                      </p:cBhvr>
                                      <p:tavLst>
                                        <p:tav tm="0">
                                          <p:val>
                                            <p:strVal val="#ppt_y"/>
                                          </p:val>
                                        </p:tav>
                                        <p:tav tm="100000">
                                          <p:val>
                                            <p:strVal val="#ppt_y"/>
                                          </p:val>
                                        </p:tav>
                                      </p:tavLst>
                                    </p:anim>
                                    <p:anim calcmode="lin" valueType="num">
                                      <p:cBhvr>
                                        <p:cTn id="29" dur="500" fill="hold"/>
                                        <p:tgtEl>
                                          <p:spTgt spid="57"/>
                                        </p:tgtEl>
                                        <p:attrNameLst>
                                          <p:attrName>ppt_h</p:attrName>
                                        </p:attrNameLst>
                                      </p:cBhvr>
                                      <p:tavLst>
                                        <p:tav tm="0">
                                          <p:val>
                                            <p:strVal val="#ppt_h/10"/>
                                          </p:val>
                                        </p:tav>
                                        <p:tav tm="50000">
                                          <p:val>
                                            <p:strVal val="#ppt_h+.01"/>
                                          </p:val>
                                        </p:tav>
                                        <p:tav tm="100000">
                                          <p:val>
                                            <p:strVal val="#ppt_h"/>
                                          </p:val>
                                        </p:tav>
                                      </p:tavLst>
                                    </p:anim>
                                    <p:anim calcmode="lin" valueType="num">
                                      <p:cBhvr>
                                        <p:cTn id="30" dur="500" fill="hold"/>
                                        <p:tgtEl>
                                          <p:spTgt spid="57"/>
                                        </p:tgtEl>
                                        <p:attrNameLst>
                                          <p:attrName>ppt_w</p:attrName>
                                        </p:attrNameLst>
                                      </p:cBhvr>
                                      <p:tavLst>
                                        <p:tav tm="0">
                                          <p:val>
                                            <p:strVal val="#ppt_w/10"/>
                                          </p:val>
                                        </p:tav>
                                        <p:tav tm="50000">
                                          <p:val>
                                            <p:strVal val="#ppt_w+.01"/>
                                          </p:val>
                                        </p:tav>
                                        <p:tav tm="100000">
                                          <p:val>
                                            <p:strVal val="#ppt_w"/>
                                          </p:val>
                                        </p:tav>
                                      </p:tavLst>
                                    </p:anim>
                                    <p:animEffect transition="in" filter="fade">
                                      <p:cBhvr>
                                        <p:cTn id="31" dur="500" tmFilter="0,0; .5, 1; 1, 1"/>
                                        <p:tgtEl>
                                          <p:spTgt spid="57"/>
                                        </p:tgtEl>
                                      </p:cBhvr>
                                    </p:animEffect>
                                  </p:childTnLst>
                                </p:cTn>
                              </p:par>
                            </p:childTnLst>
                          </p:cTn>
                        </p:par>
                        <p:par>
                          <p:cTn id="32" fill="hold">
                            <p:stCondLst>
                              <p:cond delay="4050"/>
                            </p:stCondLst>
                            <p:childTnLst>
                              <p:par>
                                <p:cTn id="33" presetID="22" presetClass="entr" presetSubtype="8" fill="hold" nodeType="afterEffect">
                                  <p:stCondLst>
                                    <p:cond delay="0"/>
                                  </p:stCondLst>
                                  <p:childTnLst>
                                    <p:set>
                                      <p:cBhvr>
                                        <p:cTn id="34" dur="1" fill="hold">
                                          <p:stCondLst>
                                            <p:cond delay="0"/>
                                          </p:stCondLst>
                                        </p:cTn>
                                        <p:tgtEl>
                                          <p:spTgt spid="5"/>
                                        </p:tgtEl>
                                        <p:attrNameLst>
                                          <p:attrName>style.visibility</p:attrName>
                                        </p:attrNameLst>
                                      </p:cBhvr>
                                      <p:to>
                                        <p:strVal val="visible"/>
                                      </p:to>
                                    </p:set>
                                    <p:animEffect transition="in" filter="wipe(left)">
                                      <p:cBhvr>
                                        <p:cTn id="3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5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等腰三角形 45">
            <a:extLst>
              <a:ext uri="{FF2B5EF4-FFF2-40B4-BE49-F238E27FC236}">
                <a16:creationId xmlns:a16="http://schemas.microsoft.com/office/drawing/2014/main" id="{E1266A78-4BE4-4636-B003-9B8E68D5535E}"/>
              </a:ext>
            </a:extLst>
          </p:cNvPr>
          <p:cNvSpPr/>
          <p:nvPr/>
        </p:nvSpPr>
        <p:spPr>
          <a:xfrm>
            <a:off x="1513216" y="3913205"/>
            <a:ext cx="1773057" cy="959867"/>
          </a:xfrm>
          <a:custGeom>
            <a:avLst/>
            <a:gdLst/>
            <a:ahLst/>
            <a:cxnLst/>
            <a:rect l="l" t="t" r="r" b="b"/>
            <a:pathLst>
              <a:path w="1773057" h="959867">
                <a:moveTo>
                  <a:pt x="886528" y="0"/>
                </a:moveTo>
                <a:lnTo>
                  <a:pt x="953045" y="84733"/>
                </a:lnTo>
                <a:lnTo>
                  <a:pt x="1627198" y="84733"/>
                </a:lnTo>
                <a:cubicBezTo>
                  <a:pt x="1707754" y="84733"/>
                  <a:pt x="1773057" y="150036"/>
                  <a:pt x="1773057" y="230592"/>
                </a:cubicBezTo>
                <a:lnTo>
                  <a:pt x="1773057" y="814008"/>
                </a:lnTo>
                <a:cubicBezTo>
                  <a:pt x="1773057" y="894564"/>
                  <a:pt x="1707754" y="959867"/>
                  <a:pt x="1627198" y="959867"/>
                </a:cubicBezTo>
                <a:lnTo>
                  <a:pt x="145859" y="959867"/>
                </a:lnTo>
                <a:cubicBezTo>
                  <a:pt x="65303" y="959867"/>
                  <a:pt x="0" y="894564"/>
                  <a:pt x="0" y="814008"/>
                </a:cubicBezTo>
                <a:lnTo>
                  <a:pt x="0" y="230592"/>
                </a:lnTo>
                <a:cubicBezTo>
                  <a:pt x="0" y="150036"/>
                  <a:pt x="65303" y="84733"/>
                  <a:pt x="145859" y="84733"/>
                </a:cubicBezTo>
                <a:lnTo>
                  <a:pt x="820011" y="84733"/>
                </a:lnTo>
                <a:close/>
              </a:path>
            </a:pathLst>
          </a:custGeom>
          <a:noFill/>
          <a:ln w="12700">
            <a:solidFill>
              <a:srgbClr val="344F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TextBox 2">
            <a:extLst>
              <a:ext uri="{FF2B5EF4-FFF2-40B4-BE49-F238E27FC236}">
                <a16:creationId xmlns:a16="http://schemas.microsoft.com/office/drawing/2014/main" id="{B272CF9D-5698-4FBC-8F4C-F0BFE67A0162}"/>
              </a:ext>
            </a:extLst>
          </p:cNvPr>
          <p:cNvSpPr txBox="1"/>
          <p:nvPr/>
        </p:nvSpPr>
        <p:spPr>
          <a:xfrm>
            <a:off x="1513216" y="5115149"/>
            <a:ext cx="9737489" cy="203645"/>
          </a:xfrm>
          <a:prstGeom prst="rect">
            <a:avLst/>
          </a:prstGeom>
          <a:noFill/>
        </p:spPr>
        <p:txBody>
          <a:bodyPr wrap="square" lIns="0" tIns="0" rIns="0" bIns="0" rtlCol="0">
            <a:spAutoFit/>
          </a:bodyPr>
          <a:lstStyle/>
          <a:p>
            <a:pPr algn="just">
              <a:lnSpc>
                <a:spcPct val="150000"/>
              </a:lnSpc>
            </a:pPr>
            <a:r>
              <a:rPr lang="zh-CN" altLang="en-US" sz="1000" dirty="0"/>
              <a:t>在智慧司法背景下，司法文本规模不断扩大，“一案多罪”问题日益突出，需要融合文本语义理解与罪名关系建模的预测方法。</a:t>
            </a:r>
            <a:endParaRPr lang="en-US" altLang="zh-CN" sz="1000" dirty="0">
              <a:solidFill>
                <a:schemeClr val="tx1">
                  <a:lumMod val="65000"/>
                  <a:lumOff val="35000"/>
                </a:schemeClr>
              </a:solidFill>
              <a:latin typeface="微软雅黑" pitchFamily="34" charset="-122"/>
              <a:ea typeface="微软雅黑" pitchFamily="34" charset="-122"/>
            </a:endParaRPr>
          </a:p>
        </p:txBody>
      </p:sp>
      <p:sp>
        <p:nvSpPr>
          <p:cNvPr id="4" name="TextBox 10">
            <a:extLst>
              <a:ext uri="{FF2B5EF4-FFF2-40B4-BE49-F238E27FC236}">
                <a16:creationId xmlns:a16="http://schemas.microsoft.com/office/drawing/2014/main" id="{159A8B57-FD44-4BFF-802E-0B59F7489E57}"/>
              </a:ext>
            </a:extLst>
          </p:cNvPr>
          <p:cNvSpPr txBox="1"/>
          <p:nvPr/>
        </p:nvSpPr>
        <p:spPr>
          <a:xfrm>
            <a:off x="1679664" y="4077284"/>
            <a:ext cx="1440160" cy="456215"/>
          </a:xfrm>
          <a:prstGeom prst="rect">
            <a:avLst/>
          </a:prstGeom>
          <a:noFill/>
        </p:spPr>
        <p:txBody>
          <a:bodyPr wrap="square" lIns="0" tIns="0" rIns="0" bIns="0" rtlCol="0">
            <a:spAutoFit/>
          </a:bodyPr>
          <a:lstStyle>
            <a:defPPr>
              <a:defRPr lang="zh-CN"/>
            </a:defPPr>
            <a:lvl1pPr algn="ctr">
              <a:lnSpc>
                <a:spcPct val="150000"/>
              </a:lnSpc>
              <a:defRPr sz="1000">
                <a:solidFill>
                  <a:schemeClr val="tx1">
                    <a:lumMod val="65000"/>
                    <a:lumOff val="35000"/>
                  </a:schemeClr>
                </a:solidFill>
                <a:latin typeface="微软雅黑" pitchFamily="34" charset="-122"/>
                <a:ea typeface="微软雅黑" pitchFamily="34" charset="-122"/>
              </a:defRPr>
            </a:lvl1pPr>
          </a:lstStyle>
          <a:p>
            <a:pPr algn="just"/>
            <a:r>
              <a:rPr lang="zh-CN" altLang="en-US" sz="1050" dirty="0"/>
              <a:t>智慧司法推进，司法数据规模持续增长</a:t>
            </a:r>
            <a:endParaRPr lang="zh-CN" altLang="en-US" sz="1050" b="1" dirty="0">
              <a:cs typeface="+mn-ea"/>
              <a:sym typeface="+mn-lt"/>
            </a:endParaRPr>
          </a:p>
        </p:txBody>
      </p:sp>
      <p:sp>
        <p:nvSpPr>
          <p:cNvPr id="5" name="TextBox 16">
            <a:extLst>
              <a:ext uri="{FF2B5EF4-FFF2-40B4-BE49-F238E27FC236}">
                <a16:creationId xmlns:a16="http://schemas.microsoft.com/office/drawing/2014/main" id="{28716289-0742-452B-928E-E41F367F72AC}"/>
              </a:ext>
            </a:extLst>
          </p:cNvPr>
          <p:cNvSpPr txBox="1"/>
          <p:nvPr/>
        </p:nvSpPr>
        <p:spPr>
          <a:xfrm>
            <a:off x="5432611" y="4077284"/>
            <a:ext cx="1559859" cy="456215"/>
          </a:xfrm>
          <a:prstGeom prst="rect">
            <a:avLst/>
          </a:prstGeom>
          <a:noFill/>
        </p:spPr>
        <p:txBody>
          <a:bodyPr wrap="square" lIns="0" tIns="0" rIns="0" bIns="0" rtlCol="0">
            <a:spAutoFit/>
          </a:bodyPr>
          <a:lstStyle>
            <a:defPPr>
              <a:defRPr lang="zh-CN"/>
            </a:defPPr>
            <a:lvl1pPr algn="ctr">
              <a:lnSpc>
                <a:spcPct val="150000"/>
              </a:lnSpc>
              <a:defRPr sz="1000">
                <a:solidFill>
                  <a:schemeClr val="tx1">
                    <a:lumMod val="65000"/>
                    <a:lumOff val="35000"/>
                  </a:schemeClr>
                </a:solidFill>
                <a:latin typeface="微软雅黑" pitchFamily="34" charset="-122"/>
                <a:ea typeface="微软雅黑" pitchFamily="34" charset="-122"/>
              </a:defRPr>
            </a:lvl1pPr>
          </a:lstStyle>
          <a:p>
            <a:pPr algn="just"/>
            <a:r>
              <a:rPr lang="zh-CN" altLang="en-US" sz="1050" dirty="0">
                <a:sym typeface="+mn-lt"/>
              </a:rPr>
              <a:t>案件文本长且复杂</a:t>
            </a:r>
          </a:p>
          <a:p>
            <a:pPr algn="just"/>
            <a:r>
              <a:rPr lang="zh-CN" altLang="en-US" sz="1050" dirty="0">
                <a:sym typeface="+mn-lt"/>
              </a:rPr>
              <a:t>人工罪名分析效率低</a:t>
            </a:r>
          </a:p>
        </p:txBody>
      </p:sp>
      <p:sp>
        <p:nvSpPr>
          <p:cNvPr id="6" name="TextBox 22">
            <a:extLst>
              <a:ext uri="{FF2B5EF4-FFF2-40B4-BE49-F238E27FC236}">
                <a16:creationId xmlns:a16="http://schemas.microsoft.com/office/drawing/2014/main" id="{E05195C8-7B30-4191-B09D-E04F489E99EB}"/>
              </a:ext>
            </a:extLst>
          </p:cNvPr>
          <p:cNvSpPr txBox="1"/>
          <p:nvPr/>
        </p:nvSpPr>
        <p:spPr>
          <a:xfrm>
            <a:off x="9307815" y="4077284"/>
            <a:ext cx="1456961" cy="698589"/>
          </a:xfrm>
          <a:prstGeom prst="rect">
            <a:avLst/>
          </a:prstGeom>
          <a:noFill/>
        </p:spPr>
        <p:txBody>
          <a:bodyPr wrap="square" lIns="0" tIns="0" rIns="0" bIns="0" rtlCol="0">
            <a:spAutoFit/>
          </a:bodyPr>
          <a:lstStyle>
            <a:defPPr>
              <a:defRPr lang="zh-CN"/>
            </a:defPPr>
            <a:lvl1pPr algn="ctr">
              <a:lnSpc>
                <a:spcPct val="150000"/>
              </a:lnSpc>
              <a:defRPr sz="1000">
                <a:solidFill>
                  <a:schemeClr val="tx1">
                    <a:lumMod val="65000"/>
                    <a:lumOff val="35000"/>
                  </a:schemeClr>
                </a:solidFill>
                <a:latin typeface="微软雅黑" pitchFamily="34" charset="-122"/>
                <a:ea typeface="微软雅黑" pitchFamily="34" charset="-122"/>
              </a:defRPr>
            </a:lvl1pPr>
          </a:lstStyle>
          <a:p>
            <a:pPr algn="just"/>
            <a:r>
              <a:rPr lang="zh-CN" altLang="en-US" sz="1050" dirty="0">
                <a:sym typeface="+mn-lt"/>
              </a:rPr>
              <a:t>“一案多罪”普遍存在</a:t>
            </a:r>
          </a:p>
          <a:p>
            <a:pPr algn="just"/>
            <a:r>
              <a:rPr lang="zh-CN" altLang="en-US" sz="1050" dirty="0">
                <a:sym typeface="+mn-lt"/>
              </a:rPr>
              <a:t>需同时建模文本语义与罪名关系</a:t>
            </a:r>
          </a:p>
        </p:txBody>
      </p:sp>
      <p:grpSp>
        <p:nvGrpSpPr>
          <p:cNvPr id="7" name="组合 6">
            <a:extLst>
              <a:ext uri="{FF2B5EF4-FFF2-40B4-BE49-F238E27FC236}">
                <a16:creationId xmlns:a16="http://schemas.microsoft.com/office/drawing/2014/main" id="{D59E935A-934B-45D3-8FE1-F1F429D0001F}"/>
              </a:ext>
            </a:extLst>
          </p:cNvPr>
          <p:cNvGrpSpPr/>
          <p:nvPr/>
        </p:nvGrpSpPr>
        <p:grpSpPr>
          <a:xfrm>
            <a:off x="1535744" y="1996988"/>
            <a:ext cx="1728000" cy="1838115"/>
            <a:chOff x="1280133" y="1276560"/>
            <a:chExt cx="1728000" cy="1838115"/>
          </a:xfrm>
        </p:grpSpPr>
        <p:sp>
          <p:nvSpPr>
            <p:cNvPr id="8" name="椭圆 7">
              <a:extLst>
                <a:ext uri="{FF2B5EF4-FFF2-40B4-BE49-F238E27FC236}">
                  <a16:creationId xmlns:a16="http://schemas.microsoft.com/office/drawing/2014/main" id="{0F47250F-1D0B-44D6-9814-6BAA15881CDD}"/>
                </a:ext>
              </a:extLst>
            </p:cNvPr>
            <p:cNvSpPr/>
            <p:nvPr/>
          </p:nvSpPr>
          <p:spPr>
            <a:xfrm>
              <a:off x="1280133" y="1276560"/>
              <a:ext cx="1728000" cy="1728000"/>
            </a:xfrm>
            <a:prstGeom prst="ellipse">
              <a:avLst/>
            </a:prstGeom>
            <a:solidFill>
              <a:srgbClr val="344F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sp>
          <p:nvSpPr>
            <p:cNvPr id="9" name="TextBox 30">
              <a:extLst>
                <a:ext uri="{FF2B5EF4-FFF2-40B4-BE49-F238E27FC236}">
                  <a16:creationId xmlns:a16="http://schemas.microsoft.com/office/drawing/2014/main" id="{781333C2-28B9-47F1-85A4-00F6AAF3C59A}"/>
                </a:ext>
              </a:extLst>
            </p:cNvPr>
            <p:cNvSpPr txBox="1"/>
            <p:nvPr/>
          </p:nvSpPr>
          <p:spPr>
            <a:xfrm>
              <a:off x="1389110" y="1730425"/>
              <a:ext cx="1555101" cy="984885"/>
            </a:xfrm>
            <a:prstGeom prst="rect">
              <a:avLst/>
            </a:prstGeom>
            <a:noFill/>
          </p:spPr>
          <p:txBody>
            <a:bodyPr wrap="square" lIns="0" tIns="0" rIns="0" bIns="0" rtlCol="0">
              <a:spAutoFit/>
            </a:bodyPr>
            <a:lstStyle>
              <a:defPPr>
                <a:defRPr lang="zh-CN"/>
              </a:defPPr>
              <a:lvl1pPr algn="ctr">
                <a:defRPr sz="1400" b="1">
                  <a:solidFill>
                    <a:schemeClr val="bg1"/>
                  </a:solidFill>
                  <a:latin typeface="微软雅黑" pitchFamily="34" charset="-122"/>
                  <a:ea typeface="微软雅黑" pitchFamily="34" charset="-122"/>
                </a:defRPr>
              </a:lvl1pPr>
            </a:lstStyle>
            <a:p>
              <a:r>
                <a:rPr lang="zh-CN" altLang="en-US" sz="3200" dirty="0"/>
                <a:t>发展趋势</a:t>
              </a:r>
              <a:endParaRPr lang="zh-CN" altLang="en-US" sz="5400" dirty="0"/>
            </a:p>
          </p:txBody>
        </p:sp>
        <p:sp>
          <p:nvSpPr>
            <p:cNvPr id="10" name="等腰三角形 9">
              <a:extLst>
                <a:ext uri="{FF2B5EF4-FFF2-40B4-BE49-F238E27FC236}">
                  <a16:creationId xmlns:a16="http://schemas.microsoft.com/office/drawing/2014/main" id="{955A2051-B990-4C10-A239-A85023533EFA}"/>
                </a:ext>
              </a:extLst>
            </p:cNvPr>
            <p:cNvSpPr/>
            <p:nvPr/>
          </p:nvSpPr>
          <p:spPr>
            <a:xfrm flipV="1">
              <a:off x="2034816" y="2975421"/>
              <a:ext cx="218634" cy="139254"/>
            </a:xfrm>
            <a:prstGeom prst="triangle">
              <a:avLst/>
            </a:prstGeom>
            <a:solidFill>
              <a:srgbClr val="344F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grpSp>
      <p:grpSp>
        <p:nvGrpSpPr>
          <p:cNvPr id="11" name="组合 10">
            <a:extLst>
              <a:ext uri="{FF2B5EF4-FFF2-40B4-BE49-F238E27FC236}">
                <a16:creationId xmlns:a16="http://schemas.microsoft.com/office/drawing/2014/main" id="{2792F863-AF50-4824-9312-F8F07DD6DE49}"/>
              </a:ext>
            </a:extLst>
          </p:cNvPr>
          <p:cNvGrpSpPr/>
          <p:nvPr/>
        </p:nvGrpSpPr>
        <p:grpSpPr>
          <a:xfrm>
            <a:off x="5354020" y="1990709"/>
            <a:ext cx="1728000" cy="1844394"/>
            <a:chOff x="3616599" y="1270281"/>
            <a:chExt cx="1728000" cy="1844394"/>
          </a:xfrm>
          <a:solidFill>
            <a:srgbClr val="CF3B4C"/>
          </a:solidFill>
        </p:grpSpPr>
        <p:sp>
          <p:nvSpPr>
            <p:cNvPr id="12" name="椭圆 11">
              <a:extLst>
                <a:ext uri="{FF2B5EF4-FFF2-40B4-BE49-F238E27FC236}">
                  <a16:creationId xmlns:a16="http://schemas.microsoft.com/office/drawing/2014/main" id="{DF4D7D88-5DB3-4B4C-8980-1C5FD92B72C8}"/>
                </a:ext>
              </a:extLst>
            </p:cNvPr>
            <p:cNvSpPr/>
            <p:nvPr/>
          </p:nvSpPr>
          <p:spPr>
            <a:xfrm>
              <a:off x="3616599" y="1270281"/>
              <a:ext cx="1728000" cy="1728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sp>
          <p:nvSpPr>
            <p:cNvPr id="13" name="TextBox 31">
              <a:extLst>
                <a:ext uri="{FF2B5EF4-FFF2-40B4-BE49-F238E27FC236}">
                  <a16:creationId xmlns:a16="http://schemas.microsoft.com/office/drawing/2014/main" id="{5D7AEFB6-9AAB-4BFE-85F8-EC9D7729F1F7}"/>
                </a:ext>
              </a:extLst>
            </p:cNvPr>
            <p:cNvSpPr txBox="1"/>
            <p:nvPr/>
          </p:nvSpPr>
          <p:spPr>
            <a:xfrm>
              <a:off x="3818911" y="1764949"/>
              <a:ext cx="1323376" cy="984885"/>
            </a:xfrm>
            <a:prstGeom prst="rect">
              <a:avLst/>
            </a:prstGeom>
            <a:noFill/>
          </p:spPr>
          <p:txBody>
            <a:bodyPr wrap="square" lIns="0" tIns="0" rIns="0" bIns="0" rtlCol="0">
              <a:spAutoFit/>
            </a:bodyPr>
            <a:lstStyle>
              <a:defPPr>
                <a:defRPr lang="zh-CN"/>
              </a:defPPr>
              <a:lvl1pPr algn="ctr">
                <a:defRPr sz="1400" b="1">
                  <a:solidFill>
                    <a:schemeClr val="bg1"/>
                  </a:solidFill>
                  <a:latin typeface="微软雅黑" pitchFamily="34" charset="-122"/>
                  <a:ea typeface="微软雅黑" pitchFamily="34" charset="-122"/>
                </a:defRPr>
              </a:lvl1pPr>
            </a:lstStyle>
            <a:p>
              <a:r>
                <a:rPr lang="zh-CN" altLang="en-US" sz="3200" dirty="0"/>
                <a:t>形势倒逼</a:t>
              </a:r>
              <a:endParaRPr lang="zh-CN" altLang="en-US" sz="5400" dirty="0"/>
            </a:p>
          </p:txBody>
        </p:sp>
        <p:sp>
          <p:nvSpPr>
            <p:cNvPr id="14" name="等腰三角形 13">
              <a:extLst>
                <a:ext uri="{FF2B5EF4-FFF2-40B4-BE49-F238E27FC236}">
                  <a16:creationId xmlns:a16="http://schemas.microsoft.com/office/drawing/2014/main" id="{9217B143-5317-466B-BDB2-F0AB9DF67D8A}"/>
                </a:ext>
              </a:extLst>
            </p:cNvPr>
            <p:cNvSpPr/>
            <p:nvPr/>
          </p:nvSpPr>
          <p:spPr>
            <a:xfrm flipV="1">
              <a:off x="4379998" y="2975421"/>
              <a:ext cx="218634" cy="13925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grpSp>
      <p:grpSp>
        <p:nvGrpSpPr>
          <p:cNvPr id="15" name="组合 14">
            <a:extLst>
              <a:ext uri="{FF2B5EF4-FFF2-40B4-BE49-F238E27FC236}">
                <a16:creationId xmlns:a16="http://schemas.microsoft.com/office/drawing/2014/main" id="{A48EDD6B-F39D-4BEA-8180-8256F1D58E1E}"/>
              </a:ext>
            </a:extLst>
          </p:cNvPr>
          <p:cNvGrpSpPr/>
          <p:nvPr/>
        </p:nvGrpSpPr>
        <p:grpSpPr>
          <a:xfrm>
            <a:off x="9172295" y="1997664"/>
            <a:ext cx="1728000" cy="1837439"/>
            <a:chOff x="5990153" y="1277236"/>
            <a:chExt cx="1728000" cy="1837439"/>
          </a:xfrm>
          <a:solidFill>
            <a:srgbClr val="344F66"/>
          </a:solidFill>
        </p:grpSpPr>
        <p:sp>
          <p:nvSpPr>
            <p:cNvPr id="16" name="椭圆 15">
              <a:extLst>
                <a:ext uri="{FF2B5EF4-FFF2-40B4-BE49-F238E27FC236}">
                  <a16:creationId xmlns:a16="http://schemas.microsoft.com/office/drawing/2014/main" id="{EED55FEA-D86D-4973-92A0-8BF9E79B3FB6}"/>
                </a:ext>
              </a:extLst>
            </p:cNvPr>
            <p:cNvSpPr/>
            <p:nvPr/>
          </p:nvSpPr>
          <p:spPr>
            <a:xfrm>
              <a:off x="5990153" y="1277236"/>
              <a:ext cx="1728000" cy="17280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sp>
          <p:nvSpPr>
            <p:cNvPr id="17" name="TextBox 32">
              <a:extLst>
                <a:ext uri="{FF2B5EF4-FFF2-40B4-BE49-F238E27FC236}">
                  <a16:creationId xmlns:a16="http://schemas.microsoft.com/office/drawing/2014/main" id="{FDEE9565-994A-4A3F-AE07-E7B97535EA33}"/>
                </a:ext>
              </a:extLst>
            </p:cNvPr>
            <p:cNvSpPr txBox="1"/>
            <p:nvPr/>
          </p:nvSpPr>
          <p:spPr>
            <a:xfrm>
              <a:off x="6189054" y="1781527"/>
              <a:ext cx="1330199" cy="984885"/>
            </a:xfrm>
            <a:prstGeom prst="rect">
              <a:avLst/>
            </a:prstGeom>
            <a:noFill/>
          </p:spPr>
          <p:txBody>
            <a:bodyPr wrap="square" lIns="0" tIns="0" rIns="0" bIns="0" rtlCol="0">
              <a:spAutoFit/>
            </a:bodyPr>
            <a:lstStyle>
              <a:defPPr>
                <a:defRPr lang="zh-CN"/>
              </a:defPPr>
              <a:lvl1pPr algn="ctr">
                <a:defRPr sz="1400" b="1">
                  <a:solidFill>
                    <a:schemeClr val="bg1"/>
                  </a:solidFill>
                  <a:latin typeface="微软雅黑" pitchFamily="34" charset="-122"/>
                  <a:ea typeface="微软雅黑" pitchFamily="34" charset="-122"/>
                </a:defRPr>
              </a:lvl1pPr>
            </a:lstStyle>
            <a:p>
              <a:r>
                <a:rPr lang="zh-CN" altLang="en-US" sz="3200" dirty="0"/>
                <a:t>内在需求</a:t>
              </a:r>
              <a:endParaRPr lang="zh-CN" altLang="en-US" sz="5400" dirty="0"/>
            </a:p>
          </p:txBody>
        </p:sp>
        <p:sp>
          <p:nvSpPr>
            <p:cNvPr id="18" name="等腰三角形 17">
              <a:extLst>
                <a:ext uri="{FF2B5EF4-FFF2-40B4-BE49-F238E27FC236}">
                  <a16:creationId xmlns:a16="http://schemas.microsoft.com/office/drawing/2014/main" id="{3CD38054-A1C6-4C9D-9BE5-C276F77F3559}"/>
                </a:ext>
              </a:extLst>
            </p:cNvPr>
            <p:cNvSpPr/>
            <p:nvPr/>
          </p:nvSpPr>
          <p:spPr>
            <a:xfrm flipV="1">
              <a:off x="6744504" y="2975421"/>
              <a:ext cx="218634" cy="13925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600"/>
            </a:p>
          </p:txBody>
        </p:sp>
      </p:grpSp>
      <p:sp>
        <p:nvSpPr>
          <p:cNvPr id="19" name="等腰三角形 45">
            <a:extLst>
              <a:ext uri="{FF2B5EF4-FFF2-40B4-BE49-F238E27FC236}">
                <a16:creationId xmlns:a16="http://schemas.microsoft.com/office/drawing/2014/main" id="{0CD0E401-F7E2-4F2C-9AD0-19FFE7D6836A}"/>
              </a:ext>
            </a:extLst>
          </p:cNvPr>
          <p:cNvSpPr/>
          <p:nvPr/>
        </p:nvSpPr>
        <p:spPr>
          <a:xfrm>
            <a:off x="5331492" y="3913205"/>
            <a:ext cx="1773057" cy="959867"/>
          </a:xfrm>
          <a:custGeom>
            <a:avLst/>
            <a:gdLst/>
            <a:ahLst/>
            <a:cxnLst/>
            <a:rect l="l" t="t" r="r" b="b"/>
            <a:pathLst>
              <a:path w="1773057" h="959867">
                <a:moveTo>
                  <a:pt x="886528" y="0"/>
                </a:moveTo>
                <a:lnTo>
                  <a:pt x="953045" y="84733"/>
                </a:lnTo>
                <a:lnTo>
                  <a:pt x="1627198" y="84733"/>
                </a:lnTo>
                <a:cubicBezTo>
                  <a:pt x="1707754" y="84733"/>
                  <a:pt x="1773057" y="150036"/>
                  <a:pt x="1773057" y="230592"/>
                </a:cubicBezTo>
                <a:lnTo>
                  <a:pt x="1773057" y="814008"/>
                </a:lnTo>
                <a:cubicBezTo>
                  <a:pt x="1773057" y="894564"/>
                  <a:pt x="1707754" y="959867"/>
                  <a:pt x="1627198" y="959867"/>
                </a:cubicBezTo>
                <a:lnTo>
                  <a:pt x="145859" y="959867"/>
                </a:lnTo>
                <a:cubicBezTo>
                  <a:pt x="65303" y="959867"/>
                  <a:pt x="0" y="894564"/>
                  <a:pt x="0" y="814008"/>
                </a:cubicBezTo>
                <a:lnTo>
                  <a:pt x="0" y="230592"/>
                </a:lnTo>
                <a:cubicBezTo>
                  <a:pt x="0" y="150036"/>
                  <a:pt x="65303" y="84733"/>
                  <a:pt x="145859" y="84733"/>
                </a:cubicBezTo>
                <a:lnTo>
                  <a:pt x="820011" y="84733"/>
                </a:lnTo>
                <a:close/>
              </a:path>
            </a:pathLst>
          </a:custGeom>
          <a:noFill/>
          <a:ln w="12700">
            <a:solidFill>
              <a:srgbClr val="CF3B4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等腰三角形 45">
            <a:extLst>
              <a:ext uri="{FF2B5EF4-FFF2-40B4-BE49-F238E27FC236}">
                <a16:creationId xmlns:a16="http://schemas.microsoft.com/office/drawing/2014/main" id="{1024EF74-F14F-451B-9711-4A1D52DA67AA}"/>
              </a:ext>
            </a:extLst>
          </p:cNvPr>
          <p:cNvSpPr/>
          <p:nvPr/>
        </p:nvSpPr>
        <p:spPr>
          <a:xfrm>
            <a:off x="9149767" y="3913205"/>
            <a:ext cx="1773057" cy="959867"/>
          </a:xfrm>
          <a:custGeom>
            <a:avLst/>
            <a:gdLst/>
            <a:ahLst/>
            <a:cxnLst/>
            <a:rect l="l" t="t" r="r" b="b"/>
            <a:pathLst>
              <a:path w="1773057" h="959867">
                <a:moveTo>
                  <a:pt x="886528" y="0"/>
                </a:moveTo>
                <a:lnTo>
                  <a:pt x="953045" y="84733"/>
                </a:lnTo>
                <a:lnTo>
                  <a:pt x="1627198" y="84733"/>
                </a:lnTo>
                <a:cubicBezTo>
                  <a:pt x="1707754" y="84733"/>
                  <a:pt x="1773057" y="150036"/>
                  <a:pt x="1773057" y="230592"/>
                </a:cubicBezTo>
                <a:lnTo>
                  <a:pt x="1773057" y="814008"/>
                </a:lnTo>
                <a:cubicBezTo>
                  <a:pt x="1773057" y="894564"/>
                  <a:pt x="1707754" y="959867"/>
                  <a:pt x="1627198" y="959867"/>
                </a:cubicBezTo>
                <a:lnTo>
                  <a:pt x="145859" y="959867"/>
                </a:lnTo>
                <a:cubicBezTo>
                  <a:pt x="65303" y="959867"/>
                  <a:pt x="0" y="894564"/>
                  <a:pt x="0" y="814008"/>
                </a:cubicBezTo>
                <a:lnTo>
                  <a:pt x="0" y="230592"/>
                </a:lnTo>
                <a:cubicBezTo>
                  <a:pt x="0" y="150036"/>
                  <a:pt x="65303" y="84733"/>
                  <a:pt x="145859" y="84733"/>
                </a:cubicBezTo>
                <a:lnTo>
                  <a:pt x="820011" y="84733"/>
                </a:lnTo>
                <a:close/>
              </a:path>
            </a:pathLst>
          </a:custGeom>
          <a:noFill/>
          <a:ln w="12700">
            <a:solidFill>
              <a:srgbClr val="344F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TextBox 42">
            <a:extLst>
              <a:ext uri="{FF2B5EF4-FFF2-40B4-BE49-F238E27FC236}">
                <a16:creationId xmlns:a16="http://schemas.microsoft.com/office/drawing/2014/main" id="{F2F7ED78-01B1-4A10-BC0B-D1209C2179E5}"/>
              </a:ext>
            </a:extLst>
          </p:cNvPr>
          <p:cNvSpPr txBox="1"/>
          <p:nvPr/>
        </p:nvSpPr>
        <p:spPr>
          <a:xfrm>
            <a:off x="1311470" y="315858"/>
            <a:ext cx="3649369" cy="430887"/>
          </a:xfrm>
          <a:prstGeom prst="rect">
            <a:avLst/>
          </a:prstGeom>
          <a:noFill/>
          <a:ln>
            <a:noFill/>
          </a:ln>
        </p:spPr>
        <p:txBody>
          <a:bodyPr vert="horz" wrap="square" lIns="0" tIns="0" rIns="0" bIns="0" numCol="1" anchor="t" anchorCtr="0" compatLnSpc="1">
            <a:spAutoFit/>
          </a:bodyPr>
          <a:lstStyle>
            <a:defPPr>
              <a:defRPr lang="zh-CN"/>
            </a:defPPr>
            <a:lvl1pPr marL="0" marR="0" lvl="0" indent="0" defTabSz="914400" eaLnBrk="1" latinLnBrk="0" hangingPunct="1">
              <a:lnSpc>
                <a:spcPct val="100000"/>
              </a:lnSpc>
              <a:buClrTx/>
              <a:buSzTx/>
              <a:buFontTx/>
              <a:buNone/>
              <a:defRPr kumimoji="0" sz="2800" b="1" i="0" u="none" strike="noStrike" cap="none" normalizeH="0" baseline="0">
                <a:ln>
                  <a:noFill/>
                </a:ln>
                <a:effectLst/>
                <a:latin typeface="微软雅黑" panose="020B0503020204020204" pitchFamily="34" charset="-122"/>
                <a:ea typeface="微软雅黑" panose="020B0503020204020204" pitchFamily="34" charset="-122"/>
                <a:cs typeface="宋体" panose="02010600030101010101" pitchFamily="2" charset="-122"/>
              </a:defRPr>
            </a:lvl1pPr>
          </a:lstStyle>
          <a:p>
            <a:r>
              <a:rPr lang="en-US" altLang="zh-CN" b="0" dirty="0">
                <a:solidFill>
                  <a:srgbClr val="444444"/>
                </a:solidFill>
                <a:latin typeface="+mn-lt"/>
                <a:ea typeface="+mn-ea"/>
                <a:cs typeface="+mn-ea"/>
                <a:sym typeface="+mn-lt"/>
              </a:rPr>
              <a:t>1.1 </a:t>
            </a:r>
            <a:r>
              <a:rPr lang="zh-CN" altLang="en-US" b="0" dirty="0">
                <a:solidFill>
                  <a:srgbClr val="444444"/>
                </a:solidFill>
                <a:latin typeface="+mn-lt"/>
                <a:ea typeface="+mn-ea"/>
                <a:cs typeface="+mn-ea"/>
                <a:sym typeface="+mn-lt"/>
              </a:rPr>
              <a:t>研究背景</a:t>
            </a:r>
          </a:p>
        </p:txBody>
      </p:sp>
    </p:spTree>
    <p:extLst>
      <p:ext uri="{BB962C8B-B14F-4D97-AF65-F5344CB8AC3E}">
        <p14:creationId xmlns:p14="http://schemas.microsoft.com/office/powerpoint/2010/main" val="32880100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8" fill="hold" grpId="0" nodeType="after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p:cTn id="7" dur="500" fill="hold"/>
                                        <p:tgtEl>
                                          <p:spTgt spid="21"/>
                                        </p:tgtEl>
                                        <p:attrNameLst>
                                          <p:attrName>ppt_x</p:attrName>
                                        </p:attrNameLst>
                                      </p:cBhvr>
                                      <p:tavLst>
                                        <p:tav tm="0">
                                          <p:val>
                                            <p:strVal val="#ppt_x-#ppt_w/2"/>
                                          </p:val>
                                        </p:tav>
                                        <p:tav tm="100000">
                                          <p:val>
                                            <p:strVal val="#ppt_x"/>
                                          </p:val>
                                        </p:tav>
                                      </p:tavLst>
                                    </p:anim>
                                    <p:anim calcmode="lin" valueType="num">
                                      <p:cBhvr>
                                        <p:cTn id="8" dur="500" fill="hold"/>
                                        <p:tgtEl>
                                          <p:spTgt spid="21"/>
                                        </p:tgtEl>
                                        <p:attrNameLst>
                                          <p:attrName>ppt_y</p:attrName>
                                        </p:attrNameLst>
                                      </p:cBhvr>
                                      <p:tavLst>
                                        <p:tav tm="0">
                                          <p:val>
                                            <p:strVal val="#ppt_y"/>
                                          </p:val>
                                        </p:tav>
                                        <p:tav tm="100000">
                                          <p:val>
                                            <p:strVal val="#ppt_y"/>
                                          </p:val>
                                        </p:tav>
                                      </p:tavLst>
                                    </p:anim>
                                    <p:anim calcmode="lin" valueType="num">
                                      <p:cBhvr>
                                        <p:cTn id="9" dur="500" fill="hold"/>
                                        <p:tgtEl>
                                          <p:spTgt spid="21"/>
                                        </p:tgtEl>
                                        <p:attrNameLst>
                                          <p:attrName>ppt_w</p:attrName>
                                        </p:attrNameLst>
                                      </p:cBhvr>
                                      <p:tavLst>
                                        <p:tav tm="0">
                                          <p:val>
                                            <p:fltVal val="0"/>
                                          </p:val>
                                        </p:tav>
                                        <p:tav tm="100000">
                                          <p:val>
                                            <p:strVal val="#ppt_w"/>
                                          </p:val>
                                        </p:tav>
                                      </p:tavLst>
                                    </p:anim>
                                    <p:anim calcmode="lin" valueType="num">
                                      <p:cBhvr>
                                        <p:cTn id="10" dur="500" fill="hold"/>
                                        <p:tgtEl>
                                          <p:spTgt spid="21"/>
                                        </p:tgtEl>
                                        <p:attrNameLst>
                                          <p:attrName>ppt_h</p:attrName>
                                        </p:attrNameLst>
                                      </p:cBhvr>
                                      <p:tavLst>
                                        <p:tav tm="0">
                                          <p:val>
                                            <p:strVal val="#ppt_h"/>
                                          </p:val>
                                        </p:tav>
                                        <p:tav tm="100000">
                                          <p:val>
                                            <p:strVal val="#ppt_h"/>
                                          </p:val>
                                        </p:tav>
                                      </p:tavLst>
                                    </p:anim>
                                  </p:childTnLst>
                                </p:cTn>
                              </p:par>
                              <p:par>
                                <p:cTn id="11" presetID="47"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1000"/>
                                        <p:tgtEl>
                                          <p:spTgt spid="7"/>
                                        </p:tgtEl>
                                      </p:cBhvr>
                                    </p:animEffect>
                                    <p:anim calcmode="lin" valueType="num">
                                      <p:cBhvr>
                                        <p:cTn id="14" dur="1000" fill="hold"/>
                                        <p:tgtEl>
                                          <p:spTgt spid="7"/>
                                        </p:tgtEl>
                                        <p:attrNameLst>
                                          <p:attrName>ppt_x</p:attrName>
                                        </p:attrNameLst>
                                      </p:cBhvr>
                                      <p:tavLst>
                                        <p:tav tm="0">
                                          <p:val>
                                            <p:strVal val="#ppt_x"/>
                                          </p:val>
                                        </p:tav>
                                        <p:tav tm="100000">
                                          <p:val>
                                            <p:strVal val="#ppt_x"/>
                                          </p:val>
                                        </p:tav>
                                      </p:tavLst>
                                    </p:anim>
                                    <p:anim calcmode="lin" valueType="num">
                                      <p:cBhvr>
                                        <p:cTn id="15" dur="1000" fill="hold"/>
                                        <p:tgtEl>
                                          <p:spTgt spid="7"/>
                                        </p:tgtEl>
                                        <p:attrNameLst>
                                          <p:attrName>ppt_y</p:attrName>
                                        </p:attrNameLst>
                                      </p:cBhvr>
                                      <p:tavLst>
                                        <p:tav tm="0">
                                          <p:val>
                                            <p:strVal val="#ppt_y-.1"/>
                                          </p:val>
                                        </p:tav>
                                        <p:tav tm="100000">
                                          <p:val>
                                            <p:strVal val="#ppt_y"/>
                                          </p:val>
                                        </p:tav>
                                      </p:tavLst>
                                    </p:anim>
                                  </p:childTnLst>
                                </p:cTn>
                              </p:par>
                              <p:par>
                                <p:cTn id="16" presetID="42" presetClass="entr" presetSubtype="0" fill="hold" grpId="0" nodeType="with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fade">
                                      <p:cBhvr>
                                        <p:cTn id="18" dur="1000"/>
                                        <p:tgtEl>
                                          <p:spTgt spid="2"/>
                                        </p:tgtEl>
                                      </p:cBhvr>
                                    </p:animEffect>
                                    <p:anim calcmode="lin" valueType="num">
                                      <p:cBhvr>
                                        <p:cTn id="19" dur="1000" fill="hold"/>
                                        <p:tgtEl>
                                          <p:spTgt spid="2"/>
                                        </p:tgtEl>
                                        <p:attrNameLst>
                                          <p:attrName>ppt_x</p:attrName>
                                        </p:attrNameLst>
                                      </p:cBhvr>
                                      <p:tavLst>
                                        <p:tav tm="0">
                                          <p:val>
                                            <p:strVal val="#ppt_x"/>
                                          </p:val>
                                        </p:tav>
                                        <p:tav tm="100000">
                                          <p:val>
                                            <p:strVal val="#ppt_x"/>
                                          </p:val>
                                        </p:tav>
                                      </p:tavLst>
                                    </p:anim>
                                    <p:anim calcmode="lin" valueType="num">
                                      <p:cBhvr>
                                        <p:cTn id="20" dur="1000" fill="hold"/>
                                        <p:tgtEl>
                                          <p:spTgt spid="2"/>
                                        </p:tgtEl>
                                        <p:attrNameLst>
                                          <p:attrName>ppt_y</p:attrName>
                                        </p:attrNameLst>
                                      </p:cBhvr>
                                      <p:tavLst>
                                        <p:tav tm="0">
                                          <p:val>
                                            <p:strVal val="#ppt_y+.1"/>
                                          </p:val>
                                        </p:tav>
                                        <p:tav tm="100000">
                                          <p:val>
                                            <p:strVal val="#ppt_y"/>
                                          </p:val>
                                        </p:tav>
                                      </p:tavLst>
                                    </p:anim>
                                  </p:childTnLst>
                                </p:cTn>
                              </p:par>
                              <p:par>
                                <p:cTn id="21" presetID="42" presetClass="entr" presetSubtype="0" fill="hold" grpId="0" nodeType="with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fade">
                                      <p:cBhvr>
                                        <p:cTn id="23" dur="1000"/>
                                        <p:tgtEl>
                                          <p:spTgt spid="4"/>
                                        </p:tgtEl>
                                      </p:cBhvr>
                                    </p:animEffect>
                                    <p:anim calcmode="lin" valueType="num">
                                      <p:cBhvr>
                                        <p:cTn id="24" dur="1000" fill="hold"/>
                                        <p:tgtEl>
                                          <p:spTgt spid="4"/>
                                        </p:tgtEl>
                                        <p:attrNameLst>
                                          <p:attrName>ppt_x</p:attrName>
                                        </p:attrNameLst>
                                      </p:cBhvr>
                                      <p:tavLst>
                                        <p:tav tm="0">
                                          <p:val>
                                            <p:strVal val="#ppt_x"/>
                                          </p:val>
                                        </p:tav>
                                        <p:tav tm="100000">
                                          <p:val>
                                            <p:strVal val="#ppt_x"/>
                                          </p:val>
                                        </p:tav>
                                      </p:tavLst>
                                    </p:anim>
                                    <p:anim calcmode="lin" valueType="num">
                                      <p:cBhvr>
                                        <p:cTn id="25" dur="1000" fill="hold"/>
                                        <p:tgtEl>
                                          <p:spTgt spid="4"/>
                                        </p:tgtEl>
                                        <p:attrNameLst>
                                          <p:attrName>ppt_y</p:attrName>
                                        </p:attrNameLst>
                                      </p:cBhvr>
                                      <p:tavLst>
                                        <p:tav tm="0">
                                          <p:val>
                                            <p:strVal val="#ppt_y+.1"/>
                                          </p:val>
                                        </p:tav>
                                        <p:tav tm="100000">
                                          <p:val>
                                            <p:strVal val="#ppt_y"/>
                                          </p:val>
                                        </p:tav>
                                      </p:tavLst>
                                    </p:anim>
                                  </p:childTnLst>
                                </p:cTn>
                              </p:par>
                            </p:childTnLst>
                          </p:cTn>
                        </p:par>
                        <p:par>
                          <p:cTn id="26" fill="hold">
                            <p:stCondLst>
                              <p:cond delay="1000"/>
                            </p:stCondLst>
                            <p:childTnLst>
                              <p:par>
                                <p:cTn id="27" presetID="47" presetClass="entr" presetSubtype="0" fill="hold" nodeType="after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1000"/>
                                        <p:tgtEl>
                                          <p:spTgt spid="11"/>
                                        </p:tgtEl>
                                      </p:cBhvr>
                                    </p:animEffect>
                                    <p:anim calcmode="lin" valueType="num">
                                      <p:cBhvr>
                                        <p:cTn id="30" dur="1000" fill="hold"/>
                                        <p:tgtEl>
                                          <p:spTgt spid="11"/>
                                        </p:tgtEl>
                                        <p:attrNameLst>
                                          <p:attrName>ppt_x</p:attrName>
                                        </p:attrNameLst>
                                      </p:cBhvr>
                                      <p:tavLst>
                                        <p:tav tm="0">
                                          <p:val>
                                            <p:strVal val="#ppt_x"/>
                                          </p:val>
                                        </p:tav>
                                        <p:tav tm="100000">
                                          <p:val>
                                            <p:strVal val="#ppt_x"/>
                                          </p:val>
                                        </p:tav>
                                      </p:tavLst>
                                    </p:anim>
                                    <p:anim calcmode="lin" valueType="num">
                                      <p:cBhvr>
                                        <p:cTn id="31" dur="1000" fill="hold"/>
                                        <p:tgtEl>
                                          <p:spTgt spid="11"/>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1000"/>
                                        <p:tgtEl>
                                          <p:spTgt spid="19"/>
                                        </p:tgtEl>
                                      </p:cBhvr>
                                    </p:animEffect>
                                    <p:anim calcmode="lin" valueType="num">
                                      <p:cBhvr>
                                        <p:cTn id="35" dur="1000" fill="hold"/>
                                        <p:tgtEl>
                                          <p:spTgt spid="19"/>
                                        </p:tgtEl>
                                        <p:attrNameLst>
                                          <p:attrName>ppt_x</p:attrName>
                                        </p:attrNameLst>
                                      </p:cBhvr>
                                      <p:tavLst>
                                        <p:tav tm="0">
                                          <p:val>
                                            <p:strVal val="#ppt_x"/>
                                          </p:val>
                                        </p:tav>
                                        <p:tav tm="100000">
                                          <p:val>
                                            <p:strVal val="#ppt_x"/>
                                          </p:val>
                                        </p:tav>
                                      </p:tavLst>
                                    </p:anim>
                                    <p:anim calcmode="lin" valueType="num">
                                      <p:cBhvr>
                                        <p:cTn id="36" dur="1000" fill="hold"/>
                                        <p:tgtEl>
                                          <p:spTgt spid="19"/>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5"/>
                                        </p:tgtEl>
                                        <p:attrNameLst>
                                          <p:attrName>style.visibility</p:attrName>
                                        </p:attrNameLst>
                                      </p:cBhvr>
                                      <p:to>
                                        <p:strVal val="visible"/>
                                      </p:to>
                                    </p:set>
                                    <p:animEffect transition="in" filter="fade">
                                      <p:cBhvr>
                                        <p:cTn id="39" dur="1000"/>
                                        <p:tgtEl>
                                          <p:spTgt spid="5"/>
                                        </p:tgtEl>
                                      </p:cBhvr>
                                    </p:animEffect>
                                    <p:anim calcmode="lin" valueType="num">
                                      <p:cBhvr>
                                        <p:cTn id="40" dur="1000" fill="hold"/>
                                        <p:tgtEl>
                                          <p:spTgt spid="5"/>
                                        </p:tgtEl>
                                        <p:attrNameLst>
                                          <p:attrName>ppt_x</p:attrName>
                                        </p:attrNameLst>
                                      </p:cBhvr>
                                      <p:tavLst>
                                        <p:tav tm="0">
                                          <p:val>
                                            <p:strVal val="#ppt_x"/>
                                          </p:val>
                                        </p:tav>
                                        <p:tav tm="100000">
                                          <p:val>
                                            <p:strVal val="#ppt_x"/>
                                          </p:val>
                                        </p:tav>
                                      </p:tavLst>
                                    </p:anim>
                                    <p:anim calcmode="lin" valueType="num">
                                      <p:cBhvr>
                                        <p:cTn id="41" dur="1000" fill="hold"/>
                                        <p:tgtEl>
                                          <p:spTgt spid="5"/>
                                        </p:tgtEl>
                                        <p:attrNameLst>
                                          <p:attrName>ppt_y</p:attrName>
                                        </p:attrNameLst>
                                      </p:cBhvr>
                                      <p:tavLst>
                                        <p:tav tm="0">
                                          <p:val>
                                            <p:strVal val="#ppt_y+.1"/>
                                          </p:val>
                                        </p:tav>
                                        <p:tav tm="100000">
                                          <p:val>
                                            <p:strVal val="#ppt_y"/>
                                          </p:val>
                                        </p:tav>
                                      </p:tavLst>
                                    </p:anim>
                                  </p:childTnLst>
                                </p:cTn>
                              </p:par>
                            </p:childTnLst>
                          </p:cTn>
                        </p:par>
                        <p:par>
                          <p:cTn id="42" fill="hold">
                            <p:stCondLst>
                              <p:cond delay="2000"/>
                            </p:stCondLst>
                            <p:childTnLst>
                              <p:par>
                                <p:cTn id="43" presetID="47" presetClass="entr" presetSubtype="0" fill="hold" nodeType="afterEffect">
                                  <p:stCondLst>
                                    <p:cond delay="0"/>
                                  </p:stCondLst>
                                  <p:childTnLst>
                                    <p:set>
                                      <p:cBhvr>
                                        <p:cTn id="44" dur="1" fill="hold">
                                          <p:stCondLst>
                                            <p:cond delay="0"/>
                                          </p:stCondLst>
                                        </p:cTn>
                                        <p:tgtEl>
                                          <p:spTgt spid="15"/>
                                        </p:tgtEl>
                                        <p:attrNameLst>
                                          <p:attrName>style.visibility</p:attrName>
                                        </p:attrNameLst>
                                      </p:cBhvr>
                                      <p:to>
                                        <p:strVal val="visible"/>
                                      </p:to>
                                    </p:set>
                                    <p:animEffect transition="in" filter="fade">
                                      <p:cBhvr>
                                        <p:cTn id="45" dur="1000"/>
                                        <p:tgtEl>
                                          <p:spTgt spid="15"/>
                                        </p:tgtEl>
                                      </p:cBhvr>
                                    </p:animEffect>
                                    <p:anim calcmode="lin" valueType="num">
                                      <p:cBhvr>
                                        <p:cTn id="46" dur="1000" fill="hold"/>
                                        <p:tgtEl>
                                          <p:spTgt spid="15"/>
                                        </p:tgtEl>
                                        <p:attrNameLst>
                                          <p:attrName>ppt_x</p:attrName>
                                        </p:attrNameLst>
                                      </p:cBhvr>
                                      <p:tavLst>
                                        <p:tav tm="0">
                                          <p:val>
                                            <p:strVal val="#ppt_x"/>
                                          </p:val>
                                        </p:tav>
                                        <p:tav tm="100000">
                                          <p:val>
                                            <p:strVal val="#ppt_x"/>
                                          </p:val>
                                        </p:tav>
                                      </p:tavLst>
                                    </p:anim>
                                    <p:anim calcmode="lin" valueType="num">
                                      <p:cBhvr>
                                        <p:cTn id="47" dur="1000" fill="hold"/>
                                        <p:tgtEl>
                                          <p:spTgt spid="15"/>
                                        </p:tgtEl>
                                        <p:attrNameLst>
                                          <p:attrName>ppt_y</p:attrName>
                                        </p:attrNameLst>
                                      </p:cBhvr>
                                      <p:tavLst>
                                        <p:tav tm="0">
                                          <p:val>
                                            <p:strVal val="#ppt_y-.1"/>
                                          </p:val>
                                        </p:tav>
                                        <p:tav tm="100000">
                                          <p:val>
                                            <p:strVal val="#ppt_y"/>
                                          </p:val>
                                        </p:tav>
                                      </p:tavLst>
                                    </p:anim>
                                  </p:childTnLst>
                                </p:cTn>
                              </p:par>
                              <p:par>
                                <p:cTn id="48" presetID="42" presetClass="entr" presetSubtype="0" fill="hold" grpId="0" nodeType="withEffect">
                                  <p:stCondLst>
                                    <p:cond delay="0"/>
                                  </p:stCondLst>
                                  <p:childTnLst>
                                    <p:set>
                                      <p:cBhvr>
                                        <p:cTn id="49" dur="1" fill="hold">
                                          <p:stCondLst>
                                            <p:cond delay="0"/>
                                          </p:stCondLst>
                                        </p:cTn>
                                        <p:tgtEl>
                                          <p:spTgt spid="20"/>
                                        </p:tgtEl>
                                        <p:attrNameLst>
                                          <p:attrName>style.visibility</p:attrName>
                                        </p:attrNameLst>
                                      </p:cBhvr>
                                      <p:to>
                                        <p:strVal val="visible"/>
                                      </p:to>
                                    </p:set>
                                    <p:animEffect transition="in" filter="fade">
                                      <p:cBhvr>
                                        <p:cTn id="50" dur="1000"/>
                                        <p:tgtEl>
                                          <p:spTgt spid="20"/>
                                        </p:tgtEl>
                                      </p:cBhvr>
                                    </p:animEffect>
                                    <p:anim calcmode="lin" valueType="num">
                                      <p:cBhvr>
                                        <p:cTn id="51" dur="1000" fill="hold"/>
                                        <p:tgtEl>
                                          <p:spTgt spid="20"/>
                                        </p:tgtEl>
                                        <p:attrNameLst>
                                          <p:attrName>ppt_x</p:attrName>
                                        </p:attrNameLst>
                                      </p:cBhvr>
                                      <p:tavLst>
                                        <p:tav tm="0">
                                          <p:val>
                                            <p:strVal val="#ppt_x"/>
                                          </p:val>
                                        </p:tav>
                                        <p:tav tm="100000">
                                          <p:val>
                                            <p:strVal val="#ppt_x"/>
                                          </p:val>
                                        </p:tav>
                                      </p:tavLst>
                                    </p:anim>
                                    <p:anim calcmode="lin" valueType="num">
                                      <p:cBhvr>
                                        <p:cTn id="52" dur="1000" fill="hold"/>
                                        <p:tgtEl>
                                          <p:spTgt spid="20"/>
                                        </p:tgtEl>
                                        <p:attrNameLst>
                                          <p:attrName>ppt_y</p:attrName>
                                        </p:attrNameLst>
                                      </p:cBhvr>
                                      <p:tavLst>
                                        <p:tav tm="0">
                                          <p:val>
                                            <p:strVal val="#ppt_y+.1"/>
                                          </p:val>
                                        </p:tav>
                                        <p:tav tm="100000">
                                          <p:val>
                                            <p:strVal val="#ppt_y"/>
                                          </p:val>
                                        </p:tav>
                                      </p:tavLst>
                                    </p:anim>
                                  </p:childTnLst>
                                </p:cTn>
                              </p:par>
                              <p:par>
                                <p:cTn id="53" presetID="42" presetClass="entr" presetSubtype="0" fill="hold" grpId="0" nodeType="withEffect">
                                  <p:stCondLst>
                                    <p:cond delay="0"/>
                                  </p:stCondLst>
                                  <p:childTnLst>
                                    <p:set>
                                      <p:cBhvr>
                                        <p:cTn id="54" dur="1" fill="hold">
                                          <p:stCondLst>
                                            <p:cond delay="0"/>
                                          </p:stCondLst>
                                        </p:cTn>
                                        <p:tgtEl>
                                          <p:spTgt spid="6"/>
                                        </p:tgtEl>
                                        <p:attrNameLst>
                                          <p:attrName>style.visibility</p:attrName>
                                        </p:attrNameLst>
                                      </p:cBhvr>
                                      <p:to>
                                        <p:strVal val="visible"/>
                                      </p:to>
                                    </p:set>
                                    <p:animEffect transition="in" filter="fade">
                                      <p:cBhvr>
                                        <p:cTn id="55" dur="1000"/>
                                        <p:tgtEl>
                                          <p:spTgt spid="6"/>
                                        </p:tgtEl>
                                      </p:cBhvr>
                                    </p:animEffect>
                                    <p:anim calcmode="lin" valueType="num">
                                      <p:cBhvr>
                                        <p:cTn id="56" dur="1000" fill="hold"/>
                                        <p:tgtEl>
                                          <p:spTgt spid="6"/>
                                        </p:tgtEl>
                                        <p:attrNameLst>
                                          <p:attrName>ppt_x</p:attrName>
                                        </p:attrNameLst>
                                      </p:cBhvr>
                                      <p:tavLst>
                                        <p:tav tm="0">
                                          <p:val>
                                            <p:strVal val="#ppt_x"/>
                                          </p:val>
                                        </p:tav>
                                        <p:tav tm="100000">
                                          <p:val>
                                            <p:strVal val="#ppt_x"/>
                                          </p:val>
                                        </p:tav>
                                      </p:tavLst>
                                    </p:anim>
                                    <p:anim calcmode="lin" valueType="num">
                                      <p:cBhvr>
                                        <p:cTn id="57" dur="1000" fill="hold"/>
                                        <p:tgtEl>
                                          <p:spTgt spid="6"/>
                                        </p:tgtEl>
                                        <p:attrNameLst>
                                          <p:attrName>ppt_y</p:attrName>
                                        </p:attrNameLst>
                                      </p:cBhvr>
                                      <p:tavLst>
                                        <p:tav tm="0">
                                          <p:val>
                                            <p:strVal val="#ppt_y+.1"/>
                                          </p:val>
                                        </p:tav>
                                        <p:tav tm="100000">
                                          <p:val>
                                            <p:strVal val="#ppt_y"/>
                                          </p:val>
                                        </p:tav>
                                      </p:tavLst>
                                    </p:anim>
                                  </p:childTnLst>
                                </p:cTn>
                              </p:par>
                            </p:childTnLst>
                          </p:cTn>
                        </p:par>
                        <p:par>
                          <p:cTn id="58" fill="hold">
                            <p:stCondLst>
                              <p:cond delay="3000"/>
                            </p:stCondLst>
                            <p:childTnLst>
                              <p:par>
                                <p:cTn id="59" presetID="2" presetClass="entr" presetSubtype="2" fill="hold" grpId="0" nodeType="afterEffect">
                                  <p:stCondLst>
                                    <p:cond delay="0"/>
                                  </p:stCondLst>
                                  <p:childTnLst>
                                    <p:set>
                                      <p:cBhvr>
                                        <p:cTn id="60" dur="1" fill="hold">
                                          <p:stCondLst>
                                            <p:cond delay="0"/>
                                          </p:stCondLst>
                                        </p:cTn>
                                        <p:tgtEl>
                                          <p:spTgt spid="3"/>
                                        </p:tgtEl>
                                        <p:attrNameLst>
                                          <p:attrName>style.visibility</p:attrName>
                                        </p:attrNameLst>
                                      </p:cBhvr>
                                      <p:to>
                                        <p:strVal val="visible"/>
                                      </p:to>
                                    </p:set>
                                    <p:anim calcmode="lin" valueType="num">
                                      <p:cBhvr additive="base">
                                        <p:cTn id="61" dur="500" fill="hold"/>
                                        <p:tgtEl>
                                          <p:spTgt spid="3"/>
                                        </p:tgtEl>
                                        <p:attrNameLst>
                                          <p:attrName>ppt_x</p:attrName>
                                        </p:attrNameLst>
                                      </p:cBhvr>
                                      <p:tavLst>
                                        <p:tav tm="0">
                                          <p:val>
                                            <p:strVal val="1+#ppt_w/2"/>
                                          </p:val>
                                        </p:tav>
                                        <p:tav tm="100000">
                                          <p:val>
                                            <p:strVal val="#ppt_x"/>
                                          </p:val>
                                        </p:tav>
                                      </p:tavLst>
                                    </p:anim>
                                    <p:anim calcmode="lin" valueType="num">
                                      <p:cBhvr additive="base">
                                        <p:cTn id="62"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P spid="4" grpId="0"/>
      <p:bldP spid="5" grpId="0"/>
      <p:bldP spid="6" grpId="0"/>
      <p:bldP spid="19" grpId="0" animBg="1"/>
      <p:bldP spid="20" grpId="0" animBg="1"/>
      <p:bldP spid="21"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Line 13">
            <a:extLst>
              <a:ext uri="{FF2B5EF4-FFF2-40B4-BE49-F238E27FC236}">
                <a16:creationId xmlns:a16="http://schemas.microsoft.com/office/drawing/2014/main" id="{E435D906-2F53-44EA-B6AB-329CF4F1EE69}"/>
              </a:ext>
            </a:extLst>
          </p:cNvPr>
          <p:cNvSpPr>
            <a:spLocks noChangeShapeType="1"/>
          </p:cNvSpPr>
          <p:nvPr/>
        </p:nvSpPr>
        <p:spPr bwMode="auto">
          <a:xfrm>
            <a:off x="251209" y="3875141"/>
            <a:ext cx="11766619" cy="0"/>
          </a:xfrm>
          <a:prstGeom prst="line">
            <a:avLst/>
          </a:prstGeom>
          <a:noFill/>
          <a:ln w="101600">
            <a:solidFill>
              <a:srgbClr val="344F66"/>
            </a:solidFill>
            <a:round/>
            <a:headEnd/>
            <a:tailEnd type="triangle" w="med" len="med"/>
          </a:ln>
          <a:effectLst/>
        </p:spPr>
        <p:txBody>
          <a:bodyPr/>
          <a:lstStyle/>
          <a:p>
            <a:pPr fontAlgn="auto">
              <a:spcBef>
                <a:spcPts val="0"/>
              </a:spcBef>
              <a:spcAft>
                <a:spcPts val="0"/>
              </a:spcAft>
              <a:defRPr/>
            </a:pPr>
            <a:endParaRPr lang="zh-CN" altLang="en-US">
              <a:ln>
                <a:solidFill>
                  <a:srgbClr val="FFD347"/>
                </a:solidFill>
              </a:ln>
              <a:cs typeface="+mn-ea"/>
              <a:sym typeface="+mn-lt"/>
            </a:endParaRPr>
          </a:p>
        </p:txBody>
      </p:sp>
      <p:sp>
        <p:nvSpPr>
          <p:cNvPr id="3" name="AutoShape 2">
            <a:extLst>
              <a:ext uri="{FF2B5EF4-FFF2-40B4-BE49-F238E27FC236}">
                <a16:creationId xmlns:a16="http://schemas.microsoft.com/office/drawing/2014/main" id="{E7B70FE3-1E22-4ABA-A3DA-84614E142395}"/>
              </a:ext>
            </a:extLst>
          </p:cNvPr>
          <p:cNvSpPr>
            <a:spLocks noChangeArrowheads="1"/>
          </p:cNvSpPr>
          <p:nvPr/>
        </p:nvSpPr>
        <p:spPr bwMode="auto">
          <a:xfrm>
            <a:off x="2635519" y="1881947"/>
            <a:ext cx="1619250" cy="1668639"/>
          </a:xfrm>
          <a:prstGeom prst="roundRect">
            <a:avLst>
              <a:gd name="adj" fmla="val 13009"/>
            </a:avLst>
          </a:prstGeom>
          <a:solidFill>
            <a:srgbClr val="CF3B4C"/>
          </a:solidFill>
          <a:ln w="19050" cap="rnd">
            <a:solidFill>
              <a:schemeClr val="tx1">
                <a:lumMod val="65000"/>
                <a:lumOff val="35000"/>
              </a:schemeClr>
            </a:solidFill>
            <a:prstDash val="sysDot"/>
            <a:round/>
            <a:headEnd/>
            <a:tailEnd/>
          </a:ln>
          <a:effectLst/>
        </p:spPr>
        <p:txBody>
          <a:bodyPr wrap="none" anchor="ctr"/>
          <a:lstStyle/>
          <a:p>
            <a:pPr fontAlgn="auto">
              <a:spcBef>
                <a:spcPts val="0"/>
              </a:spcBef>
              <a:spcAft>
                <a:spcPts val="0"/>
              </a:spcAft>
              <a:defRPr/>
            </a:pPr>
            <a:endParaRPr lang="zh-CN" altLang="en-US">
              <a:solidFill>
                <a:srgbClr val="595959"/>
              </a:solidFill>
              <a:cs typeface="+mn-ea"/>
              <a:sym typeface="+mn-lt"/>
            </a:endParaRPr>
          </a:p>
        </p:txBody>
      </p:sp>
      <p:sp>
        <p:nvSpPr>
          <p:cNvPr id="4" name="Line 16">
            <a:extLst>
              <a:ext uri="{FF2B5EF4-FFF2-40B4-BE49-F238E27FC236}">
                <a16:creationId xmlns:a16="http://schemas.microsoft.com/office/drawing/2014/main" id="{C80972BC-49C7-4BE5-95DB-20505FD40DE3}"/>
              </a:ext>
            </a:extLst>
          </p:cNvPr>
          <p:cNvSpPr>
            <a:spLocks noChangeShapeType="1"/>
          </p:cNvSpPr>
          <p:nvPr/>
        </p:nvSpPr>
        <p:spPr bwMode="auto">
          <a:xfrm flipH="1">
            <a:off x="2802207" y="2077740"/>
            <a:ext cx="0" cy="1793874"/>
          </a:xfrm>
          <a:prstGeom prst="line">
            <a:avLst/>
          </a:prstGeom>
          <a:noFill/>
          <a:ln w="19050">
            <a:solidFill>
              <a:schemeClr val="bg1"/>
            </a:solidFill>
            <a:prstDash val="sysDot"/>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a:cs typeface="+mn-ea"/>
              <a:sym typeface="+mn-lt"/>
            </a:endParaRPr>
          </a:p>
        </p:txBody>
      </p:sp>
      <p:grpSp>
        <p:nvGrpSpPr>
          <p:cNvPr id="5" name="Group 138">
            <a:extLst>
              <a:ext uri="{FF2B5EF4-FFF2-40B4-BE49-F238E27FC236}">
                <a16:creationId xmlns:a16="http://schemas.microsoft.com/office/drawing/2014/main" id="{99078847-D9B7-4EB2-9CF9-73269CE23D69}"/>
              </a:ext>
            </a:extLst>
          </p:cNvPr>
          <p:cNvGrpSpPr>
            <a:grpSpLocks/>
          </p:cNvGrpSpPr>
          <p:nvPr/>
        </p:nvGrpSpPr>
        <p:grpSpPr bwMode="auto">
          <a:xfrm>
            <a:off x="2718653" y="3771579"/>
            <a:ext cx="182151" cy="202340"/>
            <a:chOff x="1661" y="2750"/>
            <a:chExt cx="250" cy="250"/>
          </a:xfrm>
        </p:grpSpPr>
        <p:sp>
          <p:nvSpPr>
            <p:cNvPr id="6" name="Oval 139">
              <a:extLst>
                <a:ext uri="{FF2B5EF4-FFF2-40B4-BE49-F238E27FC236}">
                  <a16:creationId xmlns:a16="http://schemas.microsoft.com/office/drawing/2014/main" id="{C09E7EAB-1D3E-4EFF-8AA9-CEACEBA737CA}"/>
                </a:ext>
              </a:extLst>
            </p:cNvPr>
            <p:cNvSpPr>
              <a:spLocks noChangeArrowheads="1"/>
            </p:cNvSpPr>
            <p:nvPr/>
          </p:nvSpPr>
          <p:spPr bwMode="auto">
            <a:xfrm>
              <a:off x="1661" y="2750"/>
              <a:ext cx="250" cy="250"/>
            </a:xfrm>
            <a:prstGeom prst="ellipse">
              <a:avLst/>
            </a:prstGeom>
            <a:solidFill>
              <a:schemeClr val="bg1">
                <a:lumMod val="65000"/>
              </a:schemeClr>
            </a:solidFill>
            <a:ln>
              <a:noFill/>
            </a:ln>
            <a:extLst>
              <a:ext uri="{91240B29-F687-4F45-9708-019B960494DF}">
                <a14:hiddenLine xmlns:a14="http://schemas.microsoft.com/office/drawing/2010/main" w="101600">
                  <a:solidFill>
                    <a:srgbClr val="000000"/>
                  </a:solidFill>
                  <a:round/>
                  <a:headEnd/>
                  <a:tailEnd/>
                </a14:hiddenLine>
              </a:ext>
            </a:extLst>
          </p:spPr>
          <p:txBody>
            <a:bodyPr wrap="none" anchor="ctr"/>
            <a:lstStyle/>
            <a:p>
              <a:pPr algn="ctr"/>
              <a:endParaRPr lang="ko-KR" altLang="en-US">
                <a:cs typeface="+mn-ea"/>
                <a:sym typeface="+mn-lt"/>
              </a:endParaRPr>
            </a:p>
          </p:txBody>
        </p:sp>
        <p:sp>
          <p:nvSpPr>
            <p:cNvPr id="7" name="Oval 140">
              <a:extLst>
                <a:ext uri="{FF2B5EF4-FFF2-40B4-BE49-F238E27FC236}">
                  <a16:creationId xmlns:a16="http://schemas.microsoft.com/office/drawing/2014/main" id="{82B5C526-0021-4AD8-88B2-068B34B802A5}"/>
                </a:ext>
              </a:extLst>
            </p:cNvPr>
            <p:cNvSpPr>
              <a:spLocks noChangeArrowheads="1"/>
            </p:cNvSpPr>
            <p:nvPr/>
          </p:nvSpPr>
          <p:spPr bwMode="auto">
            <a:xfrm>
              <a:off x="1729" y="2818"/>
              <a:ext cx="114" cy="114"/>
            </a:xfrm>
            <a:prstGeom prst="ellipse">
              <a:avLst/>
            </a:prstGeom>
            <a:solidFill>
              <a:srgbClr val="FFFFFF"/>
            </a:solidFill>
            <a:ln>
              <a:noFill/>
            </a:ln>
            <a:extLst>
              <a:ext uri="{91240B29-F687-4F45-9708-019B960494DF}">
                <a14:hiddenLine xmlns:a14="http://schemas.microsoft.com/office/drawing/2010/main" w="101600">
                  <a:solidFill>
                    <a:srgbClr val="000000"/>
                  </a:solidFill>
                  <a:round/>
                  <a:headEnd/>
                  <a:tailEnd/>
                </a14:hiddenLine>
              </a:ext>
            </a:extLst>
          </p:spPr>
          <p:txBody>
            <a:bodyPr wrap="none" anchor="ctr"/>
            <a:lstStyle/>
            <a:p>
              <a:pPr algn="ctr"/>
              <a:endParaRPr lang="ko-KR" altLang="en-US">
                <a:cs typeface="+mn-ea"/>
                <a:sym typeface="+mn-lt"/>
              </a:endParaRPr>
            </a:p>
          </p:txBody>
        </p:sp>
      </p:grpSp>
      <p:sp>
        <p:nvSpPr>
          <p:cNvPr id="8" name="TextBox 57">
            <a:extLst>
              <a:ext uri="{FF2B5EF4-FFF2-40B4-BE49-F238E27FC236}">
                <a16:creationId xmlns:a16="http://schemas.microsoft.com/office/drawing/2014/main" id="{5391560C-3054-43A6-8C35-492540B9F861}"/>
              </a:ext>
            </a:extLst>
          </p:cNvPr>
          <p:cNvSpPr txBox="1">
            <a:spLocks noChangeArrowheads="1"/>
          </p:cNvSpPr>
          <p:nvPr/>
        </p:nvSpPr>
        <p:spPr bwMode="auto">
          <a:xfrm>
            <a:off x="2806621" y="1956030"/>
            <a:ext cx="144159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r>
              <a:rPr lang="zh-CN" altLang="en-US" b="1" dirty="0">
                <a:solidFill>
                  <a:schemeClr val="bg1"/>
                </a:solidFill>
                <a:latin typeface="+mn-lt"/>
                <a:ea typeface="+mn-ea"/>
                <a:cs typeface="+mn-ea"/>
                <a:sym typeface="+mn-lt"/>
              </a:rPr>
              <a:t>国外模型</a:t>
            </a:r>
          </a:p>
        </p:txBody>
      </p:sp>
      <p:sp>
        <p:nvSpPr>
          <p:cNvPr id="9" name="TextBox 57">
            <a:extLst>
              <a:ext uri="{FF2B5EF4-FFF2-40B4-BE49-F238E27FC236}">
                <a16:creationId xmlns:a16="http://schemas.microsoft.com/office/drawing/2014/main" id="{24BC9B0F-C1FA-49AC-B1EE-885B7C12D1B3}"/>
              </a:ext>
            </a:extLst>
          </p:cNvPr>
          <p:cNvSpPr txBox="1">
            <a:spLocks noChangeArrowheads="1"/>
          </p:cNvSpPr>
          <p:nvPr/>
        </p:nvSpPr>
        <p:spPr bwMode="auto">
          <a:xfrm>
            <a:off x="2824085" y="2363489"/>
            <a:ext cx="1547701" cy="6136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eaLnBrk="0" hangingPunct="0">
              <a:lnSpc>
                <a:spcPct val="150000"/>
              </a:lnSpc>
              <a:tabLst>
                <a:tab pos="101600" algn="l"/>
              </a:tabLst>
              <a:defRPr sz="1200" b="1">
                <a:solidFill>
                  <a:srgbClr val="595959"/>
                </a:solidFill>
                <a:latin typeface="微软雅黑" pitchFamily="34" charset="-122"/>
                <a:ea typeface="微软雅黑" pitchFamily="34" charset="-122"/>
              </a:defRPr>
            </a:lvl1pPr>
            <a:lvl2pPr marL="742950" indent="-285750" eaLnBrk="0" hangingPunct="0">
              <a:tabLst>
                <a:tab pos="101600" algn="l"/>
              </a:tabLst>
              <a:defRPr>
                <a:latin typeface="Calibri" pitchFamily="34" charset="0"/>
                <a:ea typeface="宋体" pitchFamily="2" charset="-122"/>
              </a:defRPr>
            </a:lvl2pPr>
            <a:lvl3pPr marL="1143000" indent="-228600" eaLnBrk="0" hangingPunct="0">
              <a:tabLst>
                <a:tab pos="101600" algn="l"/>
              </a:tabLst>
              <a:defRPr>
                <a:latin typeface="Calibri" pitchFamily="34" charset="0"/>
                <a:ea typeface="宋体" pitchFamily="2" charset="-122"/>
              </a:defRPr>
            </a:lvl3pPr>
            <a:lvl4pPr marL="1600200" indent="-228600" eaLnBrk="0" hangingPunct="0">
              <a:tabLst>
                <a:tab pos="101600" algn="l"/>
              </a:tabLst>
              <a:defRPr>
                <a:latin typeface="Calibri" pitchFamily="34" charset="0"/>
                <a:ea typeface="宋体" pitchFamily="2" charset="-122"/>
              </a:defRPr>
            </a:lvl4pPr>
            <a:lvl5pPr marL="2057400" indent="-228600" eaLnBrk="0" hangingPunct="0">
              <a:tabLst>
                <a:tab pos="101600" algn="l"/>
              </a:tabLst>
              <a:defRPr>
                <a:latin typeface="Calibri" pitchFamily="34" charset="0"/>
                <a:ea typeface="宋体" pitchFamily="2" charset="-122"/>
              </a:defRPr>
            </a:lvl5pPr>
            <a:lvl6pPr marL="2514600" indent="-228600" eaLnBrk="0" fontAlgn="base" hangingPunct="0">
              <a:spcBef>
                <a:spcPct val="0"/>
              </a:spcBef>
              <a:spcAft>
                <a:spcPct val="0"/>
              </a:spcAft>
              <a:tabLst>
                <a:tab pos="101600" algn="l"/>
              </a:tabLst>
              <a:defRPr>
                <a:latin typeface="Calibri" pitchFamily="34" charset="0"/>
                <a:ea typeface="宋体" pitchFamily="2" charset="-122"/>
              </a:defRPr>
            </a:lvl6pPr>
            <a:lvl7pPr marL="2971800" indent="-228600" eaLnBrk="0" fontAlgn="base" hangingPunct="0">
              <a:spcBef>
                <a:spcPct val="0"/>
              </a:spcBef>
              <a:spcAft>
                <a:spcPct val="0"/>
              </a:spcAft>
              <a:tabLst>
                <a:tab pos="101600" algn="l"/>
              </a:tabLst>
              <a:defRPr>
                <a:latin typeface="Calibri" pitchFamily="34" charset="0"/>
                <a:ea typeface="宋体" pitchFamily="2" charset="-122"/>
              </a:defRPr>
            </a:lvl7pPr>
            <a:lvl8pPr marL="3429000" indent="-228600" eaLnBrk="0" fontAlgn="base" hangingPunct="0">
              <a:spcBef>
                <a:spcPct val="0"/>
              </a:spcBef>
              <a:spcAft>
                <a:spcPct val="0"/>
              </a:spcAft>
              <a:tabLst>
                <a:tab pos="101600" algn="l"/>
              </a:tabLst>
              <a:defRPr>
                <a:latin typeface="Calibri" pitchFamily="34" charset="0"/>
                <a:ea typeface="宋体" pitchFamily="2" charset="-122"/>
              </a:defRPr>
            </a:lvl8pPr>
            <a:lvl9pPr marL="3886200" indent="-228600" eaLnBrk="0" fontAlgn="base" hangingPunct="0">
              <a:spcBef>
                <a:spcPct val="0"/>
              </a:spcBef>
              <a:spcAft>
                <a:spcPct val="0"/>
              </a:spcAft>
              <a:tabLst>
                <a:tab pos="101600" algn="l"/>
              </a:tabLst>
              <a:defRPr>
                <a:latin typeface="Calibri" pitchFamily="34" charset="0"/>
                <a:ea typeface="宋体" pitchFamily="2" charset="-122"/>
              </a:defRPr>
            </a:lvl9pPr>
          </a:lstStyle>
          <a:p>
            <a:r>
              <a:rPr lang="en-US" altLang="zh-CN" dirty="0">
                <a:solidFill>
                  <a:schemeClr val="bg1"/>
                </a:solidFill>
                <a:latin typeface="+mn-lt"/>
                <a:ea typeface="+mn-ea"/>
                <a:cs typeface="+mn-ea"/>
                <a:sym typeface="+mn-lt"/>
              </a:rPr>
              <a:t>Transformer </a:t>
            </a:r>
            <a:r>
              <a:rPr lang="zh-CN" altLang="en-US" dirty="0">
                <a:solidFill>
                  <a:schemeClr val="bg1"/>
                </a:solidFill>
                <a:latin typeface="+mn-lt"/>
                <a:ea typeface="+mn-ea"/>
                <a:cs typeface="+mn-ea"/>
                <a:sym typeface="+mn-lt"/>
              </a:rPr>
              <a:t>与 </a:t>
            </a:r>
            <a:r>
              <a:rPr lang="en-US" altLang="zh-CN" dirty="0">
                <a:solidFill>
                  <a:schemeClr val="bg1"/>
                </a:solidFill>
                <a:latin typeface="+mn-lt"/>
                <a:ea typeface="+mn-ea"/>
                <a:cs typeface="+mn-ea"/>
                <a:sym typeface="+mn-lt"/>
              </a:rPr>
              <a:t>GCN </a:t>
            </a:r>
            <a:r>
              <a:rPr lang="zh-CN" altLang="en-US" dirty="0">
                <a:solidFill>
                  <a:schemeClr val="bg1"/>
                </a:solidFill>
                <a:latin typeface="+mn-lt"/>
                <a:ea typeface="+mn-ea"/>
                <a:cs typeface="+mn-ea"/>
                <a:sym typeface="+mn-lt"/>
              </a:rPr>
              <a:t>结合</a:t>
            </a:r>
          </a:p>
        </p:txBody>
      </p:sp>
      <p:sp>
        <p:nvSpPr>
          <p:cNvPr id="10" name="AutoShape 17">
            <a:extLst>
              <a:ext uri="{FF2B5EF4-FFF2-40B4-BE49-F238E27FC236}">
                <a16:creationId xmlns:a16="http://schemas.microsoft.com/office/drawing/2014/main" id="{D1C5A138-420B-4321-8477-5A907E7B31EC}"/>
              </a:ext>
            </a:extLst>
          </p:cNvPr>
          <p:cNvSpPr>
            <a:spLocks noChangeArrowheads="1"/>
          </p:cNvSpPr>
          <p:nvPr/>
        </p:nvSpPr>
        <p:spPr bwMode="auto">
          <a:xfrm>
            <a:off x="996035" y="4208517"/>
            <a:ext cx="1692052" cy="1497996"/>
          </a:xfrm>
          <a:prstGeom prst="roundRect">
            <a:avLst>
              <a:gd name="adj" fmla="val 13009"/>
            </a:avLst>
          </a:prstGeom>
          <a:solidFill>
            <a:srgbClr val="344F66"/>
          </a:solidFill>
          <a:ln w="19050" cap="rnd">
            <a:solidFill>
              <a:schemeClr val="tx1">
                <a:lumMod val="65000"/>
                <a:lumOff val="35000"/>
              </a:schemeClr>
            </a:solidFill>
            <a:prstDash val="sysDot"/>
            <a:round/>
            <a:headEnd/>
            <a:tailEnd/>
          </a:ln>
          <a:effectLst/>
        </p:spPr>
        <p:txBody>
          <a:bodyPr/>
          <a:lstStyle/>
          <a:p>
            <a:pPr fontAlgn="auto">
              <a:spcBef>
                <a:spcPts val="0"/>
              </a:spcBef>
              <a:spcAft>
                <a:spcPts val="0"/>
              </a:spcAft>
              <a:defRPr/>
            </a:pPr>
            <a:endParaRPr lang="zh-CN" altLang="en-US">
              <a:solidFill>
                <a:schemeClr val="bg1"/>
              </a:solidFill>
              <a:cs typeface="+mn-ea"/>
              <a:sym typeface="+mn-lt"/>
            </a:endParaRPr>
          </a:p>
        </p:txBody>
      </p:sp>
      <p:sp>
        <p:nvSpPr>
          <p:cNvPr id="11" name="TextBox 57">
            <a:extLst>
              <a:ext uri="{FF2B5EF4-FFF2-40B4-BE49-F238E27FC236}">
                <a16:creationId xmlns:a16="http://schemas.microsoft.com/office/drawing/2014/main" id="{D5CA7809-B264-4EF5-B0A9-2951F1CE0ECA}"/>
              </a:ext>
            </a:extLst>
          </p:cNvPr>
          <p:cNvSpPr txBox="1">
            <a:spLocks noChangeArrowheads="1"/>
          </p:cNvSpPr>
          <p:nvPr/>
        </p:nvSpPr>
        <p:spPr bwMode="auto">
          <a:xfrm>
            <a:off x="1184949" y="4323169"/>
            <a:ext cx="146526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eaLnBrk="1" hangingPunct="1">
              <a:defRPr b="1">
                <a:solidFill>
                  <a:srgbClr val="002060"/>
                </a:solidFill>
                <a:latin typeface="微软雅黑" pitchFamily="34" charset="-122"/>
                <a:ea typeface="微软雅黑" pitchFamily="34" charset="-122"/>
              </a:defRPr>
            </a:lvl1pPr>
            <a:lvl2pPr marL="742950" indent="-285750" eaLnBrk="0" hangingPunct="0">
              <a:defRPr>
                <a:latin typeface="Calibri" pitchFamily="34" charset="0"/>
                <a:ea typeface="宋体" pitchFamily="2" charset="-122"/>
              </a:defRPr>
            </a:lvl2pPr>
            <a:lvl3pPr marL="1143000" indent="-228600" eaLnBrk="0" hangingPunct="0">
              <a:defRPr>
                <a:latin typeface="Calibri" pitchFamily="34" charset="0"/>
                <a:ea typeface="宋体" pitchFamily="2" charset="-122"/>
              </a:defRPr>
            </a:lvl3pPr>
            <a:lvl4pPr marL="1600200" indent="-228600" eaLnBrk="0" hangingPunct="0">
              <a:defRPr>
                <a:latin typeface="Calibri" pitchFamily="34" charset="0"/>
                <a:ea typeface="宋体" pitchFamily="2" charset="-122"/>
              </a:defRPr>
            </a:lvl4pPr>
            <a:lvl5pPr marL="2057400" indent="-228600" eaLnBrk="0" hangingPunct="0">
              <a:defRPr>
                <a:latin typeface="Calibri" pitchFamily="34" charset="0"/>
                <a:ea typeface="宋体" pitchFamily="2" charset="-122"/>
              </a:defRPr>
            </a:lvl5pPr>
            <a:lvl6pPr marL="2514600" indent="-228600" eaLnBrk="0" fontAlgn="base" hangingPunct="0">
              <a:spcBef>
                <a:spcPct val="0"/>
              </a:spcBef>
              <a:spcAft>
                <a:spcPct val="0"/>
              </a:spcAft>
              <a:defRPr>
                <a:latin typeface="Calibri" pitchFamily="34" charset="0"/>
                <a:ea typeface="宋体" pitchFamily="2" charset="-122"/>
              </a:defRPr>
            </a:lvl6pPr>
            <a:lvl7pPr marL="2971800" indent="-228600" eaLnBrk="0" fontAlgn="base" hangingPunct="0">
              <a:spcBef>
                <a:spcPct val="0"/>
              </a:spcBef>
              <a:spcAft>
                <a:spcPct val="0"/>
              </a:spcAft>
              <a:defRPr>
                <a:latin typeface="Calibri" pitchFamily="34" charset="0"/>
                <a:ea typeface="宋体" pitchFamily="2" charset="-122"/>
              </a:defRPr>
            </a:lvl7pPr>
            <a:lvl8pPr marL="3429000" indent="-228600" eaLnBrk="0" fontAlgn="base" hangingPunct="0">
              <a:spcBef>
                <a:spcPct val="0"/>
              </a:spcBef>
              <a:spcAft>
                <a:spcPct val="0"/>
              </a:spcAft>
              <a:defRPr>
                <a:latin typeface="Calibri" pitchFamily="34" charset="0"/>
                <a:ea typeface="宋体" pitchFamily="2" charset="-122"/>
              </a:defRPr>
            </a:lvl8pPr>
            <a:lvl9pPr marL="3886200" indent="-228600" eaLnBrk="0" fontAlgn="base" hangingPunct="0">
              <a:spcBef>
                <a:spcPct val="0"/>
              </a:spcBef>
              <a:spcAft>
                <a:spcPct val="0"/>
              </a:spcAft>
              <a:defRPr>
                <a:latin typeface="Calibri" pitchFamily="34" charset="0"/>
                <a:ea typeface="宋体" pitchFamily="2" charset="-122"/>
              </a:defRPr>
            </a:lvl9pPr>
          </a:lstStyle>
          <a:p>
            <a:r>
              <a:rPr lang="zh-CN" altLang="en-US" dirty="0">
                <a:solidFill>
                  <a:schemeClr val="bg1"/>
                </a:solidFill>
                <a:latin typeface="+mn-lt"/>
                <a:ea typeface="+mn-ea"/>
                <a:cs typeface="+mn-ea"/>
              </a:rPr>
              <a:t>国外早期</a:t>
            </a:r>
            <a:endParaRPr lang="zh-CN" altLang="en-US" dirty="0">
              <a:solidFill>
                <a:schemeClr val="bg1"/>
              </a:solidFill>
              <a:latin typeface="+mn-lt"/>
              <a:ea typeface="+mn-ea"/>
              <a:cs typeface="+mn-ea"/>
              <a:sym typeface="+mn-lt"/>
            </a:endParaRPr>
          </a:p>
        </p:txBody>
      </p:sp>
      <p:sp>
        <p:nvSpPr>
          <p:cNvPr id="12" name="TextBox 57">
            <a:extLst>
              <a:ext uri="{FF2B5EF4-FFF2-40B4-BE49-F238E27FC236}">
                <a16:creationId xmlns:a16="http://schemas.microsoft.com/office/drawing/2014/main" id="{E7FF0622-9743-4E78-9174-CE1F9718B2A9}"/>
              </a:ext>
            </a:extLst>
          </p:cNvPr>
          <p:cNvSpPr txBox="1">
            <a:spLocks noChangeArrowheads="1"/>
          </p:cNvSpPr>
          <p:nvPr/>
        </p:nvSpPr>
        <p:spPr bwMode="auto">
          <a:xfrm>
            <a:off x="1189710" y="4598736"/>
            <a:ext cx="1443038" cy="6136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eaLnBrk="0" hangingPunct="0">
              <a:lnSpc>
                <a:spcPct val="150000"/>
              </a:lnSpc>
              <a:tabLst>
                <a:tab pos="101600" algn="l"/>
              </a:tabLst>
              <a:defRPr sz="1200" b="1">
                <a:solidFill>
                  <a:srgbClr val="595959"/>
                </a:solidFill>
                <a:latin typeface="微软雅黑" pitchFamily="34" charset="-122"/>
                <a:ea typeface="微软雅黑" pitchFamily="34" charset="-122"/>
              </a:defRPr>
            </a:lvl1pPr>
            <a:lvl2pPr marL="742950" indent="-285750" eaLnBrk="0" hangingPunct="0">
              <a:tabLst>
                <a:tab pos="101600" algn="l"/>
              </a:tabLst>
              <a:defRPr>
                <a:latin typeface="Calibri" pitchFamily="34" charset="0"/>
                <a:ea typeface="宋体" pitchFamily="2" charset="-122"/>
              </a:defRPr>
            </a:lvl2pPr>
            <a:lvl3pPr marL="1143000" indent="-228600" eaLnBrk="0" hangingPunct="0">
              <a:tabLst>
                <a:tab pos="101600" algn="l"/>
              </a:tabLst>
              <a:defRPr>
                <a:latin typeface="Calibri" pitchFamily="34" charset="0"/>
                <a:ea typeface="宋体" pitchFamily="2" charset="-122"/>
              </a:defRPr>
            </a:lvl3pPr>
            <a:lvl4pPr marL="1600200" indent="-228600" eaLnBrk="0" hangingPunct="0">
              <a:tabLst>
                <a:tab pos="101600" algn="l"/>
              </a:tabLst>
              <a:defRPr>
                <a:latin typeface="Calibri" pitchFamily="34" charset="0"/>
                <a:ea typeface="宋体" pitchFamily="2" charset="-122"/>
              </a:defRPr>
            </a:lvl4pPr>
            <a:lvl5pPr marL="2057400" indent="-228600" eaLnBrk="0" hangingPunct="0">
              <a:tabLst>
                <a:tab pos="101600" algn="l"/>
              </a:tabLst>
              <a:defRPr>
                <a:latin typeface="Calibri" pitchFamily="34" charset="0"/>
                <a:ea typeface="宋体" pitchFamily="2" charset="-122"/>
              </a:defRPr>
            </a:lvl5pPr>
            <a:lvl6pPr marL="2514600" indent="-228600" eaLnBrk="0" fontAlgn="base" hangingPunct="0">
              <a:spcBef>
                <a:spcPct val="0"/>
              </a:spcBef>
              <a:spcAft>
                <a:spcPct val="0"/>
              </a:spcAft>
              <a:tabLst>
                <a:tab pos="101600" algn="l"/>
              </a:tabLst>
              <a:defRPr>
                <a:latin typeface="Calibri" pitchFamily="34" charset="0"/>
                <a:ea typeface="宋体" pitchFamily="2" charset="-122"/>
              </a:defRPr>
            </a:lvl6pPr>
            <a:lvl7pPr marL="2971800" indent="-228600" eaLnBrk="0" fontAlgn="base" hangingPunct="0">
              <a:spcBef>
                <a:spcPct val="0"/>
              </a:spcBef>
              <a:spcAft>
                <a:spcPct val="0"/>
              </a:spcAft>
              <a:tabLst>
                <a:tab pos="101600" algn="l"/>
              </a:tabLst>
              <a:defRPr>
                <a:latin typeface="Calibri" pitchFamily="34" charset="0"/>
                <a:ea typeface="宋体" pitchFamily="2" charset="-122"/>
              </a:defRPr>
            </a:lvl7pPr>
            <a:lvl8pPr marL="3429000" indent="-228600" eaLnBrk="0" fontAlgn="base" hangingPunct="0">
              <a:spcBef>
                <a:spcPct val="0"/>
              </a:spcBef>
              <a:spcAft>
                <a:spcPct val="0"/>
              </a:spcAft>
              <a:tabLst>
                <a:tab pos="101600" algn="l"/>
              </a:tabLst>
              <a:defRPr>
                <a:latin typeface="Calibri" pitchFamily="34" charset="0"/>
                <a:ea typeface="宋体" pitchFamily="2" charset="-122"/>
              </a:defRPr>
            </a:lvl8pPr>
            <a:lvl9pPr marL="3886200" indent="-228600" eaLnBrk="0" fontAlgn="base" hangingPunct="0">
              <a:spcBef>
                <a:spcPct val="0"/>
              </a:spcBef>
              <a:spcAft>
                <a:spcPct val="0"/>
              </a:spcAft>
              <a:tabLst>
                <a:tab pos="101600" algn="l"/>
              </a:tabLst>
              <a:defRPr>
                <a:latin typeface="Calibri" pitchFamily="34" charset="0"/>
                <a:ea typeface="宋体" pitchFamily="2" charset="-122"/>
              </a:defRPr>
            </a:lvl9pPr>
          </a:lstStyle>
          <a:p>
            <a:r>
              <a:rPr lang="zh-CN" altLang="en-US" dirty="0">
                <a:solidFill>
                  <a:schemeClr val="bg1"/>
                </a:solidFill>
                <a:latin typeface="+mn-lt"/>
                <a:ea typeface="+mn-ea"/>
                <a:cs typeface="+mn-ea"/>
              </a:rPr>
              <a:t>聚焦多标签理论与方法</a:t>
            </a:r>
          </a:p>
        </p:txBody>
      </p:sp>
      <p:sp>
        <p:nvSpPr>
          <p:cNvPr id="13" name="Line 18">
            <a:extLst>
              <a:ext uri="{FF2B5EF4-FFF2-40B4-BE49-F238E27FC236}">
                <a16:creationId xmlns:a16="http://schemas.microsoft.com/office/drawing/2014/main" id="{F2A752F5-9DF4-4128-801F-EB05E9DB1A7E}"/>
              </a:ext>
            </a:extLst>
          </p:cNvPr>
          <p:cNvSpPr>
            <a:spLocks noChangeShapeType="1"/>
          </p:cNvSpPr>
          <p:nvPr/>
        </p:nvSpPr>
        <p:spPr bwMode="auto">
          <a:xfrm flipH="1">
            <a:off x="1157960" y="3878670"/>
            <a:ext cx="1588" cy="645583"/>
          </a:xfrm>
          <a:prstGeom prst="line">
            <a:avLst/>
          </a:prstGeom>
          <a:noFill/>
          <a:ln w="19050">
            <a:solidFill>
              <a:schemeClr val="bg1"/>
            </a:solidFill>
            <a:prstDash val="sysDot"/>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a:cs typeface="+mn-ea"/>
              <a:sym typeface="+mn-lt"/>
            </a:endParaRPr>
          </a:p>
        </p:txBody>
      </p:sp>
      <p:grpSp>
        <p:nvGrpSpPr>
          <p:cNvPr id="14" name="Group 138">
            <a:extLst>
              <a:ext uri="{FF2B5EF4-FFF2-40B4-BE49-F238E27FC236}">
                <a16:creationId xmlns:a16="http://schemas.microsoft.com/office/drawing/2014/main" id="{CC392D84-CE95-4612-991C-F36E9A3FD15D}"/>
              </a:ext>
            </a:extLst>
          </p:cNvPr>
          <p:cNvGrpSpPr>
            <a:grpSpLocks/>
          </p:cNvGrpSpPr>
          <p:nvPr/>
        </p:nvGrpSpPr>
        <p:grpSpPr bwMode="auto">
          <a:xfrm>
            <a:off x="1073977" y="3767545"/>
            <a:ext cx="182211" cy="202388"/>
            <a:chOff x="1661" y="2750"/>
            <a:chExt cx="250" cy="250"/>
          </a:xfrm>
        </p:grpSpPr>
        <p:sp>
          <p:nvSpPr>
            <p:cNvPr id="15" name="Oval 139">
              <a:extLst>
                <a:ext uri="{FF2B5EF4-FFF2-40B4-BE49-F238E27FC236}">
                  <a16:creationId xmlns:a16="http://schemas.microsoft.com/office/drawing/2014/main" id="{8B401C78-4E94-4D85-98C6-498F85E91632}"/>
                </a:ext>
              </a:extLst>
            </p:cNvPr>
            <p:cNvSpPr>
              <a:spLocks noChangeArrowheads="1"/>
            </p:cNvSpPr>
            <p:nvPr/>
          </p:nvSpPr>
          <p:spPr bwMode="auto">
            <a:xfrm>
              <a:off x="1661" y="2750"/>
              <a:ext cx="250" cy="251"/>
            </a:xfrm>
            <a:prstGeom prst="ellipse">
              <a:avLst/>
            </a:prstGeom>
            <a:solidFill>
              <a:srgbClr val="013B6D"/>
            </a:solidFill>
            <a:ln>
              <a:noFill/>
            </a:ln>
          </p:spPr>
          <p:txBody>
            <a:bodyPr wrap="none" anchor="ctr"/>
            <a:lstStyle/>
            <a:p>
              <a:pPr algn="ctr" fontAlgn="auto">
                <a:spcBef>
                  <a:spcPts val="0"/>
                </a:spcBef>
                <a:spcAft>
                  <a:spcPts val="0"/>
                </a:spcAft>
                <a:defRPr/>
              </a:pPr>
              <a:endParaRPr lang="ko-KR" altLang="en-US">
                <a:cs typeface="+mn-ea"/>
                <a:sym typeface="+mn-lt"/>
              </a:endParaRPr>
            </a:p>
          </p:txBody>
        </p:sp>
        <p:sp>
          <p:nvSpPr>
            <p:cNvPr id="16" name="Oval 140">
              <a:extLst>
                <a:ext uri="{FF2B5EF4-FFF2-40B4-BE49-F238E27FC236}">
                  <a16:creationId xmlns:a16="http://schemas.microsoft.com/office/drawing/2014/main" id="{98419773-6728-418E-8808-D146D479CC6F}"/>
                </a:ext>
              </a:extLst>
            </p:cNvPr>
            <p:cNvSpPr>
              <a:spLocks noChangeArrowheads="1"/>
            </p:cNvSpPr>
            <p:nvPr/>
          </p:nvSpPr>
          <p:spPr bwMode="auto">
            <a:xfrm>
              <a:off x="1729" y="2818"/>
              <a:ext cx="114" cy="114"/>
            </a:xfrm>
            <a:prstGeom prst="ellipse">
              <a:avLst/>
            </a:prstGeom>
            <a:solidFill>
              <a:srgbClr val="FFFFFF"/>
            </a:solidFill>
            <a:ln>
              <a:noFill/>
            </a:ln>
            <a:extLst>
              <a:ext uri="{91240B29-F687-4F45-9708-019B960494DF}">
                <a14:hiddenLine xmlns:a14="http://schemas.microsoft.com/office/drawing/2010/main" w="101600">
                  <a:solidFill>
                    <a:srgbClr val="000000"/>
                  </a:solidFill>
                  <a:round/>
                  <a:headEnd/>
                  <a:tailEnd/>
                </a14:hiddenLine>
              </a:ext>
            </a:extLst>
          </p:spPr>
          <p:txBody>
            <a:bodyPr wrap="none" anchor="ctr"/>
            <a:lstStyle/>
            <a:p>
              <a:pPr algn="ctr"/>
              <a:endParaRPr lang="ko-KR" altLang="en-US">
                <a:cs typeface="+mn-ea"/>
                <a:sym typeface="+mn-lt"/>
              </a:endParaRPr>
            </a:p>
          </p:txBody>
        </p:sp>
      </p:grpSp>
      <p:sp>
        <p:nvSpPr>
          <p:cNvPr id="17" name="AutoShape 5">
            <a:extLst>
              <a:ext uri="{FF2B5EF4-FFF2-40B4-BE49-F238E27FC236}">
                <a16:creationId xmlns:a16="http://schemas.microsoft.com/office/drawing/2014/main" id="{8E005C09-B217-4714-A72D-33A93C00C33F}"/>
              </a:ext>
            </a:extLst>
          </p:cNvPr>
          <p:cNvSpPr>
            <a:spLocks noChangeArrowheads="1"/>
          </p:cNvSpPr>
          <p:nvPr/>
        </p:nvSpPr>
        <p:spPr bwMode="auto">
          <a:xfrm>
            <a:off x="4274623" y="4220863"/>
            <a:ext cx="1700213" cy="1497997"/>
          </a:xfrm>
          <a:prstGeom prst="roundRect">
            <a:avLst>
              <a:gd name="adj" fmla="val 13009"/>
            </a:avLst>
          </a:prstGeom>
          <a:solidFill>
            <a:srgbClr val="CF3B4C"/>
          </a:solidFill>
          <a:ln w="19050" cap="rnd">
            <a:solidFill>
              <a:schemeClr val="tx1">
                <a:lumMod val="65000"/>
                <a:lumOff val="35000"/>
              </a:schemeClr>
            </a:solidFill>
            <a:prstDash val="sysDot"/>
            <a:round/>
            <a:headEnd/>
            <a:tailEnd/>
          </a:ln>
          <a:effectLst/>
        </p:spPr>
        <p:txBody>
          <a:bodyPr wrap="none" anchor="ctr"/>
          <a:lstStyle/>
          <a:p>
            <a:endParaRPr lang="zh-CN" altLang="en-US">
              <a:solidFill>
                <a:srgbClr val="595959"/>
              </a:solidFill>
              <a:cs typeface="+mn-ea"/>
              <a:sym typeface="+mn-lt"/>
            </a:endParaRPr>
          </a:p>
        </p:txBody>
      </p:sp>
      <p:sp>
        <p:nvSpPr>
          <p:cNvPr id="18" name="TextBox 57">
            <a:extLst>
              <a:ext uri="{FF2B5EF4-FFF2-40B4-BE49-F238E27FC236}">
                <a16:creationId xmlns:a16="http://schemas.microsoft.com/office/drawing/2014/main" id="{34D0B816-C64D-418C-BA78-AC78FD9AEC48}"/>
              </a:ext>
            </a:extLst>
          </p:cNvPr>
          <p:cNvSpPr txBox="1">
            <a:spLocks noChangeArrowheads="1"/>
          </p:cNvSpPr>
          <p:nvPr/>
        </p:nvSpPr>
        <p:spPr bwMode="auto">
          <a:xfrm>
            <a:off x="4417497" y="4321406"/>
            <a:ext cx="17732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eaLnBrk="1" hangingPunct="1">
              <a:defRPr b="1">
                <a:solidFill>
                  <a:srgbClr val="002060"/>
                </a:solidFill>
                <a:latin typeface="微软雅黑" pitchFamily="34" charset="-122"/>
                <a:ea typeface="微软雅黑" pitchFamily="34" charset="-122"/>
              </a:defRPr>
            </a:lvl1pPr>
            <a:lvl2pPr marL="742950" indent="-285750" eaLnBrk="0" hangingPunct="0">
              <a:defRPr>
                <a:latin typeface="Calibri" pitchFamily="34" charset="0"/>
                <a:ea typeface="宋体" pitchFamily="2" charset="-122"/>
              </a:defRPr>
            </a:lvl2pPr>
            <a:lvl3pPr marL="1143000" indent="-228600" eaLnBrk="0" hangingPunct="0">
              <a:defRPr>
                <a:latin typeface="Calibri" pitchFamily="34" charset="0"/>
                <a:ea typeface="宋体" pitchFamily="2" charset="-122"/>
              </a:defRPr>
            </a:lvl3pPr>
            <a:lvl4pPr marL="1600200" indent="-228600" eaLnBrk="0" hangingPunct="0">
              <a:defRPr>
                <a:latin typeface="Calibri" pitchFamily="34" charset="0"/>
                <a:ea typeface="宋体" pitchFamily="2" charset="-122"/>
              </a:defRPr>
            </a:lvl4pPr>
            <a:lvl5pPr marL="2057400" indent="-228600" eaLnBrk="0" hangingPunct="0">
              <a:defRPr>
                <a:latin typeface="Calibri" pitchFamily="34" charset="0"/>
                <a:ea typeface="宋体" pitchFamily="2" charset="-122"/>
              </a:defRPr>
            </a:lvl5pPr>
            <a:lvl6pPr marL="2514600" indent="-228600" eaLnBrk="0" fontAlgn="base" hangingPunct="0">
              <a:spcBef>
                <a:spcPct val="0"/>
              </a:spcBef>
              <a:spcAft>
                <a:spcPct val="0"/>
              </a:spcAft>
              <a:defRPr>
                <a:latin typeface="Calibri" pitchFamily="34" charset="0"/>
                <a:ea typeface="宋体" pitchFamily="2" charset="-122"/>
              </a:defRPr>
            </a:lvl6pPr>
            <a:lvl7pPr marL="2971800" indent="-228600" eaLnBrk="0" fontAlgn="base" hangingPunct="0">
              <a:spcBef>
                <a:spcPct val="0"/>
              </a:spcBef>
              <a:spcAft>
                <a:spcPct val="0"/>
              </a:spcAft>
              <a:defRPr>
                <a:latin typeface="Calibri" pitchFamily="34" charset="0"/>
                <a:ea typeface="宋体" pitchFamily="2" charset="-122"/>
              </a:defRPr>
            </a:lvl7pPr>
            <a:lvl8pPr marL="3429000" indent="-228600" eaLnBrk="0" fontAlgn="base" hangingPunct="0">
              <a:spcBef>
                <a:spcPct val="0"/>
              </a:spcBef>
              <a:spcAft>
                <a:spcPct val="0"/>
              </a:spcAft>
              <a:defRPr>
                <a:latin typeface="Calibri" pitchFamily="34" charset="0"/>
                <a:ea typeface="宋体" pitchFamily="2" charset="-122"/>
              </a:defRPr>
            </a:lvl8pPr>
            <a:lvl9pPr marL="3886200" indent="-228600" eaLnBrk="0" fontAlgn="base" hangingPunct="0">
              <a:spcBef>
                <a:spcPct val="0"/>
              </a:spcBef>
              <a:spcAft>
                <a:spcPct val="0"/>
              </a:spcAft>
              <a:defRPr>
                <a:latin typeface="Calibri" pitchFamily="34" charset="0"/>
                <a:ea typeface="宋体" pitchFamily="2" charset="-122"/>
              </a:defRPr>
            </a:lvl9pPr>
          </a:lstStyle>
          <a:p>
            <a:r>
              <a:rPr lang="zh-CN" altLang="en-US" dirty="0">
                <a:solidFill>
                  <a:schemeClr val="bg1"/>
                </a:solidFill>
                <a:latin typeface="+mn-lt"/>
                <a:ea typeface="+mn-ea"/>
                <a:cs typeface="+mn-ea"/>
                <a:sym typeface="+mn-lt"/>
              </a:rPr>
              <a:t>国外趋势</a:t>
            </a:r>
          </a:p>
        </p:txBody>
      </p:sp>
      <p:sp>
        <p:nvSpPr>
          <p:cNvPr id="19" name="TextBox 57">
            <a:extLst>
              <a:ext uri="{FF2B5EF4-FFF2-40B4-BE49-F238E27FC236}">
                <a16:creationId xmlns:a16="http://schemas.microsoft.com/office/drawing/2014/main" id="{3287CDDA-36E4-49A5-9DF2-A273EB4810BE}"/>
              </a:ext>
            </a:extLst>
          </p:cNvPr>
          <p:cNvSpPr txBox="1">
            <a:spLocks noChangeArrowheads="1"/>
          </p:cNvSpPr>
          <p:nvPr/>
        </p:nvSpPr>
        <p:spPr bwMode="auto">
          <a:xfrm>
            <a:off x="4433175" y="4598736"/>
            <a:ext cx="1541661" cy="6136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eaLnBrk="0" hangingPunct="0">
              <a:lnSpc>
                <a:spcPct val="150000"/>
              </a:lnSpc>
              <a:tabLst>
                <a:tab pos="101600" algn="l"/>
              </a:tabLst>
              <a:defRPr sz="1200" b="1">
                <a:solidFill>
                  <a:srgbClr val="595959"/>
                </a:solidFill>
                <a:latin typeface="微软雅黑" pitchFamily="34" charset="-122"/>
                <a:ea typeface="微软雅黑" pitchFamily="34" charset="-122"/>
              </a:defRPr>
            </a:lvl1pPr>
            <a:lvl2pPr marL="742950" indent="-285750" eaLnBrk="0" hangingPunct="0">
              <a:tabLst>
                <a:tab pos="101600" algn="l"/>
              </a:tabLst>
              <a:defRPr>
                <a:latin typeface="Calibri" pitchFamily="34" charset="0"/>
                <a:ea typeface="宋体" pitchFamily="2" charset="-122"/>
              </a:defRPr>
            </a:lvl2pPr>
            <a:lvl3pPr marL="1143000" indent="-228600" eaLnBrk="0" hangingPunct="0">
              <a:tabLst>
                <a:tab pos="101600" algn="l"/>
              </a:tabLst>
              <a:defRPr>
                <a:latin typeface="Calibri" pitchFamily="34" charset="0"/>
                <a:ea typeface="宋体" pitchFamily="2" charset="-122"/>
              </a:defRPr>
            </a:lvl3pPr>
            <a:lvl4pPr marL="1600200" indent="-228600" eaLnBrk="0" hangingPunct="0">
              <a:tabLst>
                <a:tab pos="101600" algn="l"/>
              </a:tabLst>
              <a:defRPr>
                <a:latin typeface="Calibri" pitchFamily="34" charset="0"/>
                <a:ea typeface="宋体" pitchFamily="2" charset="-122"/>
              </a:defRPr>
            </a:lvl4pPr>
            <a:lvl5pPr marL="2057400" indent="-228600" eaLnBrk="0" hangingPunct="0">
              <a:tabLst>
                <a:tab pos="101600" algn="l"/>
              </a:tabLst>
              <a:defRPr>
                <a:latin typeface="Calibri" pitchFamily="34" charset="0"/>
                <a:ea typeface="宋体" pitchFamily="2" charset="-122"/>
              </a:defRPr>
            </a:lvl5pPr>
            <a:lvl6pPr marL="2514600" indent="-228600" eaLnBrk="0" fontAlgn="base" hangingPunct="0">
              <a:spcBef>
                <a:spcPct val="0"/>
              </a:spcBef>
              <a:spcAft>
                <a:spcPct val="0"/>
              </a:spcAft>
              <a:tabLst>
                <a:tab pos="101600" algn="l"/>
              </a:tabLst>
              <a:defRPr>
                <a:latin typeface="Calibri" pitchFamily="34" charset="0"/>
                <a:ea typeface="宋体" pitchFamily="2" charset="-122"/>
              </a:defRPr>
            </a:lvl6pPr>
            <a:lvl7pPr marL="2971800" indent="-228600" eaLnBrk="0" fontAlgn="base" hangingPunct="0">
              <a:spcBef>
                <a:spcPct val="0"/>
              </a:spcBef>
              <a:spcAft>
                <a:spcPct val="0"/>
              </a:spcAft>
              <a:tabLst>
                <a:tab pos="101600" algn="l"/>
              </a:tabLst>
              <a:defRPr>
                <a:latin typeface="Calibri" pitchFamily="34" charset="0"/>
                <a:ea typeface="宋体" pitchFamily="2" charset="-122"/>
              </a:defRPr>
            </a:lvl7pPr>
            <a:lvl8pPr marL="3429000" indent="-228600" eaLnBrk="0" fontAlgn="base" hangingPunct="0">
              <a:spcBef>
                <a:spcPct val="0"/>
              </a:spcBef>
              <a:spcAft>
                <a:spcPct val="0"/>
              </a:spcAft>
              <a:tabLst>
                <a:tab pos="101600" algn="l"/>
              </a:tabLst>
              <a:defRPr>
                <a:latin typeface="Calibri" pitchFamily="34" charset="0"/>
                <a:ea typeface="宋体" pitchFamily="2" charset="-122"/>
              </a:defRPr>
            </a:lvl8pPr>
            <a:lvl9pPr marL="3886200" indent="-228600" eaLnBrk="0" fontAlgn="base" hangingPunct="0">
              <a:spcBef>
                <a:spcPct val="0"/>
              </a:spcBef>
              <a:spcAft>
                <a:spcPct val="0"/>
              </a:spcAft>
              <a:tabLst>
                <a:tab pos="101600" algn="l"/>
              </a:tabLst>
              <a:defRPr>
                <a:latin typeface="Calibri" pitchFamily="34" charset="0"/>
                <a:ea typeface="宋体" pitchFamily="2" charset="-122"/>
              </a:defRPr>
            </a:lvl9pPr>
          </a:lstStyle>
          <a:p>
            <a:r>
              <a:rPr lang="zh-CN" altLang="en-US" dirty="0">
                <a:solidFill>
                  <a:schemeClr val="bg1"/>
                </a:solidFill>
                <a:latin typeface="+mn-lt"/>
                <a:ea typeface="+mn-ea"/>
                <a:cs typeface="+mn-ea"/>
                <a:sym typeface="+mn-lt"/>
              </a:rPr>
              <a:t>强调标签依赖关系建模</a:t>
            </a:r>
          </a:p>
        </p:txBody>
      </p:sp>
      <p:sp>
        <p:nvSpPr>
          <p:cNvPr id="20" name="Line 18">
            <a:extLst>
              <a:ext uri="{FF2B5EF4-FFF2-40B4-BE49-F238E27FC236}">
                <a16:creationId xmlns:a16="http://schemas.microsoft.com/office/drawing/2014/main" id="{F29CCADC-9D54-446E-9407-9A8586B4D353}"/>
              </a:ext>
            </a:extLst>
          </p:cNvPr>
          <p:cNvSpPr>
            <a:spLocks noChangeShapeType="1"/>
          </p:cNvSpPr>
          <p:nvPr/>
        </p:nvSpPr>
        <p:spPr bwMode="auto">
          <a:xfrm flipH="1">
            <a:off x="4427022" y="3878670"/>
            <a:ext cx="1588" cy="645583"/>
          </a:xfrm>
          <a:prstGeom prst="line">
            <a:avLst/>
          </a:prstGeom>
          <a:noFill/>
          <a:ln w="19050">
            <a:solidFill>
              <a:schemeClr val="bg1"/>
            </a:solidFill>
            <a:prstDash val="sysDot"/>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a:cs typeface="+mn-ea"/>
              <a:sym typeface="+mn-lt"/>
            </a:endParaRPr>
          </a:p>
        </p:txBody>
      </p:sp>
      <p:grpSp>
        <p:nvGrpSpPr>
          <p:cNvPr id="21" name="Group 138">
            <a:extLst>
              <a:ext uri="{FF2B5EF4-FFF2-40B4-BE49-F238E27FC236}">
                <a16:creationId xmlns:a16="http://schemas.microsoft.com/office/drawing/2014/main" id="{1F7B535D-A160-4F11-802E-D5614B8DC61C}"/>
              </a:ext>
            </a:extLst>
          </p:cNvPr>
          <p:cNvGrpSpPr>
            <a:grpSpLocks/>
          </p:cNvGrpSpPr>
          <p:nvPr/>
        </p:nvGrpSpPr>
        <p:grpSpPr bwMode="auto">
          <a:xfrm>
            <a:off x="4363269" y="3767544"/>
            <a:ext cx="182252" cy="202458"/>
            <a:chOff x="1661" y="2750"/>
            <a:chExt cx="250" cy="250"/>
          </a:xfrm>
        </p:grpSpPr>
        <p:sp>
          <p:nvSpPr>
            <p:cNvPr id="22" name="Oval 139">
              <a:extLst>
                <a:ext uri="{FF2B5EF4-FFF2-40B4-BE49-F238E27FC236}">
                  <a16:creationId xmlns:a16="http://schemas.microsoft.com/office/drawing/2014/main" id="{E4B6FCF2-A4A4-442E-B8B8-7D246BE1ACC7}"/>
                </a:ext>
              </a:extLst>
            </p:cNvPr>
            <p:cNvSpPr>
              <a:spLocks noChangeArrowheads="1"/>
            </p:cNvSpPr>
            <p:nvPr/>
          </p:nvSpPr>
          <p:spPr bwMode="auto">
            <a:xfrm>
              <a:off x="1661" y="2750"/>
              <a:ext cx="250" cy="250"/>
            </a:xfrm>
            <a:prstGeom prst="ellipse">
              <a:avLst/>
            </a:prstGeom>
            <a:solidFill>
              <a:schemeClr val="bg1">
                <a:lumMod val="65000"/>
              </a:schemeClr>
            </a:solidFill>
            <a:ln>
              <a:noFill/>
            </a:ln>
          </p:spPr>
          <p:txBody>
            <a:bodyPr wrap="none" anchor="ctr"/>
            <a:lstStyle/>
            <a:p>
              <a:pPr algn="ctr" fontAlgn="auto">
                <a:spcBef>
                  <a:spcPts val="0"/>
                </a:spcBef>
                <a:spcAft>
                  <a:spcPts val="0"/>
                </a:spcAft>
                <a:defRPr/>
              </a:pPr>
              <a:endParaRPr lang="ko-KR" altLang="en-US">
                <a:cs typeface="+mn-ea"/>
                <a:sym typeface="+mn-lt"/>
              </a:endParaRPr>
            </a:p>
          </p:txBody>
        </p:sp>
        <p:sp>
          <p:nvSpPr>
            <p:cNvPr id="23" name="Oval 140">
              <a:extLst>
                <a:ext uri="{FF2B5EF4-FFF2-40B4-BE49-F238E27FC236}">
                  <a16:creationId xmlns:a16="http://schemas.microsoft.com/office/drawing/2014/main" id="{8C23879B-7B54-453F-A8EE-E29F9E3F4E4F}"/>
                </a:ext>
              </a:extLst>
            </p:cNvPr>
            <p:cNvSpPr>
              <a:spLocks noChangeArrowheads="1"/>
            </p:cNvSpPr>
            <p:nvPr/>
          </p:nvSpPr>
          <p:spPr bwMode="auto">
            <a:xfrm>
              <a:off x="1729" y="2818"/>
              <a:ext cx="114" cy="114"/>
            </a:xfrm>
            <a:prstGeom prst="ellipse">
              <a:avLst/>
            </a:prstGeom>
            <a:solidFill>
              <a:srgbClr val="FFFFFF"/>
            </a:solidFill>
            <a:ln>
              <a:noFill/>
            </a:ln>
            <a:extLst>
              <a:ext uri="{91240B29-F687-4F45-9708-019B960494DF}">
                <a14:hiddenLine xmlns:a14="http://schemas.microsoft.com/office/drawing/2010/main" w="101600">
                  <a:solidFill>
                    <a:srgbClr val="000000"/>
                  </a:solidFill>
                  <a:round/>
                  <a:headEnd/>
                  <a:tailEnd/>
                </a14:hiddenLine>
              </a:ext>
            </a:extLst>
          </p:spPr>
          <p:txBody>
            <a:bodyPr wrap="none" anchor="ctr"/>
            <a:lstStyle/>
            <a:p>
              <a:pPr algn="ctr"/>
              <a:endParaRPr lang="ko-KR" altLang="en-US">
                <a:cs typeface="+mn-ea"/>
                <a:sym typeface="+mn-lt"/>
              </a:endParaRPr>
            </a:p>
          </p:txBody>
        </p:sp>
      </p:grpSp>
      <p:sp>
        <p:nvSpPr>
          <p:cNvPr id="24" name="AutoShape 2">
            <a:extLst>
              <a:ext uri="{FF2B5EF4-FFF2-40B4-BE49-F238E27FC236}">
                <a16:creationId xmlns:a16="http://schemas.microsoft.com/office/drawing/2014/main" id="{ADCB5A24-6707-4D0E-AEC0-97D54605A9B9}"/>
              </a:ext>
            </a:extLst>
          </p:cNvPr>
          <p:cNvSpPr>
            <a:spLocks noChangeArrowheads="1"/>
          </p:cNvSpPr>
          <p:nvPr/>
        </p:nvSpPr>
        <p:spPr bwMode="auto">
          <a:xfrm>
            <a:off x="5929377" y="1881947"/>
            <a:ext cx="1619250" cy="1668639"/>
          </a:xfrm>
          <a:prstGeom prst="roundRect">
            <a:avLst>
              <a:gd name="adj" fmla="val 13009"/>
            </a:avLst>
          </a:prstGeom>
          <a:solidFill>
            <a:srgbClr val="344F66"/>
          </a:solidFill>
          <a:ln w="19050" cap="rnd">
            <a:solidFill>
              <a:schemeClr val="tx1">
                <a:lumMod val="65000"/>
                <a:lumOff val="35000"/>
              </a:schemeClr>
            </a:solidFill>
            <a:prstDash val="sysDot"/>
            <a:round/>
            <a:headEnd/>
            <a:tailEnd/>
          </a:ln>
          <a:effectLst/>
        </p:spPr>
        <p:txBody>
          <a:bodyPr/>
          <a:lstStyle/>
          <a:p>
            <a:endParaRPr lang="zh-CN" altLang="en-US">
              <a:cs typeface="+mn-ea"/>
              <a:sym typeface="+mn-lt"/>
            </a:endParaRPr>
          </a:p>
        </p:txBody>
      </p:sp>
      <p:sp>
        <p:nvSpPr>
          <p:cNvPr id="25" name="TextBox 57">
            <a:extLst>
              <a:ext uri="{FF2B5EF4-FFF2-40B4-BE49-F238E27FC236}">
                <a16:creationId xmlns:a16="http://schemas.microsoft.com/office/drawing/2014/main" id="{8203DECD-CE12-46B6-9A30-A55141F1AF9B}"/>
              </a:ext>
            </a:extLst>
          </p:cNvPr>
          <p:cNvSpPr txBox="1">
            <a:spLocks noChangeArrowheads="1"/>
          </p:cNvSpPr>
          <p:nvPr/>
        </p:nvSpPr>
        <p:spPr bwMode="auto">
          <a:xfrm>
            <a:off x="6108194" y="1956030"/>
            <a:ext cx="128111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r>
              <a:rPr lang="zh-CN" altLang="en-US" b="1" dirty="0">
                <a:solidFill>
                  <a:schemeClr val="bg1"/>
                </a:solidFill>
                <a:latin typeface="+mn-lt"/>
                <a:ea typeface="+mn-ea"/>
                <a:cs typeface="+mn-ea"/>
                <a:sym typeface="+mn-lt"/>
              </a:rPr>
              <a:t>国内起步</a:t>
            </a:r>
          </a:p>
        </p:txBody>
      </p:sp>
      <p:sp>
        <p:nvSpPr>
          <p:cNvPr id="26" name="TextBox 57">
            <a:extLst>
              <a:ext uri="{FF2B5EF4-FFF2-40B4-BE49-F238E27FC236}">
                <a16:creationId xmlns:a16="http://schemas.microsoft.com/office/drawing/2014/main" id="{7A4F93FE-F5B0-48A3-BEB9-26562B1059E3}"/>
              </a:ext>
            </a:extLst>
          </p:cNvPr>
          <p:cNvSpPr txBox="1">
            <a:spLocks noChangeArrowheads="1"/>
          </p:cNvSpPr>
          <p:nvPr/>
        </p:nvSpPr>
        <p:spPr bwMode="auto">
          <a:xfrm>
            <a:off x="6081500" y="2331739"/>
            <a:ext cx="1565275" cy="6136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tabLst>
                <a:tab pos="101600" algn="l"/>
              </a:tabLst>
              <a:defRPr>
                <a:solidFill>
                  <a:schemeClr val="tx1"/>
                </a:solidFill>
                <a:latin typeface="Calibri" pitchFamily="34" charset="0"/>
                <a:ea typeface="宋体" pitchFamily="2" charset="-122"/>
              </a:defRPr>
            </a:lvl1pPr>
            <a:lvl2pPr marL="742950" indent="-285750" eaLnBrk="0" hangingPunct="0">
              <a:tabLst>
                <a:tab pos="101600" algn="l"/>
              </a:tabLst>
              <a:defRPr>
                <a:solidFill>
                  <a:schemeClr val="tx1"/>
                </a:solidFill>
                <a:latin typeface="Calibri" pitchFamily="34" charset="0"/>
                <a:ea typeface="宋体" pitchFamily="2" charset="-122"/>
              </a:defRPr>
            </a:lvl2pPr>
            <a:lvl3pPr marL="1143000" indent="-228600" eaLnBrk="0" hangingPunct="0">
              <a:tabLst>
                <a:tab pos="101600" algn="l"/>
              </a:tabLst>
              <a:defRPr>
                <a:solidFill>
                  <a:schemeClr val="tx1"/>
                </a:solidFill>
                <a:latin typeface="Calibri" pitchFamily="34" charset="0"/>
                <a:ea typeface="宋体" pitchFamily="2" charset="-122"/>
              </a:defRPr>
            </a:lvl3pPr>
            <a:lvl4pPr marL="1600200" indent="-228600" eaLnBrk="0" hangingPunct="0">
              <a:tabLst>
                <a:tab pos="101600" algn="l"/>
              </a:tabLst>
              <a:defRPr>
                <a:solidFill>
                  <a:schemeClr val="tx1"/>
                </a:solidFill>
                <a:latin typeface="Calibri" pitchFamily="34" charset="0"/>
                <a:ea typeface="宋体" pitchFamily="2" charset="-122"/>
              </a:defRPr>
            </a:lvl4pPr>
            <a:lvl5pPr marL="2057400" indent="-228600" eaLnBrk="0" hangingPunct="0">
              <a:tabLst>
                <a:tab pos="101600" algn="l"/>
              </a:tabLst>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tabLst>
                <a:tab pos="101600" algn="l"/>
              </a:tabLs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tabLst>
                <a:tab pos="101600" algn="l"/>
              </a:tabLs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tabLst>
                <a:tab pos="101600" algn="l"/>
              </a:tabLs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tabLst>
                <a:tab pos="101600" algn="l"/>
              </a:tabLst>
              <a:defRPr>
                <a:solidFill>
                  <a:schemeClr val="tx1"/>
                </a:solidFill>
                <a:latin typeface="Calibri" pitchFamily="34" charset="0"/>
                <a:ea typeface="宋体" pitchFamily="2" charset="-122"/>
              </a:defRPr>
            </a:lvl9pPr>
          </a:lstStyle>
          <a:p>
            <a:pPr>
              <a:lnSpc>
                <a:spcPct val="150000"/>
              </a:lnSpc>
            </a:pPr>
            <a:r>
              <a:rPr lang="zh-CN" altLang="en-US" sz="1200" b="1" dirty="0">
                <a:solidFill>
                  <a:schemeClr val="bg1"/>
                </a:solidFill>
                <a:latin typeface="+mn-lt"/>
                <a:ea typeface="+mn-ea"/>
                <a:cs typeface="+mn-ea"/>
                <a:sym typeface="+mn-lt"/>
              </a:rPr>
              <a:t>围绕罪名预测任务展开</a:t>
            </a:r>
          </a:p>
        </p:txBody>
      </p:sp>
      <p:sp>
        <p:nvSpPr>
          <p:cNvPr id="27" name="Line 16">
            <a:extLst>
              <a:ext uri="{FF2B5EF4-FFF2-40B4-BE49-F238E27FC236}">
                <a16:creationId xmlns:a16="http://schemas.microsoft.com/office/drawing/2014/main" id="{A1F4893D-DB8B-4B66-BB10-A9C06EB94CCC}"/>
              </a:ext>
            </a:extLst>
          </p:cNvPr>
          <p:cNvSpPr>
            <a:spLocks noChangeShapeType="1"/>
          </p:cNvSpPr>
          <p:nvPr/>
        </p:nvSpPr>
        <p:spPr bwMode="auto">
          <a:xfrm flipH="1">
            <a:off x="6088127" y="2077740"/>
            <a:ext cx="0" cy="1793874"/>
          </a:xfrm>
          <a:prstGeom prst="line">
            <a:avLst/>
          </a:prstGeom>
          <a:noFill/>
          <a:ln w="19050">
            <a:solidFill>
              <a:schemeClr val="bg1"/>
            </a:solidFill>
            <a:prstDash val="sysDot"/>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a:cs typeface="+mn-ea"/>
              <a:sym typeface="+mn-lt"/>
            </a:endParaRPr>
          </a:p>
        </p:txBody>
      </p:sp>
      <p:grpSp>
        <p:nvGrpSpPr>
          <p:cNvPr id="28" name="Group 138">
            <a:extLst>
              <a:ext uri="{FF2B5EF4-FFF2-40B4-BE49-F238E27FC236}">
                <a16:creationId xmlns:a16="http://schemas.microsoft.com/office/drawing/2014/main" id="{1BAD719E-AAFA-4E38-8370-D33FD15B417C}"/>
              </a:ext>
            </a:extLst>
          </p:cNvPr>
          <p:cNvGrpSpPr>
            <a:grpSpLocks/>
          </p:cNvGrpSpPr>
          <p:nvPr/>
        </p:nvGrpSpPr>
        <p:grpSpPr bwMode="auto">
          <a:xfrm>
            <a:off x="6007986" y="3771579"/>
            <a:ext cx="182151" cy="202340"/>
            <a:chOff x="1661" y="2750"/>
            <a:chExt cx="250" cy="250"/>
          </a:xfrm>
        </p:grpSpPr>
        <p:sp>
          <p:nvSpPr>
            <p:cNvPr id="29" name="Oval 139">
              <a:extLst>
                <a:ext uri="{FF2B5EF4-FFF2-40B4-BE49-F238E27FC236}">
                  <a16:creationId xmlns:a16="http://schemas.microsoft.com/office/drawing/2014/main" id="{8FC590C2-8AAD-4099-B1E8-CB4D3F70A87E}"/>
                </a:ext>
              </a:extLst>
            </p:cNvPr>
            <p:cNvSpPr>
              <a:spLocks noChangeArrowheads="1"/>
            </p:cNvSpPr>
            <p:nvPr/>
          </p:nvSpPr>
          <p:spPr bwMode="auto">
            <a:xfrm>
              <a:off x="1661" y="2750"/>
              <a:ext cx="250" cy="250"/>
            </a:xfrm>
            <a:prstGeom prst="ellipse">
              <a:avLst/>
            </a:prstGeom>
            <a:solidFill>
              <a:srgbClr val="013B6D"/>
            </a:solidFill>
            <a:ln>
              <a:noFill/>
            </a:ln>
            <a:extLst>
              <a:ext uri="{91240B29-F687-4F45-9708-019B960494DF}">
                <a14:hiddenLine xmlns:a14="http://schemas.microsoft.com/office/drawing/2010/main" w="101600">
                  <a:solidFill>
                    <a:srgbClr val="000000"/>
                  </a:solidFill>
                  <a:round/>
                  <a:headEnd/>
                  <a:tailEnd/>
                </a14:hiddenLine>
              </a:ext>
            </a:extLst>
          </p:spPr>
          <p:txBody>
            <a:bodyPr wrap="none" anchor="ctr"/>
            <a:lstStyle/>
            <a:p>
              <a:pPr algn="ctr"/>
              <a:endParaRPr lang="ko-KR" altLang="en-US">
                <a:cs typeface="+mn-ea"/>
                <a:sym typeface="+mn-lt"/>
              </a:endParaRPr>
            </a:p>
          </p:txBody>
        </p:sp>
        <p:sp>
          <p:nvSpPr>
            <p:cNvPr id="30" name="Oval 140">
              <a:extLst>
                <a:ext uri="{FF2B5EF4-FFF2-40B4-BE49-F238E27FC236}">
                  <a16:creationId xmlns:a16="http://schemas.microsoft.com/office/drawing/2014/main" id="{A0B19444-BCF7-4AA6-A0ED-C19CB8679387}"/>
                </a:ext>
              </a:extLst>
            </p:cNvPr>
            <p:cNvSpPr>
              <a:spLocks noChangeArrowheads="1"/>
            </p:cNvSpPr>
            <p:nvPr/>
          </p:nvSpPr>
          <p:spPr bwMode="auto">
            <a:xfrm>
              <a:off x="1729" y="2818"/>
              <a:ext cx="114" cy="114"/>
            </a:xfrm>
            <a:prstGeom prst="ellipse">
              <a:avLst/>
            </a:prstGeom>
            <a:solidFill>
              <a:schemeClr val="bg1"/>
            </a:solidFill>
            <a:ln>
              <a:noFill/>
            </a:ln>
            <a:extLst>
              <a:ext uri="{91240B29-F687-4F45-9708-019B960494DF}">
                <a14:hiddenLine xmlns:a14="http://schemas.microsoft.com/office/drawing/2010/main" w="101600">
                  <a:solidFill>
                    <a:srgbClr val="000000"/>
                  </a:solidFill>
                  <a:round/>
                  <a:headEnd/>
                  <a:tailEnd/>
                </a14:hiddenLine>
              </a:ext>
            </a:extLst>
          </p:spPr>
          <p:txBody>
            <a:bodyPr wrap="none" anchor="ctr"/>
            <a:lstStyle/>
            <a:p>
              <a:pPr algn="ctr"/>
              <a:endParaRPr lang="ko-KR" altLang="en-US">
                <a:cs typeface="+mn-ea"/>
                <a:sym typeface="+mn-lt"/>
              </a:endParaRPr>
            </a:p>
          </p:txBody>
        </p:sp>
      </p:grpSp>
      <p:sp>
        <p:nvSpPr>
          <p:cNvPr id="31" name="AutoShape 6">
            <a:extLst>
              <a:ext uri="{FF2B5EF4-FFF2-40B4-BE49-F238E27FC236}">
                <a16:creationId xmlns:a16="http://schemas.microsoft.com/office/drawing/2014/main" id="{340761AD-C4C2-4D03-83BF-2ADDD7C14F23}"/>
              </a:ext>
            </a:extLst>
          </p:cNvPr>
          <p:cNvSpPr>
            <a:spLocks noChangeArrowheads="1"/>
          </p:cNvSpPr>
          <p:nvPr/>
        </p:nvSpPr>
        <p:spPr bwMode="auto">
          <a:xfrm>
            <a:off x="7615319" y="4208517"/>
            <a:ext cx="1681162" cy="1497996"/>
          </a:xfrm>
          <a:prstGeom prst="roundRect">
            <a:avLst>
              <a:gd name="adj" fmla="val 13009"/>
            </a:avLst>
          </a:prstGeom>
          <a:solidFill>
            <a:srgbClr val="344F66"/>
          </a:solidFill>
          <a:ln w="19050" cap="rnd">
            <a:solidFill>
              <a:schemeClr val="tx1">
                <a:lumMod val="65000"/>
                <a:lumOff val="35000"/>
              </a:schemeClr>
            </a:solidFill>
            <a:prstDash val="sysDot"/>
            <a:round/>
            <a:headEnd/>
            <a:tailEnd/>
          </a:ln>
          <a:effectLst/>
        </p:spPr>
        <p:txBody>
          <a:bodyPr/>
          <a:lstStyle/>
          <a:p>
            <a:endParaRPr lang="zh-CN" altLang="en-US">
              <a:cs typeface="+mn-ea"/>
              <a:sym typeface="+mn-lt"/>
            </a:endParaRPr>
          </a:p>
        </p:txBody>
      </p:sp>
      <p:sp>
        <p:nvSpPr>
          <p:cNvPr id="32" name="Line 7">
            <a:extLst>
              <a:ext uri="{FF2B5EF4-FFF2-40B4-BE49-F238E27FC236}">
                <a16:creationId xmlns:a16="http://schemas.microsoft.com/office/drawing/2014/main" id="{445813C5-98D9-435B-A10E-BCA1A0E6BC4C}"/>
              </a:ext>
            </a:extLst>
          </p:cNvPr>
          <p:cNvSpPr>
            <a:spLocks noChangeShapeType="1"/>
          </p:cNvSpPr>
          <p:nvPr/>
        </p:nvSpPr>
        <p:spPr bwMode="auto">
          <a:xfrm flipH="1">
            <a:off x="7751845" y="3878670"/>
            <a:ext cx="3175" cy="645583"/>
          </a:xfrm>
          <a:prstGeom prst="line">
            <a:avLst/>
          </a:prstGeom>
          <a:noFill/>
          <a:ln w="19050">
            <a:solidFill>
              <a:schemeClr val="bg1"/>
            </a:solidFill>
            <a:prstDash val="sysDot"/>
            <a:round/>
            <a:headEnd type="oval" w="med" len="med"/>
            <a:tailEnd type="oval" w="med" len="med"/>
          </a:ln>
          <a:effectLst/>
        </p:spPr>
        <p:txBody>
          <a:bodyPr/>
          <a:lstStyle/>
          <a:p>
            <a:pPr fontAlgn="auto">
              <a:spcBef>
                <a:spcPts val="0"/>
              </a:spcBef>
              <a:spcAft>
                <a:spcPts val="0"/>
              </a:spcAft>
              <a:defRPr/>
            </a:pPr>
            <a:endParaRPr lang="zh-CN" altLang="en-US">
              <a:cs typeface="+mn-ea"/>
              <a:sym typeface="+mn-lt"/>
            </a:endParaRPr>
          </a:p>
        </p:txBody>
      </p:sp>
      <p:grpSp>
        <p:nvGrpSpPr>
          <p:cNvPr id="33" name="Group 138">
            <a:extLst>
              <a:ext uri="{FF2B5EF4-FFF2-40B4-BE49-F238E27FC236}">
                <a16:creationId xmlns:a16="http://schemas.microsoft.com/office/drawing/2014/main" id="{CB13265F-1DA4-41BD-B5A3-7653E582466A}"/>
              </a:ext>
            </a:extLst>
          </p:cNvPr>
          <p:cNvGrpSpPr>
            <a:grpSpLocks/>
          </p:cNvGrpSpPr>
          <p:nvPr/>
        </p:nvGrpSpPr>
        <p:grpSpPr bwMode="auto">
          <a:xfrm>
            <a:off x="7652602" y="3771073"/>
            <a:ext cx="182144" cy="202433"/>
            <a:chOff x="1661" y="2750"/>
            <a:chExt cx="250" cy="250"/>
          </a:xfrm>
        </p:grpSpPr>
        <p:sp>
          <p:nvSpPr>
            <p:cNvPr id="34" name="Oval 139">
              <a:extLst>
                <a:ext uri="{FF2B5EF4-FFF2-40B4-BE49-F238E27FC236}">
                  <a16:creationId xmlns:a16="http://schemas.microsoft.com/office/drawing/2014/main" id="{11039473-046B-4856-A794-2AD3C1109F98}"/>
                </a:ext>
              </a:extLst>
            </p:cNvPr>
            <p:cNvSpPr>
              <a:spLocks noChangeArrowheads="1"/>
            </p:cNvSpPr>
            <p:nvPr/>
          </p:nvSpPr>
          <p:spPr bwMode="auto">
            <a:xfrm>
              <a:off x="1661" y="2750"/>
              <a:ext cx="250" cy="250"/>
            </a:xfrm>
            <a:prstGeom prst="ellipse">
              <a:avLst/>
            </a:prstGeom>
            <a:solidFill>
              <a:srgbClr val="013B6D"/>
            </a:solidFill>
            <a:ln>
              <a:noFill/>
            </a:ln>
            <a:extLst>
              <a:ext uri="{91240B29-F687-4F45-9708-019B960494DF}">
                <a14:hiddenLine xmlns:a14="http://schemas.microsoft.com/office/drawing/2010/main" w="101600">
                  <a:solidFill>
                    <a:srgbClr val="000000"/>
                  </a:solidFill>
                  <a:round/>
                  <a:headEnd/>
                  <a:tailEnd/>
                </a14:hiddenLine>
              </a:ext>
            </a:extLst>
          </p:spPr>
          <p:txBody>
            <a:bodyPr wrap="none" anchor="ctr"/>
            <a:lstStyle/>
            <a:p>
              <a:pPr algn="ctr"/>
              <a:endParaRPr lang="ko-KR" altLang="en-US">
                <a:cs typeface="+mn-ea"/>
                <a:sym typeface="+mn-lt"/>
              </a:endParaRPr>
            </a:p>
          </p:txBody>
        </p:sp>
        <p:sp>
          <p:nvSpPr>
            <p:cNvPr id="35" name="Oval 140">
              <a:extLst>
                <a:ext uri="{FF2B5EF4-FFF2-40B4-BE49-F238E27FC236}">
                  <a16:creationId xmlns:a16="http://schemas.microsoft.com/office/drawing/2014/main" id="{141C6E83-9709-490A-ABF5-56186215D563}"/>
                </a:ext>
              </a:extLst>
            </p:cNvPr>
            <p:cNvSpPr>
              <a:spLocks noChangeArrowheads="1"/>
            </p:cNvSpPr>
            <p:nvPr/>
          </p:nvSpPr>
          <p:spPr bwMode="auto">
            <a:xfrm>
              <a:off x="1729" y="2818"/>
              <a:ext cx="114" cy="114"/>
            </a:xfrm>
            <a:prstGeom prst="ellipse">
              <a:avLst/>
            </a:prstGeom>
            <a:solidFill>
              <a:schemeClr val="bg1"/>
            </a:solidFill>
            <a:ln>
              <a:noFill/>
            </a:ln>
            <a:extLst>
              <a:ext uri="{91240B29-F687-4F45-9708-019B960494DF}">
                <a14:hiddenLine xmlns:a14="http://schemas.microsoft.com/office/drawing/2010/main" w="101600">
                  <a:solidFill>
                    <a:srgbClr val="000000"/>
                  </a:solidFill>
                  <a:round/>
                  <a:headEnd/>
                  <a:tailEnd/>
                </a14:hiddenLine>
              </a:ext>
            </a:extLst>
          </p:spPr>
          <p:txBody>
            <a:bodyPr wrap="none" anchor="ctr"/>
            <a:lstStyle/>
            <a:p>
              <a:pPr algn="ctr"/>
              <a:endParaRPr lang="ko-KR" altLang="en-US">
                <a:cs typeface="+mn-ea"/>
                <a:sym typeface="+mn-lt"/>
              </a:endParaRPr>
            </a:p>
          </p:txBody>
        </p:sp>
      </p:grpSp>
      <p:sp>
        <p:nvSpPr>
          <p:cNvPr id="36" name="TextBox 57">
            <a:extLst>
              <a:ext uri="{FF2B5EF4-FFF2-40B4-BE49-F238E27FC236}">
                <a16:creationId xmlns:a16="http://schemas.microsoft.com/office/drawing/2014/main" id="{09B7C107-793E-476D-AB23-BCD3EE912D6A}"/>
              </a:ext>
            </a:extLst>
          </p:cNvPr>
          <p:cNvSpPr txBox="1">
            <a:spLocks noChangeArrowheads="1"/>
          </p:cNvSpPr>
          <p:nvPr/>
        </p:nvSpPr>
        <p:spPr bwMode="auto">
          <a:xfrm>
            <a:off x="7796295" y="4333752"/>
            <a:ext cx="228758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eaLnBrk="1" hangingPunct="1">
              <a:defRPr b="1">
                <a:solidFill>
                  <a:srgbClr val="002060"/>
                </a:solidFill>
                <a:latin typeface="微软雅黑" pitchFamily="34" charset="-122"/>
                <a:ea typeface="微软雅黑" pitchFamily="34" charset="-122"/>
              </a:defRPr>
            </a:lvl1pPr>
            <a:lvl2pPr marL="742950" indent="-285750" eaLnBrk="0" hangingPunct="0">
              <a:defRPr>
                <a:latin typeface="Calibri" pitchFamily="34" charset="0"/>
                <a:ea typeface="宋体" pitchFamily="2" charset="-122"/>
              </a:defRPr>
            </a:lvl2pPr>
            <a:lvl3pPr marL="1143000" indent="-228600" eaLnBrk="0" hangingPunct="0">
              <a:defRPr>
                <a:latin typeface="Calibri" pitchFamily="34" charset="0"/>
                <a:ea typeface="宋体" pitchFamily="2" charset="-122"/>
              </a:defRPr>
            </a:lvl3pPr>
            <a:lvl4pPr marL="1600200" indent="-228600" eaLnBrk="0" hangingPunct="0">
              <a:defRPr>
                <a:latin typeface="Calibri" pitchFamily="34" charset="0"/>
                <a:ea typeface="宋体" pitchFamily="2" charset="-122"/>
              </a:defRPr>
            </a:lvl4pPr>
            <a:lvl5pPr marL="2057400" indent="-228600" eaLnBrk="0" hangingPunct="0">
              <a:defRPr>
                <a:latin typeface="Calibri" pitchFamily="34" charset="0"/>
                <a:ea typeface="宋体" pitchFamily="2" charset="-122"/>
              </a:defRPr>
            </a:lvl5pPr>
            <a:lvl6pPr marL="2514600" indent="-228600" eaLnBrk="0" fontAlgn="base" hangingPunct="0">
              <a:spcBef>
                <a:spcPct val="0"/>
              </a:spcBef>
              <a:spcAft>
                <a:spcPct val="0"/>
              </a:spcAft>
              <a:defRPr>
                <a:latin typeface="Calibri" pitchFamily="34" charset="0"/>
                <a:ea typeface="宋体" pitchFamily="2" charset="-122"/>
              </a:defRPr>
            </a:lvl6pPr>
            <a:lvl7pPr marL="2971800" indent="-228600" eaLnBrk="0" fontAlgn="base" hangingPunct="0">
              <a:spcBef>
                <a:spcPct val="0"/>
              </a:spcBef>
              <a:spcAft>
                <a:spcPct val="0"/>
              </a:spcAft>
              <a:defRPr>
                <a:latin typeface="Calibri" pitchFamily="34" charset="0"/>
                <a:ea typeface="宋体" pitchFamily="2" charset="-122"/>
              </a:defRPr>
            </a:lvl7pPr>
            <a:lvl8pPr marL="3429000" indent="-228600" eaLnBrk="0" fontAlgn="base" hangingPunct="0">
              <a:spcBef>
                <a:spcPct val="0"/>
              </a:spcBef>
              <a:spcAft>
                <a:spcPct val="0"/>
              </a:spcAft>
              <a:defRPr>
                <a:latin typeface="Calibri" pitchFamily="34" charset="0"/>
                <a:ea typeface="宋体" pitchFamily="2" charset="-122"/>
              </a:defRPr>
            </a:lvl8pPr>
            <a:lvl9pPr marL="3886200" indent="-228600" eaLnBrk="0" fontAlgn="base" hangingPunct="0">
              <a:spcBef>
                <a:spcPct val="0"/>
              </a:spcBef>
              <a:spcAft>
                <a:spcPct val="0"/>
              </a:spcAft>
              <a:defRPr>
                <a:latin typeface="Calibri" pitchFamily="34" charset="0"/>
                <a:ea typeface="宋体" pitchFamily="2" charset="-122"/>
              </a:defRPr>
            </a:lvl9pPr>
          </a:lstStyle>
          <a:p>
            <a:r>
              <a:rPr lang="zh-CN" altLang="en-US" dirty="0">
                <a:solidFill>
                  <a:schemeClr val="bg1"/>
                </a:solidFill>
                <a:latin typeface="+mn-lt"/>
                <a:ea typeface="+mn-ea"/>
                <a:cs typeface="+mn-ea"/>
                <a:sym typeface="+mn-lt"/>
              </a:rPr>
              <a:t>国内方法</a:t>
            </a:r>
          </a:p>
        </p:txBody>
      </p:sp>
      <p:sp>
        <p:nvSpPr>
          <p:cNvPr id="37" name="TextBox 57">
            <a:extLst>
              <a:ext uri="{FF2B5EF4-FFF2-40B4-BE49-F238E27FC236}">
                <a16:creationId xmlns:a16="http://schemas.microsoft.com/office/drawing/2014/main" id="{8E0607B2-D9C7-4CB5-B10A-CA68D9CA0505}"/>
              </a:ext>
            </a:extLst>
          </p:cNvPr>
          <p:cNvSpPr txBox="1">
            <a:spLocks noChangeArrowheads="1"/>
          </p:cNvSpPr>
          <p:nvPr/>
        </p:nvSpPr>
        <p:spPr bwMode="auto">
          <a:xfrm>
            <a:off x="7813757" y="4598736"/>
            <a:ext cx="1414463" cy="6136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eaLnBrk="0" hangingPunct="0">
              <a:lnSpc>
                <a:spcPct val="150000"/>
              </a:lnSpc>
              <a:tabLst>
                <a:tab pos="101600" algn="l"/>
              </a:tabLst>
              <a:defRPr sz="1200" b="1">
                <a:solidFill>
                  <a:srgbClr val="595959"/>
                </a:solidFill>
                <a:latin typeface="微软雅黑" pitchFamily="34" charset="-122"/>
                <a:ea typeface="微软雅黑" pitchFamily="34" charset="-122"/>
              </a:defRPr>
            </a:lvl1pPr>
            <a:lvl2pPr marL="742950" indent="-285750" eaLnBrk="0" hangingPunct="0">
              <a:tabLst>
                <a:tab pos="101600" algn="l"/>
              </a:tabLst>
              <a:defRPr>
                <a:latin typeface="Calibri" pitchFamily="34" charset="0"/>
                <a:ea typeface="宋体" pitchFamily="2" charset="-122"/>
              </a:defRPr>
            </a:lvl2pPr>
            <a:lvl3pPr marL="1143000" indent="-228600" eaLnBrk="0" hangingPunct="0">
              <a:tabLst>
                <a:tab pos="101600" algn="l"/>
              </a:tabLst>
              <a:defRPr>
                <a:latin typeface="Calibri" pitchFamily="34" charset="0"/>
                <a:ea typeface="宋体" pitchFamily="2" charset="-122"/>
              </a:defRPr>
            </a:lvl3pPr>
            <a:lvl4pPr marL="1600200" indent="-228600" eaLnBrk="0" hangingPunct="0">
              <a:tabLst>
                <a:tab pos="101600" algn="l"/>
              </a:tabLst>
              <a:defRPr>
                <a:latin typeface="Calibri" pitchFamily="34" charset="0"/>
                <a:ea typeface="宋体" pitchFamily="2" charset="-122"/>
              </a:defRPr>
            </a:lvl4pPr>
            <a:lvl5pPr marL="2057400" indent="-228600" eaLnBrk="0" hangingPunct="0">
              <a:tabLst>
                <a:tab pos="101600" algn="l"/>
              </a:tabLst>
              <a:defRPr>
                <a:latin typeface="Calibri" pitchFamily="34" charset="0"/>
                <a:ea typeface="宋体" pitchFamily="2" charset="-122"/>
              </a:defRPr>
            </a:lvl5pPr>
            <a:lvl6pPr marL="2514600" indent="-228600" eaLnBrk="0" fontAlgn="base" hangingPunct="0">
              <a:spcBef>
                <a:spcPct val="0"/>
              </a:spcBef>
              <a:spcAft>
                <a:spcPct val="0"/>
              </a:spcAft>
              <a:tabLst>
                <a:tab pos="101600" algn="l"/>
              </a:tabLst>
              <a:defRPr>
                <a:latin typeface="Calibri" pitchFamily="34" charset="0"/>
                <a:ea typeface="宋体" pitchFamily="2" charset="-122"/>
              </a:defRPr>
            </a:lvl6pPr>
            <a:lvl7pPr marL="2971800" indent="-228600" eaLnBrk="0" fontAlgn="base" hangingPunct="0">
              <a:spcBef>
                <a:spcPct val="0"/>
              </a:spcBef>
              <a:spcAft>
                <a:spcPct val="0"/>
              </a:spcAft>
              <a:tabLst>
                <a:tab pos="101600" algn="l"/>
              </a:tabLst>
              <a:defRPr>
                <a:latin typeface="Calibri" pitchFamily="34" charset="0"/>
                <a:ea typeface="宋体" pitchFamily="2" charset="-122"/>
              </a:defRPr>
            </a:lvl7pPr>
            <a:lvl8pPr marL="3429000" indent="-228600" eaLnBrk="0" fontAlgn="base" hangingPunct="0">
              <a:spcBef>
                <a:spcPct val="0"/>
              </a:spcBef>
              <a:spcAft>
                <a:spcPct val="0"/>
              </a:spcAft>
              <a:tabLst>
                <a:tab pos="101600" algn="l"/>
              </a:tabLst>
              <a:defRPr>
                <a:latin typeface="Calibri" pitchFamily="34" charset="0"/>
                <a:ea typeface="宋体" pitchFamily="2" charset="-122"/>
              </a:defRPr>
            </a:lvl8pPr>
            <a:lvl9pPr marL="3886200" indent="-228600" eaLnBrk="0" fontAlgn="base" hangingPunct="0">
              <a:spcBef>
                <a:spcPct val="0"/>
              </a:spcBef>
              <a:spcAft>
                <a:spcPct val="0"/>
              </a:spcAft>
              <a:tabLst>
                <a:tab pos="101600" algn="l"/>
              </a:tabLst>
              <a:defRPr>
                <a:latin typeface="Calibri" pitchFamily="34" charset="0"/>
                <a:ea typeface="宋体" pitchFamily="2" charset="-122"/>
              </a:defRPr>
            </a:lvl9pPr>
          </a:lstStyle>
          <a:p>
            <a:r>
              <a:rPr lang="zh-CN" altLang="en-US" dirty="0">
                <a:solidFill>
                  <a:schemeClr val="bg1"/>
                </a:solidFill>
                <a:latin typeface="+mn-lt"/>
                <a:ea typeface="+mn-ea"/>
                <a:cs typeface="+mn-ea"/>
                <a:sym typeface="+mn-lt"/>
              </a:rPr>
              <a:t>多基于 </a:t>
            </a:r>
            <a:r>
              <a:rPr lang="en-US" altLang="zh-CN" dirty="0">
                <a:solidFill>
                  <a:schemeClr val="bg1"/>
                </a:solidFill>
                <a:latin typeface="+mn-lt"/>
                <a:ea typeface="+mn-ea"/>
                <a:cs typeface="+mn-ea"/>
                <a:sym typeface="+mn-lt"/>
              </a:rPr>
              <a:t>BERT </a:t>
            </a:r>
            <a:r>
              <a:rPr lang="zh-CN" altLang="en-US" dirty="0">
                <a:solidFill>
                  <a:schemeClr val="bg1"/>
                </a:solidFill>
                <a:latin typeface="+mn-lt"/>
                <a:ea typeface="+mn-ea"/>
                <a:cs typeface="+mn-ea"/>
                <a:sym typeface="+mn-lt"/>
              </a:rPr>
              <a:t>改进模型</a:t>
            </a:r>
          </a:p>
        </p:txBody>
      </p:sp>
      <p:sp>
        <p:nvSpPr>
          <p:cNvPr id="38" name="AutoShape 4">
            <a:extLst>
              <a:ext uri="{FF2B5EF4-FFF2-40B4-BE49-F238E27FC236}">
                <a16:creationId xmlns:a16="http://schemas.microsoft.com/office/drawing/2014/main" id="{57215A5D-3EDC-4224-B4C9-40844DC0BD57}"/>
              </a:ext>
            </a:extLst>
          </p:cNvPr>
          <p:cNvSpPr>
            <a:spLocks noChangeArrowheads="1"/>
          </p:cNvSpPr>
          <p:nvPr/>
        </p:nvSpPr>
        <p:spPr bwMode="auto">
          <a:xfrm>
            <a:off x="9229789" y="1881074"/>
            <a:ext cx="1619250" cy="1669572"/>
          </a:xfrm>
          <a:prstGeom prst="roundRect">
            <a:avLst>
              <a:gd name="adj" fmla="val 13009"/>
            </a:avLst>
          </a:prstGeom>
          <a:solidFill>
            <a:srgbClr val="CF3B4C"/>
          </a:solidFill>
          <a:ln w="19050" cap="rnd">
            <a:solidFill>
              <a:schemeClr val="tx1">
                <a:lumMod val="65000"/>
                <a:lumOff val="35000"/>
              </a:schemeClr>
            </a:solidFill>
            <a:prstDash val="sysDot"/>
            <a:round/>
            <a:headEnd/>
            <a:tailEnd/>
          </a:ln>
          <a:effectLst/>
        </p:spPr>
        <p:txBody>
          <a:bodyPr wrap="none" anchor="ctr"/>
          <a:lstStyle/>
          <a:p>
            <a:endParaRPr lang="zh-CN" altLang="en-US">
              <a:solidFill>
                <a:srgbClr val="595959"/>
              </a:solidFill>
              <a:cs typeface="+mn-ea"/>
              <a:sym typeface="+mn-lt"/>
            </a:endParaRPr>
          </a:p>
        </p:txBody>
      </p:sp>
      <p:sp>
        <p:nvSpPr>
          <p:cNvPr id="39" name="Line 14">
            <a:extLst>
              <a:ext uri="{FF2B5EF4-FFF2-40B4-BE49-F238E27FC236}">
                <a16:creationId xmlns:a16="http://schemas.microsoft.com/office/drawing/2014/main" id="{9D5607E8-712E-42EC-8981-0E540E7A7145}"/>
              </a:ext>
            </a:extLst>
          </p:cNvPr>
          <p:cNvSpPr>
            <a:spLocks noChangeShapeType="1"/>
          </p:cNvSpPr>
          <p:nvPr/>
        </p:nvSpPr>
        <p:spPr bwMode="auto">
          <a:xfrm flipH="1">
            <a:off x="9380601" y="2111253"/>
            <a:ext cx="0" cy="1760361"/>
          </a:xfrm>
          <a:prstGeom prst="line">
            <a:avLst/>
          </a:prstGeom>
          <a:noFill/>
          <a:ln w="19050">
            <a:solidFill>
              <a:schemeClr val="bg1"/>
            </a:solidFill>
            <a:prstDash val="sysDot"/>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a:cs typeface="+mn-ea"/>
              <a:sym typeface="+mn-lt"/>
            </a:endParaRPr>
          </a:p>
        </p:txBody>
      </p:sp>
      <p:grpSp>
        <p:nvGrpSpPr>
          <p:cNvPr id="40" name="Group 138">
            <a:extLst>
              <a:ext uri="{FF2B5EF4-FFF2-40B4-BE49-F238E27FC236}">
                <a16:creationId xmlns:a16="http://schemas.microsoft.com/office/drawing/2014/main" id="{EE7FE976-4E42-409F-A5C0-B82F93599835}"/>
              </a:ext>
            </a:extLst>
          </p:cNvPr>
          <p:cNvGrpSpPr>
            <a:grpSpLocks/>
          </p:cNvGrpSpPr>
          <p:nvPr/>
        </p:nvGrpSpPr>
        <p:grpSpPr bwMode="auto">
          <a:xfrm>
            <a:off x="9297210" y="3775147"/>
            <a:ext cx="182151" cy="202300"/>
            <a:chOff x="1661" y="2750"/>
            <a:chExt cx="250" cy="250"/>
          </a:xfrm>
        </p:grpSpPr>
        <p:sp>
          <p:nvSpPr>
            <p:cNvPr id="41" name="Oval 139">
              <a:extLst>
                <a:ext uri="{FF2B5EF4-FFF2-40B4-BE49-F238E27FC236}">
                  <a16:creationId xmlns:a16="http://schemas.microsoft.com/office/drawing/2014/main" id="{2E4B1A7E-0F84-4BBD-900E-0F0E184AC6B8}"/>
                </a:ext>
              </a:extLst>
            </p:cNvPr>
            <p:cNvSpPr>
              <a:spLocks noChangeArrowheads="1"/>
            </p:cNvSpPr>
            <p:nvPr/>
          </p:nvSpPr>
          <p:spPr bwMode="auto">
            <a:xfrm>
              <a:off x="1660" y="2749"/>
              <a:ext cx="251" cy="251"/>
            </a:xfrm>
            <a:prstGeom prst="ellipse">
              <a:avLst/>
            </a:prstGeom>
            <a:solidFill>
              <a:schemeClr val="bg1">
                <a:lumMod val="65000"/>
              </a:schemeClr>
            </a:solidFill>
            <a:ln>
              <a:noFill/>
            </a:ln>
          </p:spPr>
          <p:txBody>
            <a:bodyPr wrap="none" anchor="ctr"/>
            <a:lstStyle/>
            <a:p>
              <a:pPr algn="ctr" fontAlgn="auto">
                <a:spcBef>
                  <a:spcPts val="0"/>
                </a:spcBef>
                <a:spcAft>
                  <a:spcPts val="0"/>
                </a:spcAft>
                <a:defRPr/>
              </a:pPr>
              <a:endParaRPr lang="ko-KR" altLang="en-US">
                <a:cs typeface="+mn-ea"/>
                <a:sym typeface="+mn-lt"/>
              </a:endParaRPr>
            </a:p>
          </p:txBody>
        </p:sp>
        <p:sp>
          <p:nvSpPr>
            <p:cNvPr id="42" name="Oval 140">
              <a:extLst>
                <a:ext uri="{FF2B5EF4-FFF2-40B4-BE49-F238E27FC236}">
                  <a16:creationId xmlns:a16="http://schemas.microsoft.com/office/drawing/2014/main" id="{BE132534-786B-4444-ADA3-39A4AD0121DD}"/>
                </a:ext>
              </a:extLst>
            </p:cNvPr>
            <p:cNvSpPr>
              <a:spLocks noChangeArrowheads="1"/>
            </p:cNvSpPr>
            <p:nvPr/>
          </p:nvSpPr>
          <p:spPr bwMode="auto">
            <a:xfrm>
              <a:off x="1729" y="2818"/>
              <a:ext cx="114" cy="114"/>
            </a:xfrm>
            <a:prstGeom prst="ellipse">
              <a:avLst/>
            </a:prstGeom>
            <a:solidFill>
              <a:schemeClr val="bg1"/>
            </a:solidFill>
            <a:ln>
              <a:noFill/>
            </a:ln>
            <a:extLst>
              <a:ext uri="{91240B29-F687-4F45-9708-019B960494DF}">
                <a14:hiddenLine xmlns:a14="http://schemas.microsoft.com/office/drawing/2010/main" w="101600">
                  <a:solidFill>
                    <a:srgbClr val="000000"/>
                  </a:solidFill>
                  <a:round/>
                  <a:headEnd/>
                  <a:tailEnd/>
                </a14:hiddenLine>
              </a:ext>
            </a:extLst>
          </p:spPr>
          <p:txBody>
            <a:bodyPr wrap="none" anchor="ctr"/>
            <a:lstStyle/>
            <a:p>
              <a:pPr algn="ctr"/>
              <a:endParaRPr lang="ko-KR" altLang="en-US">
                <a:cs typeface="+mn-ea"/>
                <a:sym typeface="+mn-lt"/>
              </a:endParaRPr>
            </a:p>
          </p:txBody>
        </p:sp>
      </p:grpSp>
      <p:sp>
        <p:nvSpPr>
          <p:cNvPr id="43" name="TextBox 57">
            <a:extLst>
              <a:ext uri="{FF2B5EF4-FFF2-40B4-BE49-F238E27FC236}">
                <a16:creationId xmlns:a16="http://schemas.microsoft.com/office/drawing/2014/main" id="{76CBF50C-23C0-4556-93F2-422DDDFCDC84}"/>
              </a:ext>
            </a:extLst>
          </p:cNvPr>
          <p:cNvSpPr txBox="1">
            <a:spLocks noChangeArrowheads="1"/>
          </p:cNvSpPr>
          <p:nvPr/>
        </p:nvSpPr>
        <p:spPr bwMode="auto">
          <a:xfrm>
            <a:off x="9417115" y="1956030"/>
            <a:ext cx="14319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ea typeface="宋体" pitchFamily="2" charset="-122"/>
              </a:defRPr>
            </a:lvl1pPr>
            <a:lvl2pPr marL="742950" indent="-285750" eaLnBrk="0" hangingPunct="0">
              <a:defRPr>
                <a:solidFill>
                  <a:schemeClr val="tx1"/>
                </a:solidFill>
                <a:latin typeface="Calibri" pitchFamily="34" charset="0"/>
                <a:ea typeface="宋体" pitchFamily="2" charset="-122"/>
              </a:defRPr>
            </a:lvl2pPr>
            <a:lvl3pPr marL="1143000" indent="-228600" eaLnBrk="0" hangingPunct="0">
              <a:defRPr>
                <a:solidFill>
                  <a:schemeClr val="tx1"/>
                </a:solidFill>
                <a:latin typeface="Calibri" pitchFamily="34" charset="0"/>
                <a:ea typeface="宋体" pitchFamily="2" charset="-122"/>
              </a:defRPr>
            </a:lvl3pPr>
            <a:lvl4pPr marL="1600200" indent="-228600" eaLnBrk="0" hangingPunct="0">
              <a:defRPr>
                <a:solidFill>
                  <a:schemeClr val="tx1"/>
                </a:solidFill>
                <a:latin typeface="Calibri" pitchFamily="34" charset="0"/>
                <a:ea typeface="宋体" pitchFamily="2" charset="-122"/>
              </a:defRPr>
            </a:lvl4pPr>
            <a:lvl5pPr marL="2057400" indent="-228600" eaLnBrk="0" hangingPunct="0">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itchFamily="34" charset="0"/>
                <a:ea typeface="宋体" pitchFamily="2" charset="-122"/>
              </a:defRPr>
            </a:lvl9pPr>
          </a:lstStyle>
          <a:p>
            <a:pPr eaLnBrk="1" hangingPunct="1"/>
            <a:r>
              <a:rPr lang="zh-CN" altLang="en-US" b="1" dirty="0">
                <a:solidFill>
                  <a:schemeClr val="bg1"/>
                </a:solidFill>
                <a:latin typeface="+mn-lt"/>
                <a:ea typeface="+mn-ea"/>
                <a:cs typeface="+mn-ea"/>
                <a:sym typeface="+mn-lt"/>
              </a:rPr>
              <a:t>现有不足</a:t>
            </a:r>
          </a:p>
        </p:txBody>
      </p:sp>
      <p:sp>
        <p:nvSpPr>
          <p:cNvPr id="44" name="TextBox 57">
            <a:extLst>
              <a:ext uri="{FF2B5EF4-FFF2-40B4-BE49-F238E27FC236}">
                <a16:creationId xmlns:a16="http://schemas.microsoft.com/office/drawing/2014/main" id="{3EB6A644-80DE-4438-B885-7E412F6E6303}"/>
              </a:ext>
            </a:extLst>
          </p:cNvPr>
          <p:cNvSpPr txBox="1">
            <a:spLocks noChangeArrowheads="1"/>
          </p:cNvSpPr>
          <p:nvPr/>
        </p:nvSpPr>
        <p:spPr bwMode="auto">
          <a:xfrm>
            <a:off x="9417115" y="2372308"/>
            <a:ext cx="1431925" cy="6136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tabLst>
                <a:tab pos="101600" algn="l"/>
              </a:tabLst>
              <a:defRPr>
                <a:solidFill>
                  <a:schemeClr val="tx1"/>
                </a:solidFill>
                <a:latin typeface="Calibri" pitchFamily="34" charset="0"/>
                <a:ea typeface="宋体" pitchFamily="2" charset="-122"/>
              </a:defRPr>
            </a:lvl1pPr>
            <a:lvl2pPr marL="742950" indent="-285750" eaLnBrk="0" hangingPunct="0">
              <a:tabLst>
                <a:tab pos="101600" algn="l"/>
              </a:tabLst>
              <a:defRPr>
                <a:solidFill>
                  <a:schemeClr val="tx1"/>
                </a:solidFill>
                <a:latin typeface="Calibri" pitchFamily="34" charset="0"/>
                <a:ea typeface="宋体" pitchFamily="2" charset="-122"/>
              </a:defRPr>
            </a:lvl2pPr>
            <a:lvl3pPr marL="1143000" indent="-228600" eaLnBrk="0" hangingPunct="0">
              <a:tabLst>
                <a:tab pos="101600" algn="l"/>
              </a:tabLst>
              <a:defRPr>
                <a:solidFill>
                  <a:schemeClr val="tx1"/>
                </a:solidFill>
                <a:latin typeface="Calibri" pitchFamily="34" charset="0"/>
                <a:ea typeface="宋体" pitchFamily="2" charset="-122"/>
              </a:defRPr>
            </a:lvl3pPr>
            <a:lvl4pPr marL="1600200" indent="-228600" eaLnBrk="0" hangingPunct="0">
              <a:tabLst>
                <a:tab pos="101600" algn="l"/>
              </a:tabLst>
              <a:defRPr>
                <a:solidFill>
                  <a:schemeClr val="tx1"/>
                </a:solidFill>
                <a:latin typeface="Calibri" pitchFamily="34" charset="0"/>
                <a:ea typeface="宋体" pitchFamily="2" charset="-122"/>
              </a:defRPr>
            </a:lvl4pPr>
            <a:lvl5pPr marL="2057400" indent="-228600" eaLnBrk="0" hangingPunct="0">
              <a:tabLst>
                <a:tab pos="101600" algn="l"/>
              </a:tabLst>
              <a:defRPr>
                <a:solidFill>
                  <a:schemeClr val="tx1"/>
                </a:solidFill>
                <a:latin typeface="Calibri" pitchFamily="34" charset="0"/>
                <a:ea typeface="宋体" pitchFamily="2" charset="-122"/>
              </a:defRPr>
            </a:lvl5pPr>
            <a:lvl6pPr marL="2514600" indent="-228600" eaLnBrk="0" fontAlgn="base" hangingPunct="0">
              <a:spcBef>
                <a:spcPct val="0"/>
              </a:spcBef>
              <a:spcAft>
                <a:spcPct val="0"/>
              </a:spcAft>
              <a:tabLst>
                <a:tab pos="101600" algn="l"/>
              </a:tabLst>
              <a:defRPr>
                <a:solidFill>
                  <a:schemeClr val="tx1"/>
                </a:solidFill>
                <a:latin typeface="Calibri" pitchFamily="34" charset="0"/>
                <a:ea typeface="宋体" pitchFamily="2" charset="-122"/>
              </a:defRPr>
            </a:lvl6pPr>
            <a:lvl7pPr marL="2971800" indent="-228600" eaLnBrk="0" fontAlgn="base" hangingPunct="0">
              <a:spcBef>
                <a:spcPct val="0"/>
              </a:spcBef>
              <a:spcAft>
                <a:spcPct val="0"/>
              </a:spcAft>
              <a:tabLst>
                <a:tab pos="101600" algn="l"/>
              </a:tabLst>
              <a:defRPr>
                <a:solidFill>
                  <a:schemeClr val="tx1"/>
                </a:solidFill>
                <a:latin typeface="Calibri" pitchFamily="34" charset="0"/>
                <a:ea typeface="宋体" pitchFamily="2" charset="-122"/>
              </a:defRPr>
            </a:lvl7pPr>
            <a:lvl8pPr marL="3429000" indent="-228600" eaLnBrk="0" fontAlgn="base" hangingPunct="0">
              <a:spcBef>
                <a:spcPct val="0"/>
              </a:spcBef>
              <a:spcAft>
                <a:spcPct val="0"/>
              </a:spcAft>
              <a:tabLst>
                <a:tab pos="101600" algn="l"/>
              </a:tabLst>
              <a:defRPr>
                <a:solidFill>
                  <a:schemeClr val="tx1"/>
                </a:solidFill>
                <a:latin typeface="Calibri" pitchFamily="34" charset="0"/>
                <a:ea typeface="宋体" pitchFamily="2" charset="-122"/>
              </a:defRPr>
            </a:lvl8pPr>
            <a:lvl9pPr marL="3886200" indent="-228600" eaLnBrk="0" fontAlgn="base" hangingPunct="0">
              <a:spcBef>
                <a:spcPct val="0"/>
              </a:spcBef>
              <a:spcAft>
                <a:spcPct val="0"/>
              </a:spcAft>
              <a:tabLst>
                <a:tab pos="101600" algn="l"/>
              </a:tabLst>
              <a:defRPr>
                <a:solidFill>
                  <a:schemeClr val="tx1"/>
                </a:solidFill>
                <a:latin typeface="Calibri" pitchFamily="34" charset="0"/>
                <a:ea typeface="宋体" pitchFamily="2" charset="-122"/>
              </a:defRPr>
            </a:lvl9pPr>
          </a:lstStyle>
          <a:p>
            <a:pPr fontAlgn="auto">
              <a:lnSpc>
                <a:spcPct val="150000"/>
              </a:lnSpc>
              <a:spcBef>
                <a:spcPts val="0"/>
              </a:spcBef>
              <a:spcAft>
                <a:spcPts val="0"/>
              </a:spcAft>
            </a:pPr>
            <a:r>
              <a:rPr lang="zh-CN" altLang="en-US" sz="1200" b="1" dirty="0">
                <a:solidFill>
                  <a:schemeClr val="bg1"/>
                </a:solidFill>
                <a:latin typeface="+mn-lt"/>
                <a:ea typeface="+mn-ea"/>
                <a:cs typeface="+mn-ea"/>
                <a:sym typeface="+mn-lt"/>
              </a:rPr>
              <a:t>融合建模研究仍较少</a:t>
            </a:r>
          </a:p>
        </p:txBody>
      </p:sp>
      <p:sp>
        <p:nvSpPr>
          <p:cNvPr id="47" name="TextBox 42">
            <a:extLst>
              <a:ext uri="{FF2B5EF4-FFF2-40B4-BE49-F238E27FC236}">
                <a16:creationId xmlns:a16="http://schemas.microsoft.com/office/drawing/2014/main" id="{F794CAF2-A895-41AB-993B-4E8DAF28F8D8}"/>
              </a:ext>
            </a:extLst>
          </p:cNvPr>
          <p:cNvSpPr txBox="1"/>
          <p:nvPr/>
        </p:nvSpPr>
        <p:spPr>
          <a:xfrm>
            <a:off x="1311470" y="315858"/>
            <a:ext cx="4523722" cy="430887"/>
          </a:xfrm>
          <a:prstGeom prst="rect">
            <a:avLst/>
          </a:prstGeom>
          <a:noFill/>
          <a:ln>
            <a:noFill/>
          </a:ln>
        </p:spPr>
        <p:txBody>
          <a:bodyPr vert="horz" wrap="square" lIns="0" tIns="0" rIns="0" bIns="0" numCol="1" anchor="t" anchorCtr="0" compatLnSpc="1">
            <a:spAutoFit/>
          </a:bodyPr>
          <a:lstStyle>
            <a:defPPr>
              <a:defRPr lang="zh-CN"/>
            </a:defPPr>
            <a:lvl1pPr marL="0" marR="0" lvl="0" indent="0" defTabSz="914400" eaLnBrk="1" latinLnBrk="0" hangingPunct="1">
              <a:lnSpc>
                <a:spcPct val="100000"/>
              </a:lnSpc>
              <a:buClrTx/>
              <a:buSzTx/>
              <a:buFontTx/>
              <a:buNone/>
              <a:defRPr kumimoji="0" sz="2800" b="1" i="0" u="none" strike="noStrike" cap="none" normalizeH="0" baseline="0">
                <a:ln>
                  <a:noFill/>
                </a:ln>
                <a:effectLst/>
                <a:latin typeface="微软雅黑" panose="020B0503020204020204" pitchFamily="34" charset="-122"/>
                <a:ea typeface="微软雅黑" panose="020B0503020204020204" pitchFamily="34" charset="-122"/>
                <a:cs typeface="宋体" panose="02010600030101010101" pitchFamily="2" charset="-122"/>
              </a:defRPr>
            </a:lvl1pPr>
          </a:lstStyle>
          <a:p>
            <a:r>
              <a:rPr lang="en-US" altLang="zh-CN" b="0" dirty="0">
                <a:solidFill>
                  <a:srgbClr val="444444"/>
                </a:solidFill>
                <a:latin typeface="+mn-lt"/>
                <a:ea typeface="+mn-ea"/>
                <a:cs typeface="+mn-ea"/>
                <a:sym typeface="+mn-lt"/>
              </a:rPr>
              <a:t>1.2 </a:t>
            </a:r>
            <a:r>
              <a:rPr lang="zh-CN" altLang="en-US" b="0" dirty="0">
                <a:solidFill>
                  <a:srgbClr val="444444"/>
                </a:solidFill>
                <a:latin typeface="+mn-lt"/>
                <a:ea typeface="+mn-ea"/>
                <a:cs typeface="+mn-ea"/>
                <a:sym typeface="+mn-lt"/>
              </a:rPr>
              <a:t>国内外相关研究情况</a:t>
            </a:r>
          </a:p>
        </p:txBody>
      </p:sp>
    </p:spTree>
    <p:extLst>
      <p:ext uri="{BB962C8B-B14F-4D97-AF65-F5344CB8AC3E}">
        <p14:creationId xmlns:p14="http://schemas.microsoft.com/office/powerpoint/2010/main" val="3920314166"/>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8" fill="hold" grpId="0" nodeType="afterEffect">
                                  <p:stCondLst>
                                    <p:cond delay="0"/>
                                  </p:stCondLst>
                                  <p:childTnLst>
                                    <p:set>
                                      <p:cBhvr>
                                        <p:cTn id="6" dur="1" fill="hold">
                                          <p:stCondLst>
                                            <p:cond delay="0"/>
                                          </p:stCondLst>
                                        </p:cTn>
                                        <p:tgtEl>
                                          <p:spTgt spid="47"/>
                                        </p:tgtEl>
                                        <p:attrNameLst>
                                          <p:attrName>style.visibility</p:attrName>
                                        </p:attrNameLst>
                                      </p:cBhvr>
                                      <p:to>
                                        <p:strVal val="visible"/>
                                      </p:to>
                                    </p:set>
                                    <p:anim calcmode="lin" valueType="num">
                                      <p:cBhvr>
                                        <p:cTn id="7" dur="500" fill="hold"/>
                                        <p:tgtEl>
                                          <p:spTgt spid="47"/>
                                        </p:tgtEl>
                                        <p:attrNameLst>
                                          <p:attrName>ppt_x</p:attrName>
                                        </p:attrNameLst>
                                      </p:cBhvr>
                                      <p:tavLst>
                                        <p:tav tm="0">
                                          <p:val>
                                            <p:strVal val="#ppt_x-#ppt_w/2"/>
                                          </p:val>
                                        </p:tav>
                                        <p:tav tm="100000">
                                          <p:val>
                                            <p:strVal val="#ppt_x"/>
                                          </p:val>
                                        </p:tav>
                                      </p:tavLst>
                                    </p:anim>
                                    <p:anim calcmode="lin" valueType="num">
                                      <p:cBhvr>
                                        <p:cTn id="8" dur="500" fill="hold"/>
                                        <p:tgtEl>
                                          <p:spTgt spid="47"/>
                                        </p:tgtEl>
                                        <p:attrNameLst>
                                          <p:attrName>ppt_y</p:attrName>
                                        </p:attrNameLst>
                                      </p:cBhvr>
                                      <p:tavLst>
                                        <p:tav tm="0">
                                          <p:val>
                                            <p:strVal val="#ppt_y"/>
                                          </p:val>
                                        </p:tav>
                                        <p:tav tm="100000">
                                          <p:val>
                                            <p:strVal val="#ppt_y"/>
                                          </p:val>
                                        </p:tav>
                                      </p:tavLst>
                                    </p:anim>
                                    <p:anim calcmode="lin" valueType="num">
                                      <p:cBhvr>
                                        <p:cTn id="9" dur="500" fill="hold"/>
                                        <p:tgtEl>
                                          <p:spTgt spid="47"/>
                                        </p:tgtEl>
                                        <p:attrNameLst>
                                          <p:attrName>ppt_w</p:attrName>
                                        </p:attrNameLst>
                                      </p:cBhvr>
                                      <p:tavLst>
                                        <p:tav tm="0">
                                          <p:val>
                                            <p:fltVal val="0"/>
                                          </p:val>
                                        </p:tav>
                                        <p:tav tm="100000">
                                          <p:val>
                                            <p:strVal val="#ppt_w"/>
                                          </p:val>
                                        </p:tav>
                                      </p:tavLst>
                                    </p:anim>
                                    <p:anim calcmode="lin" valueType="num">
                                      <p:cBhvr>
                                        <p:cTn id="10" dur="500" fill="hold"/>
                                        <p:tgtEl>
                                          <p:spTgt spid="47"/>
                                        </p:tgtEl>
                                        <p:attrNameLst>
                                          <p:attrName>ppt_h</p:attrName>
                                        </p:attrNameLst>
                                      </p:cBhvr>
                                      <p:tavLst>
                                        <p:tav tm="0">
                                          <p:val>
                                            <p:strVal val="#ppt_h"/>
                                          </p:val>
                                        </p:tav>
                                        <p:tav tm="100000">
                                          <p:val>
                                            <p:strVal val="#ppt_h"/>
                                          </p:val>
                                        </p:tav>
                                      </p:tavLst>
                                    </p:anim>
                                  </p:childTnLst>
                                </p:cTn>
                              </p:par>
                            </p:childTnLst>
                          </p:cTn>
                        </p:par>
                        <p:par>
                          <p:cTn id="11" fill="hold">
                            <p:stCondLst>
                              <p:cond delay="500"/>
                            </p:stCondLst>
                            <p:childTnLst>
                              <p:par>
                                <p:cTn id="12" presetID="22" presetClass="entr" presetSubtype="8" fill="hold" nodeType="after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wipe(left)">
                                      <p:cBhvr>
                                        <p:cTn id="14" dur="1000"/>
                                        <p:tgtEl>
                                          <p:spTgt spid="2"/>
                                        </p:tgtEl>
                                      </p:cBhvr>
                                    </p:animEffect>
                                  </p:childTnLst>
                                </p:cTn>
                              </p:par>
                            </p:childTnLst>
                          </p:cTn>
                        </p:par>
                        <p:par>
                          <p:cTn id="15" fill="hold">
                            <p:stCondLst>
                              <p:cond delay="1500"/>
                            </p:stCondLst>
                            <p:childTnLst>
                              <p:par>
                                <p:cTn id="16" presetID="23" presetClass="entr" presetSubtype="32" fill="hold" nodeType="afterEffect">
                                  <p:stCondLst>
                                    <p:cond delay="0"/>
                                  </p:stCondLst>
                                  <p:childTnLst>
                                    <p:set>
                                      <p:cBhvr>
                                        <p:cTn id="17" dur="1" fill="hold">
                                          <p:stCondLst>
                                            <p:cond delay="0"/>
                                          </p:stCondLst>
                                        </p:cTn>
                                        <p:tgtEl>
                                          <p:spTgt spid="14"/>
                                        </p:tgtEl>
                                        <p:attrNameLst>
                                          <p:attrName>style.visibility</p:attrName>
                                        </p:attrNameLst>
                                      </p:cBhvr>
                                      <p:to>
                                        <p:strVal val="visible"/>
                                      </p:to>
                                    </p:set>
                                    <p:anim calcmode="lin" valueType="num">
                                      <p:cBhvr>
                                        <p:cTn id="18" dur="250" fill="hold"/>
                                        <p:tgtEl>
                                          <p:spTgt spid="14"/>
                                        </p:tgtEl>
                                        <p:attrNameLst>
                                          <p:attrName>ppt_w</p:attrName>
                                        </p:attrNameLst>
                                      </p:cBhvr>
                                      <p:tavLst>
                                        <p:tav tm="0">
                                          <p:val>
                                            <p:strVal val="4*#ppt_w"/>
                                          </p:val>
                                        </p:tav>
                                        <p:tav tm="100000">
                                          <p:val>
                                            <p:strVal val="#ppt_w"/>
                                          </p:val>
                                        </p:tav>
                                      </p:tavLst>
                                    </p:anim>
                                    <p:anim calcmode="lin" valueType="num">
                                      <p:cBhvr>
                                        <p:cTn id="19" dur="250" fill="hold"/>
                                        <p:tgtEl>
                                          <p:spTgt spid="14"/>
                                        </p:tgtEl>
                                        <p:attrNameLst>
                                          <p:attrName>ppt_h</p:attrName>
                                        </p:attrNameLst>
                                      </p:cBhvr>
                                      <p:tavLst>
                                        <p:tav tm="0">
                                          <p:val>
                                            <p:strVal val="4*#ppt_h"/>
                                          </p:val>
                                        </p:tav>
                                        <p:tav tm="100000">
                                          <p:val>
                                            <p:strVal val="#ppt_h"/>
                                          </p:val>
                                        </p:tav>
                                      </p:tavLst>
                                    </p:anim>
                                  </p:childTnLst>
                                </p:cTn>
                              </p:par>
                              <p:par>
                                <p:cTn id="20" presetID="23" presetClass="entr" presetSubtype="32" fill="hold" nodeType="withEffect">
                                  <p:stCondLst>
                                    <p:cond delay="250"/>
                                  </p:stCondLst>
                                  <p:childTnLst>
                                    <p:set>
                                      <p:cBhvr>
                                        <p:cTn id="21" dur="1" fill="hold">
                                          <p:stCondLst>
                                            <p:cond delay="0"/>
                                          </p:stCondLst>
                                        </p:cTn>
                                        <p:tgtEl>
                                          <p:spTgt spid="5"/>
                                        </p:tgtEl>
                                        <p:attrNameLst>
                                          <p:attrName>style.visibility</p:attrName>
                                        </p:attrNameLst>
                                      </p:cBhvr>
                                      <p:to>
                                        <p:strVal val="visible"/>
                                      </p:to>
                                    </p:set>
                                    <p:anim calcmode="lin" valueType="num">
                                      <p:cBhvr>
                                        <p:cTn id="22" dur="250" fill="hold"/>
                                        <p:tgtEl>
                                          <p:spTgt spid="5"/>
                                        </p:tgtEl>
                                        <p:attrNameLst>
                                          <p:attrName>ppt_w</p:attrName>
                                        </p:attrNameLst>
                                      </p:cBhvr>
                                      <p:tavLst>
                                        <p:tav tm="0">
                                          <p:val>
                                            <p:strVal val="4*#ppt_w"/>
                                          </p:val>
                                        </p:tav>
                                        <p:tav tm="100000">
                                          <p:val>
                                            <p:strVal val="#ppt_w"/>
                                          </p:val>
                                        </p:tav>
                                      </p:tavLst>
                                    </p:anim>
                                    <p:anim calcmode="lin" valueType="num">
                                      <p:cBhvr>
                                        <p:cTn id="23" dur="250" fill="hold"/>
                                        <p:tgtEl>
                                          <p:spTgt spid="5"/>
                                        </p:tgtEl>
                                        <p:attrNameLst>
                                          <p:attrName>ppt_h</p:attrName>
                                        </p:attrNameLst>
                                      </p:cBhvr>
                                      <p:tavLst>
                                        <p:tav tm="0">
                                          <p:val>
                                            <p:strVal val="4*#ppt_h"/>
                                          </p:val>
                                        </p:tav>
                                        <p:tav tm="100000">
                                          <p:val>
                                            <p:strVal val="#ppt_h"/>
                                          </p:val>
                                        </p:tav>
                                      </p:tavLst>
                                    </p:anim>
                                  </p:childTnLst>
                                </p:cTn>
                              </p:par>
                              <p:par>
                                <p:cTn id="24" presetID="23" presetClass="entr" presetSubtype="32" fill="hold" nodeType="withEffect">
                                  <p:stCondLst>
                                    <p:cond delay="500"/>
                                  </p:stCondLst>
                                  <p:childTnLst>
                                    <p:set>
                                      <p:cBhvr>
                                        <p:cTn id="25" dur="1" fill="hold">
                                          <p:stCondLst>
                                            <p:cond delay="0"/>
                                          </p:stCondLst>
                                        </p:cTn>
                                        <p:tgtEl>
                                          <p:spTgt spid="21"/>
                                        </p:tgtEl>
                                        <p:attrNameLst>
                                          <p:attrName>style.visibility</p:attrName>
                                        </p:attrNameLst>
                                      </p:cBhvr>
                                      <p:to>
                                        <p:strVal val="visible"/>
                                      </p:to>
                                    </p:set>
                                    <p:anim calcmode="lin" valueType="num">
                                      <p:cBhvr>
                                        <p:cTn id="26" dur="250" fill="hold"/>
                                        <p:tgtEl>
                                          <p:spTgt spid="21"/>
                                        </p:tgtEl>
                                        <p:attrNameLst>
                                          <p:attrName>ppt_w</p:attrName>
                                        </p:attrNameLst>
                                      </p:cBhvr>
                                      <p:tavLst>
                                        <p:tav tm="0">
                                          <p:val>
                                            <p:strVal val="4*#ppt_w"/>
                                          </p:val>
                                        </p:tav>
                                        <p:tav tm="100000">
                                          <p:val>
                                            <p:strVal val="#ppt_w"/>
                                          </p:val>
                                        </p:tav>
                                      </p:tavLst>
                                    </p:anim>
                                    <p:anim calcmode="lin" valueType="num">
                                      <p:cBhvr>
                                        <p:cTn id="27" dur="250" fill="hold"/>
                                        <p:tgtEl>
                                          <p:spTgt spid="21"/>
                                        </p:tgtEl>
                                        <p:attrNameLst>
                                          <p:attrName>ppt_h</p:attrName>
                                        </p:attrNameLst>
                                      </p:cBhvr>
                                      <p:tavLst>
                                        <p:tav tm="0">
                                          <p:val>
                                            <p:strVal val="4*#ppt_h"/>
                                          </p:val>
                                        </p:tav>
                                        <p:tav tm="100000">
                                          <p:val>
                                            <p:strVal val="#ppt_h"/>
                                          </p:val>
                                        </p:tav>
                                      </p:tavLst>
                                    </p:anim>
                                  </p:childTnLst>
                                </p:cTn>
                              </p:par>
                              <p:par>
                                <p:cTn id="28" presetID="23" presetClass="entr" presetSubtype="32" fill="hold" nodeType="withEffect">
                                  <p:stCondLst>
                                    <p:cond delay="750"/>
                                  </p:stCondLst>
                                  <p:childTnLst>
                                    <p:set>
                                      <p:cBhvr>
                                        <p:cTn id="29" dur="1" fill="hold">
                                          <p:stCondLst>
                                            <p:cond delay="0"/>
                                          </p:stCondLst>
                                        </p:cTn>
                                        <p:tgtEl>
                                          <p:spTgt spid="28"/>
                                        </p:tgtEl>
                                        <p:attrNameLst>
                                          <p:attrName>style.visibility</p:attrName>
                                        </p:attrNameLst>
                                      </p:cBhvr>
                                      <p:to>
                                        <p:strVal val="visible"/>
                                      </p:to>
                                    </p:set>
                                    <p:anim calcmode="lin" valueType="num">
                                      <p:cBhvr>
                                        <p:cTn id="30" dur="250" fill="hold"/>
                                        <p:tgtEl>
                                          <p:spTgt spid="28"/>
                                        </p:tgtEl>
                                        <p:attrNameLst>
                                          <p:attrName>ppt_w</p:attrName>
                                        </p:attrNameLst>
                                      </p:cBhvr>
                                      <p:tavLst>
                                        <p:tav tm="0">
                                          <p:val>
                                            <p:strVal val="4*#ppt_w"/>
                                          </p:val>
                                        </p:tav>
                                        <p:tav tm="100000">
                                          <p:val>
                                            <p:strVal val="#ppt_w"/>
                                          </p:val>
                                        </p:tav>
                                      </p:tavLst>
                                    </p:anim>
                                    <p:anim calcmode="lin" valueType="num">
                                      <p:cBhvr>
                                        <p:cTn id="31" dur="250" fill="hold"/>
                                        <p:tgtEl>
                                          <p:spTgt spid="28"/>
                                        </p:tgtEl>
                                        <p:attrNameLst>
                                          <p:attrName>ppt_h</p:attrName>
                                        </p:attrNameLst>
                                      </p:cBhvr>
                                      <p:tavLst>
                                        <p:tav tm="0">
                                          <p:val>
                                            <p:strVal val="4*#ppt_h"/>
                                          </p:val>
                                        </p:tav>
                                        <p:tav tm="100000">
                                          <p:val>
                                            <p:strVal val="#ppt_h"/>
                                          </p:val>
                                        </p:tav>
                                      </p:tavLst>
                                    </p:anim>
                                  </p:childTnLst>
                                </p:cTn>
                              </p:par>
                              <p:par>
                                <p:cTn id="32" presetID="23" presetClass="entr" presetSubtype="32" fill="hold" nodeType="withEffect">
                                  <p:stCondLst>
                                    <p:cond delay="1000"/>
                                  </p:stCondLst>
                                  <p:childTnLst>
                                    <p:set>
                                      <p:cBhvr>
                                        <p:cTn id="33" dur="1" fill="hold">
                                          <p:stCondLst>
                                            <p:cond delay="0"/>
                                          </p:stCondLst>
                                        </p:cTn>
                                        <p:tgtEl>
                                          <p:spTgt spid="33"/>
                                        </p:tgtEl>
                                        <p:attrNameLst>
                                          <p:attrName>style.visibility</p:attrName>
                                        </p:attrNameLst>
                                      </p:cBhvr>
                                      <p:to>
                                        <p:strVal val="visible"/>
                                      </p:to>
                                    </p:set>
                                    <p:anim calcmode="lin" valueType="num">
                                      <p:cBhvr>
                                        <p:cTn id="34" dur="250" fill="hold"/>
                                        <p:tgtEl>
                                          <p:spTgt spid="33"/>
                                        </p:tgtEl>
                                        <p:attrNameLst>
                                          <p:attrName>ppt_w</p:attrName>
                                        </p:attrNameLst>
                                      </p:cBhvr>
                                      <p:tavLst>
                                        <p:tav tm="0">
                                          <p:val>
                                            <p:strVal val="4*#ppt_w"/>
                                          </p:val>
                                        </p:tav>
                                        <p:tav tm="100000">
                                          <p:val>
                                            <p:strVal val="#ppt_w"/>
                                          </p:val>
                                        </p:tav>
                                      </p:tavLst>
                                    </p:anim>
                                    <p:anim calcmode="lin" valueType="num">
                                      <p:cBhvr>
                                        <p:cTn id="35" dur="250" fill="hold"/>
                                        <p:tgtEl>
                                          <p:spTgt spid="33"/>
                                        </p:tgtEl>
                                        <p:attrNameLst>
                                          <p:attrName>ppt_h</p:attrName>
                                        </p:attrNameLst>
                                      </p:cBhvr>
                                      <p:tavLst>
                                        <p:tav tm="0">
                                          <p:val>
                                            <p:strVal val="4*#ppt_h"/>
                                          </p:val>
                                        </p:tav>
                                        <p:tav tm="100000">
                                          <p:val>
                                            <p:strVal val="#ppt_h"/>
                                          </p:val>
                                        </p:tav>
                                      </p:tavLst>
                                    </p:anim>
                                  </p:childTnLst>
                                </p:cTn>
                              </p:par>
                              <p:par>
                                <p:cTn id="36" presetID="23" presetClass="entr" presetSubtype="32" fill="hold" nodeType="withEffect">
                                  <p:stCondLst>
                                    <p:cond delay="1250"/>
                                  </p:stCondLst>
                                  <p:childTnLst>
                                    <p:set>
                                      <p:cBhvr>
                                        <p:cTn id="37" dur="1" fill="hold">
                                          <p:stCondLst>
                                            <p:cond delay="0"/>
                                          </p:stCondLst>
                                        </p:cTn>
                                        <p:tgtEl>
                                          <p:spTgt spid="40"/>
                                        </p:tgtEl>
                                        <p:attrNameLst>
                                          <p:attrName>style.visibility</p:attrName>
                                        </p:attrNameLst>
                                      </p:cBhvr>
                                      <p:to>
                                        <p:strVal val="visible"/>
                                      </p:to>
                                    </p:set>
                                    <p:anim calcmode="lin" valueType="num">
                                      <p:cBhvr>
                                        <p:cTn id="38" dur="250" fill="hold"/>
                                        <p:tgtEl>
                                          <p:spTgt spid="40"/>
                                        </p:tgtEl>
                                        <p:attrNameLst>
                                          <p:attrName>ppt_w</p:attrName>
                                        </p:attrNameLst>
                                      </p:cBhvr>
                                      <p:tavLst>
                                        <p:tav tm="0">
                                          <p:val>
                                            <p:strVal val="4*#ppt_w"/>
                                          </p:val>
                                        </p:tav>
                                        <p:tav tm="100000">
                                          <p:val>
                                            <p:strVal val="#ppt_w"/>
                                          </p:val>
                                        </p:tav>
                                      </p:tavLst>
                                    </p:anim>
                                    <p:anim calcmode="lin" valueType="num">
                                      <p:cBhvr>
                                        <p:cTn id="39" dur="250" fill="hold"/>
                                        <p:tgtEl>
                                          <p:spTgt spid="40"/>
                                        </p:tgtEl>
                                        <p:attrNameLst>
                                          <p:attrName>ppt_h</p:attrName>
                                        </p:attrNameLst>
                                      </p:cBhvr>
                                      <p:tavLst>
                                        <p:tav tm="0">
                                          <p:val>
                                            <p:strVal val="4*#ppt_h"/>
                                          </p:val>
                                        </p:tav>
                                        <p:tav tm="100000">
                                          <p:val>
                                            <p:strVal val="#ppt_h"/>
                                          </p:val>
                                        </p:tav>
                                      </p:tavLst>
                                    </p:anim>
                                  </p:childTnLst>
                                </p:cTn>
                              </p:par>
                            </p:childTnLst>
                          </p:cTn>
                        </p:par>
                        <p:par>
                          <p:cTn id="40" fill="hold">
                            <p:stCondLst>
                              <p:cond delay="3000"/>
                            </p:stCondLst>
                            <p:childTnLst>
                              <p:par>
                                <p:cTn id="41" presetID="22" presetClass="entr" presetSubtype="1" fill="hold" grpId="0" nodeType="afterEffect">
                                  <p:stCondLst>
                                    <p:cond delay="0"/>
                                  </p:stCondLst>
                                  <p:childTnLst>
                                    <p:set>
                                      <p:cBhvr>
                                        <p:cTn id="42" dur="1" fill="hold">
                                          <p:stCondLst>
                                            <p:cond delay="0"/>
                                          </p:stCondLst>
                                        </p:cTn>
                                        <p:tgtEl>
                                          <p:spTgt spid="13"/>
                                        </p:tgtEl>
                                        <p:attrNameLst>
                                          <p:attrName>style.visibility</p:attrName>
                                        </p:attrNameLst>
                                      </p:cBhvr>
                                      <p:to>
                                        <p:strVal val="visible"/>
                                      </p:to>
                                    </p:set>
                                    <p:animEffect transition="in" filter="wipe(up)">
                                      <p:cBhvr>
                                        <p:cTn id="43" dur="500"/>
                                        <p:tgtEl>
                                          <p:spTgt spid="13"/>
                                        </p:tgtEl>
                                      </p:cBhvr>
                                    </p:animEffect>
                                  </p:childTnLst>
                                </p:cTn>
                              </p:par>
                              <p:par>
                                <p:cTn id="44" presetID="22" presetClass="entr" presetSubtype="1" fill="hold" grpId="0" nodeType="withEffect">
                                  <p:stCondLst>
                                    <p:cond delay="0"/>
                                  </p:stCondLst>
                                  <p:childTnLst>
                                    <p:set>
                                      <p:cBhvr>
                                        <p:cTn id="45" dur="1" fill="hold">
                                          <p:stCondLst>
                                            <p:cond delay="0"/>
                                          </p:stCondLst>
                                        </p:cTn>
                                        <p:tgtEl>
                                          <p:spTgt spid="20"/>
                                        </p:tgtEl>
                                        <p:attrNameLst>
                                          <p:attrName>style.visibility</p:attrName>
                                        </p:attrNameLst>
                                      </p:cBhvr>
                                      <p:to>
                                        <p:strVal val="visible"/>
                                      </p:to>
                                    </p:set>
                                    <p:animEffect transition="in" filter="wipe(up)">
                                      <p:cBhvr>
                                        <p:cTn id="46" dur="500"/>
                                        <p:tgtEl>
                                          <p:spTgt spid="20"/>
                                        </p:tgtEl>
                                      </p:cBhvr>
                                    </p:animEffect>
                                  </p:childTnLst>
                                </p:cTn>
                              </p:par>
                              <p:par>
                                <p:cTn id="47" presetID="22" presetClass="entr" presetSubtype="1" fill="hold" grpId="0" nodeType="withEffect">
                                  <p:stCondLst>
                                    <p:cond delay="0"/>
                                  </p:stCondLst>
                                  <p:childTnLst>
                                    <p:set>
                                      <p:cBhvr>
                                        <p:cTn id="48" dur="1" fill="hold">
                                          <p:stCondLst>
                                            <p:cond delay="0"/>
                                          </p:stCondLst>
                                        </p:cTn>
                                        <p:tgtEl>
                                          <p:spTgt spid="32"/>
                                        </p:tgtEl>
                                        <p:attrNameLst>
                                          <p:attrName>style.visibility</p:attrName>
                                        </p:attrNameLst>
                                      </p:cBhvr>
                                      <p:to>
                                        <p:strVal val="visible"/>
                                      </p:to>
                                    </p:set>
                                    <p:animEffect transition="in" filter="wipe(up)">
                                      <p:cBhvr>
                                        <p:cTn id="49" dur="500"/>
                                        <p:tgtEl>
                                          <p:spTgt spid="32"/>
                                        </p:tgtEl>
                                      </p:cBhvr>
                                    </p:animEffect>
                                  </p:childTnLst>
                                </p:cTn>
                              </p:par>
                              <p:par>
                                <p:cTn id="50" presetID="22" presetClass="entr" presetSubtype="4" fill="hold" grpId="0" nodeType="withEffect">
                                  <p:stCondLst>
                                    <p:cond delay="0"/>
                                  </p:stCondLst>
                                  <p:childTnLst>
                                    <p:set>
                                      <p:cBhvr>
                                        <p:cTn id="51" dur="1" fill="hold">
                                          <p:stCondLst>
                                            <p:cond delay="0"/>
                                          </p:stCondLst>
                                        </p:cTn>
                                        <p:tgtEl>
                                          <p:spTgt spid="4"/>
                                        </p:tgtEl>
                                        <p:attrNameLst>
                                          <p:attrName>style.visibility</p:attrName>
                                        </p:attrNameLst>
                                      </p:cBhvr>
                                      <p:to>
                                        <p:strVal val="visible"/>
                                      </p:to>
                                    </p:set>
                                    <p:animEffect transition="in" filter="wipe(down)">
                                      <p:cBhvr>
                                        <p:cTn id="52" dur="500"/>
                                        <p:tgtEl>
                                          <p:spTgt spid="4"/>
                                        </p:tgtEl>
                                      </p:cBhvr>
                                    </p:animEffect>
                                  </p:childTnLst>
                                </p:cTn>
                              </p:par>
                              <p:par>
                                <p:cTn id="53" presetID="22" presetClass="entr" presetSubtype="4" fill="hold" grpId="0" nodeType="withEffect">
                                  <p:stCondLst>
                                    <p:cond delay="0"/>
                                  </p:stCondLst>
                                  <p:childTnLst>
                                    <p:set>
                                      <p:cBhvr>
                                        <p:cTn id="54" dur="1" fill="hold">
                                          <p:stCondLst>
                                            <p:cond delay="0"/>
                                          </p:stCondLst>
                                        </p:cTn>
                                        <p:tgtEl>
                                          <p:spTgt spid="27"/>
                                        </p:tgtEl>
                                        <p:attrNameLst>
                                          <p:attrName>style.visibility</p:attrName>
                                        </p:attrNameLst>
                                      </p:cBhvr>
                                      <p:to>
                                        <p:strVal val="visible"/>
                                      </p:to>
                                    </p:set>
                                    <p:animEffect transition="in" filter="wipe(down)">
                                      <p:cBhvr>
                                        <p:cTn id="55" dur="500"/>
                                        <p:tgtEl>
                                          <p:spTgt spid="27"/>
                                        </p:tgtEl>
                                      </p:cBhvr>
                                    </p:animEffect>
                                  </p:childTnLst>
                                </p:cTn>
                              </p:par>
                              <p:par>
                                <p:cTn id="56" presetID="22" presetClass="entr" presetSubtype="4" fill="hold" grpId="0" nodeType="withEffect">
                                  <p:stCondLst>
                                    <p:cond delay="0"/>
                                  </p:stCondLst>
                                  <p:childTnLst>
                                    <p:set>
                                      <p:cBhvr>
                                        <p:cTn id="57" dur="1" fill="hold">
                                          <p:stCondLst>
                                            <p:cond delay="0"/>
                                          </p:stCondLst>
                                        </p:cTn>
                                        <p:tgtEl>
                                          <p:spTgt spid="39"/>
                                        </p:tgtEl>
                                        <p:attrNameLst>
                                          <p:attrName>style.visibility</p:attrName>
                                        </p:attrNameLst>
                                      </p:cBhvr>
                                      <p:to>
                                        <p:strVal val="visible"/>
                                      </p:to>
                                    </p:set>
                                    <p:animEffect transition="in" filter="wipe(down)">
                                      <p:cBhvr>
                                        <p:cTn id="58" dur="500"/>
                                        <p:tgtEl>
                                          <p:spTgt spid="39"/>
                                        </p:tgtEl>
                                      </p:cBhvr>
                                    </p:animEffect>
                                  </p:childTnLst>
                                </p:cTn>
                              </p:par>
                            </p:childTnLst>
                          </p:cTn>
                        </p:par>
                        <p:par>
                          <p:cTn id="59" fill="hold">
                            <p:stCondLst>
                              <p:cond delay="3500"/>
                            </p:stCondLst>
                            <p:childTnLst>
                              <p:par>
                                <p:cTn id="60" presetID="21" presetClass="entr" presetSubtype="1" fill="hold" grpId="0" nodeType="afterEffect">
                                  <p:stCondLst>
                                    <p:cond delay="0"/>
                                  </p:stCondLst>
                                  <p:childTnLst>
                                    <p:set>
                                      <p:cBhvr>
                                        <p:cTn id="61" dur="1" fill="hold">
                                          <p:stCondLst>
                                            <p:cond delay="0"/>
                                          </p:stCondLst>
                                        </p:cTn>
                                        <p:tgtEl>
                                          <p:spTgt spid="3"/>
                                        </p:tgtEl>
                                        <p:attrNameLst>
                                          <p:attrName>style.visibility</p:attrName>
                                        </p:attrNameLst>
                                      </p:cBhvr>
                                      <p:to>
                                        <p:strVal val="visible"/>
                                      </p:to>
                                    </p:set>
                                    <p:animEffect transition="in" filter="wheel(1)">
                                      <p:cBhvr>
                                        <p:cTn id="62" dur="1000"/>
                                        <p:tgtEl>
                                          <p:spTgt spid="3"/>
                                        </p:tgtEl>
                                      </p:cBhvr>
                                    </p:animEffect>
                                  </p:childTnLst>
                                </p:cTn>
                              </p:par>
                              <p:par>
                                <p:cTn id="63" presetID="21" presetClass="entr" presetSubtype="1" fill="hold" grpId="0" nodeType="withEffect">
                                  <p:stCondLst>
                                    <p:cond delay="0"/>
                                  </p:stCondLst>
                                  <p:childTnLst>
                                    <p:set>
                                      <p:cBhvr>
                                        <p:cTn id="64" dur="1" fill="hold">
                                          <p:stCondLst>
                                            <p:cond delay="0"/>
                                          </p:stCondLst>
                                        </p:cTn>
                                        <p:tgtEl>
                                          <p:spTgt spid="24"/>
                                        </p:tgtEl>
                                        <p:attrNameLst>
                                          <p:attrName>style.visibility</p:attrName>
                                        </p:attrNameLst>
                                      </p:cBhvr>
                                      <p:to>
                                        <p:strVal val="visible"/>
                                      </p:to>
                                    </p:set>
                                    <p:animEffect transition="in" filter="wheel(1)">
                                      <p:cBhvr>
                                        <p:cTn id="65" dur="1000"/>
                                        <p:tgtEl>
                                          <p:spTgt spid="24"/>
                                        </p:tgtEl>
                                      </p:cBhvr>
                                    </p:animEffect>
                                  </p:childTnLst>
                                </p:cTn>
                              </p:par>
                              <p:par>
                                <p:cTn id="66" presetID="21" presetClass="entr" presetSubtype="1" fill="hold" grpId="0" nodeType="withEffect">
                                  <p:stCondLst>
                                    <p:cond delay="0"/>
                                  </p:stCondLst>
                                  <p:childTnLst>
                                    <p:set>
                                      <p:cBhvr>
                                        <p:cTn id="67" dur="1" fill="hold">
                                          <p:stCondLst>
                                            <p:cond delay="0"/>
                                          </p:stCondLst>
                                        </p:cTn>
                                        <p:tgtEl>
                                          <p:spTgt spid="38"/>
                                        </p:tgtEl>
                                        <p:attrNameLst>
                                          <p:attrName>style.visibility</p:attrName>
                                        </p:attrNameLst>
                                      </p:cBhvr>
                                      <p:to>
                                        <p:strVal val="visible"/>
                                      </p:to>
                                    </p:set>
                                    <p:animEffect transition="in" filter="wheel(1)">
                                      <p:cBhvr>
                                        <p:cTn id="68" dur="1000"/>
                                        <p:tgtEl>
                                          <p:spTgt spid="38"/>
                                        </p:tgtEl>
                                      </p:cBhvr>
                                    </p:animEffect>
                                  </p:childTnLst>
                                </p:cTn>
                              </p:par>
                              <p:par>
                                <p:cTn id="69" presetID="21" presetClass="entr" presetSubtype="1" fill="hold" grpId="0" nodeType="withEffect">
                                  <p:stCondLst>
                                    <p:cond delay="0"/>
                                  </p:stCondLst>
                                  <p:childTnLst>
                                    <p:set>
                                      <p:cBhvr>
                                        <p:cTn id="70" dur="1" fill="hold">
                                          <p:stCondLst>
                                            <p:cond delay="0"/>
                                          </p:stCondLst>
                                        </p:cTn>
                                        <p:tgtEl>
                                          <p:spTgt spid="10"/>
                                        </p:tgtEl>
                                        <p:attrNameLst>
                                          <p:attrName>style.visibility</p:attrName>
                                        </p:attrNameLst>
                                      </p:cBhvr>
                                      <p:to>
                                        <p:strVal val="visible"/>
                                      </p:to>
                                    </p:set>
                                    <p:animEffect transition="in" filter="wheel(1)">
                                      <p:cBhvr>
                                        <p:cTn id="71" dur="1000"/>
                                        <p:tgtEl>
                                          <p:spTgt spid="10"/>
                                        </p:tgtEl>
                                      </p:cBhvr>
                                    </p:animEffect>
                                  </p:childTnLst>
                                </p:cTn>
                              </p:par>
                              <p:par>
                                <p:cTn id="72" presetID="21" presetClass="entr" presetSubtype="1" fill="hold" grpId="0" nodeType="withEffect">
                                  <p:stCondLst>
                                    <p:cond delay="0"/>
                                  </p:stCondLst>
                                  <p:childTnLst>
                                    <p:set>
                                      <p:cBhvr>
                                        <p:cTn id="73" dur="1" fill="hold">
                                          <p:stCondLst>
                                            <p:cond delay="0"/>
                                          </p:stCondLst>
                                        </p:cTn>
                                        <p:tgtEl>
                                          <p:spTgt spid="17"/>
                                        </p:tgtEl>
                                        <p:attrNameLst>
                                          <p:attrName>style.visibility</p:attrName>
                                        </p:attrNameLst>
                                      </p:cBhvr>
                                      <p:to>
                                        <p:strVal val="visible"/>
                                      </p:to>
                                    </p:set>
                                    <p:animEffect transition="in" filter="wheel(1)">
                                      <p:cBhvr>
                                        <p:cTn id="74" dur="1000"/>
                                        <p:tgtEl>
                                          <p:spTgt spid="17"/>
                                        </p:tgtEl>
                                      </p:cBhvr>
                                    </p:animEffect>
                                  </p:childTnLst>
                                </p:cTn>
                              </p:par>
                              <p:par>
                                <p:cTn id="75" presetID="21" presetClass="entr" presetSubtype="1" fill="hold" grpId="0" nodeType="withEffect">
                                  <p:stCondLst>
                                    <p:cond delay="0"/>
                                  </p:stCondLst>
                                  <p:childTnLst>
                                    <p:set>
                                      <p:cBhvr>
                                        <p:cTn id="76" dur="1" fill="hold">
                                          <p:stCondLst>
                                            <p:cond delay="0"/>
                                          </p:stCondLst>
                                        </p:cTn>
                                        <p:tgtEl>
                                          <p:spTgt spid="31"/>
                                        </p:tgtEl>
                                        <p:attrNameLst>
                                          <p:attrName>style.visibility</p:attrName>
                                        </p:attrNameLst>
                                      </p:cBhvr>
                                      <p:to>
                                        <p:strVal val="visible"/>
                                      </p:to>
                                    </p:set>
                                    <p:animEffect transition="in" filter="wheel(1)">
                                      <p:cBhvr>
                                        <p:cTn id="77" dur="1000"/>
                                        <p:tgtEl>
                                          <p:spTgt spid="31"/>
                                        </p:tgtEl>
                                      </p:cBhvr>
                                    </p:animEffect>
                                  </p:childTnLst>
                                </p:cTn>
                              </p:par>
                            </p:childTnLst>
                          </p:cTn>
                        </p:par>
                        <p:par>
                          <p:cTn id="78" fill="hold">
                            <p:stCondLst>
                              <p:cond delay="4500"/>
                            </p:stCondLst>
                            <p:childTnLst>
                              <p:par>
                                <p:cTn id="79" presetID="42" presetClass="entr" presetSubtype="0" fill="hold" grpId="0" nodeType="afterEffect">
                                  <p:stCondLst>
                                    <p:cond delay="0"/>
                                  </p:stCondLst>
                                  <p:childTnLst>
                                    <p:set>
                                      <p:cBhvr>
                                        <p:cTn id="80" dur="1" fill="hold">
                                          <p:stCondLst>
                                            <p:cond delay="0"/>
                                          </p:stCondLst>
                                        </p:cTn>
                                        <p:tgtEl>
                                          <p:spTgt spid="8"/>
                                        </p:tgtEl>
                                        <p:attrNameLst>
                                          <p:attrName>style.visibility</p:attrName>
                                        </p:attrNameLst>
                                      </p:cBhvr>
                                      <p:to>
                                        <p:strVal val="visible"/>
                                      </p:to>
                                    </p:set>
                                    <p:animEffect transition="in" filter="fade">
                                      <p:cBhvr>
                                        <p:cTn id="81" dur="500"/>
                                        <p:tgtEl>
                                          <p:spTgt spid="8"/>
                                        </p:tgtEl>
                                      </p:cBhvr>
                                    </p:animEffect>
                                    <p:anim calcmode="lin" valueType="num">
                                      <p:cBhvr>
                                        <p:cTn id="82" dur="500" fill="hold"/>
                                        <p:tgtEl>
                                          <p:spTgt spid="8"/>
                                        </p:tgtEl>
                                        <p:attrNameLst>
                                          <p:attrName>ppt_x</p:attrName>
                                        </p:attrNameLst>
                                      </p:cBhvr>
                                      <p:tavLst>
                                        <p:tav tm="0">
                                          <p:val>
                                            <p:strVal val="#ppt_x"/>
                                          </p:val>
                                        </p:tav>
                                        <p:tav tm="100000">
                                          <p:val>
                                            <p:strVal val="#ppt_x"/>
                                          </p:val>
                                        </p:tav>
                                      </p:tavLst>
                                    </p:anim>
                                    <p:anim calcmode="lin" valueType="num">
                                      <p:cBhvr>
                                        <p:cTn id="83" dur="500" fill="hold"/>
                                        <p:tgtEl>
                                          <p:spTgt spid="8"/>
                                        </p:tgtEl>
                                        <p:attrNameLst>
                                          <p:attrName>ppt_y</p:attrName>
                                        </p:attrNameLst>
                                      </p:cBhvr>
                                      <p:tavLst>
                                        <p:tav tm="0">
                                          <p:val>
                                            <p:strVal val="#ppt_y+.1"/>
                                          </p:val>
                                        </p:tav>
                                        <p:tav tm="100000">
                                          <p:val>
                                            <p:strVal val="#ppt_y"/>
                                          </p:val>
                                        </p:tav>
                                      </p:tavLst>
                                    </p:anim>
                                  </p:childTnLst>
                                </p:cTn>
                              </p:par>
                              <p:par>
                                <p:cTn id="84" presetID="42" presetClass="entr" presetSubtype="0" fill="hold" grpId="0" nodeType="withEffect">
                                  <p:stCondLst>
                                    <p:cond delay="0"/>
                                  </p:stCondLst>
                                  <p:childTnLst>
                                    <p:set>
                                      <p:cBhvr>
                                        <p:cTn id="85" dur="1" fill="hold">
                                          <p:stCondLst>
                                            <p:cond delay="0"/>
                                          </p:stCondLst>
                                        </p:cTn>
                                        <p:tgtEl>
                                          <p:spTgt spid="9"/>
                                        </p:tgtEl>
                                        <p:attrNameLst>
                                          <p:attrName>style.visibility</p:attrName>
                                        </p:attrNameLst>
                                      </p:cBhvr>
                                      <p:to>
                                        <p:strVal val="visible"/>
                                      </p:to>
                                    </p:set>
                                    <p:animEffect transition="in" filter="fade">
                                      <p:cBhvr>
                                        <p:cTn id="86" dur="500"/>
                                        <p:tgtEl>
                                          <p:spTgt spid="9"/>
                                        </p:tgtEl>
                                      </p:cBhvr>
                                    </p:animEffect>
                                    <p:anim calcmode="lin" valueType="num">
                                      <p:cBhvr>
                                        <p:cTn id="87" dur="500" fill="hold"/>
                                        <p:tgtEl>
                                          <p:spTgt spid="9"/>
                                        </p:tgtEl>
                                        <p:attrNameLst>
                                          <p:attrName>ppt_x</p:attrName>
                                        </p:attrNameLst>
                                      </p:cBhvr>
                                      <p:tavLst>
                                        <p:tav tm="0">
                                          <p:val>
                                            <p:strVal val="#ppt_x"/>
                                          </p:val>
                                        </p:tav>
                                        <p:tav tm="100000">
                                          <p:val>
                                            <p:strVal val="#ppt_x"/>
                                          </p:val>
                                        </p:tav>
                                      </p:tavLst>
                                    </p:anim>
                                    <p:anim calcmode="lin" valueType="num">
                                      <p:cBhvr>
                                        <p:cTn id="88" dur="500" fill="hold"/>
                                        <p:tgtEl>
                                          <p:spTgt spid="9"/>
                                        </p:tgtEl>
                                        <p:attrNameLst>
                                          <p:attrName>ppt_y</p:attrName>
                                        </p:attrNameLst>
                                      </p:cBhvr>
                                      <p:tavLst>
                                        <p:tav tm="0">
                                          <p:val>
                                            <p:strVal val="#ppt_y+.1"/>
                                          </p:val>
                                        </p:tav>
                                        <p:tav tm="100000">
                                          <p:val>
                                            <p:strVal val="#ppt_y"/>
                                          </p:val>
                                        </p:tav>
                                      </p:tavLst>
                                    </p:anim>
                                  </p:childTnLst>
                                </p:cTn>
                              </p:par>
                              <p:par>
                                <p:cTn id="89" presetID="42" presetClass="entr" presetSubtype="0" fill="hold" grpId="0" nodeType="withEffect">
                                  <p:stCondLst>
                                    <p:cond delay="0"/>
                                  </p:stCondLst>
                                  <p:childTnLst>
                                    <p:set>
                                      <p:cBhvr>
                                        <p:cTn id="90" dur="1" fill="hold">
                                          <p:stCondLst>
                                            <p:cond delay="0"/>
                                          </p:stCondLst>
                                        </p:cTn>
                                        <p:tgtEl>
                                          <p:spTgt spid="25"/>
                                        </p:tgtEl>
                                        <p:attrNameLst>
                                          <p:attrName>style.visibility</p:attrName>
                                        </p:attrNameLst>
                                      </p:cBhvr>
                                      <p:to>
                                        <p:strVal val="visible"/>
                                      </p:to>
                                    </p:set>
                                    <p:animEffect transition="in" filter="fade">
                                      <p:cBhvr>
                                        <p:cTn id="91" dur="500"/>
                                        <p:tgtEl>
                                          <p:spTgt spid="25"/>
                                        </p:tgtEl>
                                      </p:cBhvr>
                                    </p:animEffect>
                                    <p:anim calcmode="lin" valueType="num">
                                      <p:cBhvr>
                                        <p:cTn id="92" dur="500" fill="hold"/>
                                        <p:tgtEl>
                                          <p:spTgt spid="25"/>
                                        </p:tgtEl>
                                        <p:attrNameLst>
                                          <p:attrName>ppt_x</p:attrName>
                                        </p:attrNameLst>
                                      </p:cBhvr>
                                      <p:tavLst>
                                        <p:tav tm="0">
                                          <p:val>
                                            <p:strVal val="#ppt_x"/>
                                          </p:val>
                                        </p:tav>
                                        <p:tav tm="100000">
                                          <p:val>
                                            <p:strVal val="#ppt_x"/>
                                          </p:val>
                                        </p:tav>
                                      </p:tavLst>
                                    </p:anim>
                                    <p:anim calcmode="lin" valueType="num">
                                      <p:cBhvr>
                                        <p:cTn id="93" dur="500" fill="hold"/>
                                        <p:tgtEl>
                                          <p:spTgt spid="25"/>
                                        </p:tgtEl>
                                        <p:attrNameLst>
                                          <p:attrName>ppt_y</p:attrName>
                                        </p:attrNameLst>
                                      </p:cBhvr>
                                      <p:tavLst>
                                        <p:tav tm="0">
                                          <p:val>
                                            <p:strVal val="#ppt_y+.1"/>
                                          </p:val>
                                        </p:tav>
                                        <p:tav tm="100000">
                                          <p:val>
                                            <p:strVal val="#ppt_y"/>
                                          </p:val>
                                        </p:tav>
                                      </p:tavLst>
                                    </p:anim>
                                  </p:childTnLst>
                                </p:cTn>
                              </p:par>
                              <p:par>
                                <p:cTn id="94" presetID="42" presetClass="entr" presetSubtype="0" fill="hold" grpId="0" nodeType="withEffect">
                                  <p:stCondLst>
                                    <p:cond delay="0"/>
                                  </p:stCondLst>
                                  <p:childTnLst>
                                    <p:set>
                                      <p:cBhvr>
                                        <p:cTn id="95" dur="1" fill="hold">
                                          <p:stCondLst>
                                            <p:cond delay="0"/>
                                          </p:stCondLst>
                                        </p:cTn>
                                        <p:tgtEl>
                                          <p:spTgt spid="26"/>
                                        </p:tgtEl>
                                        <p:attrNameLst>
                                          <p:attrName>style.visibility</p:attrName>
                                        </p:attrNameLst>
                                      </p:cBhvr>
                                      <p:to>
                                        <p:strVal val="visible"/>
                                      </p:to>
                                    </p:set>
                                    <p:animEffect transition="in" filter="fade">
                                      <p:cBhvr>
                                        <p:cTn id="96" dur="500"/>
                                        <p:tgtEl>
                                          <p:spTgt spid="26"/>
                                        </p:tgtEl>
                                      </p:cBhvr>
                                    </p:animEffect>
                                    <p:anim calcmode="lin" valueType="num">
                                      <p:cBhvr>
                                        <p:cTn id="97" dur="500" fill="hold"/>
                                        <p:tgtEl>
                                          <p:spTgt spid="26"/>
                                        </p:tgtEl>
                                        <p:attrNameLst>
                                          <p:attrName>ppt_x</p:attrName>
                                        </p:attrNameLst>
                                      </p:cBhvr>
                                      <p:tavLst>
                                        <p:tav tm="0">
                                          <p:val>
                                            <p:strVal val="#ppt_x"/>
                                          </p:val>
                                        </p:tav>
                                        <p:tav tm="100000">
                                          <p:val>
                                            <p:strVal val="#ppt_x"/>
                                          </p:val>
                                        </p:tav>
                                      </p:tavLst>
                                    </p:anim>
                                    <p:anim calcmode="lin" valueType="num">
                                      <p:cBhvr>
                                        <p:cTn id="98" dur="500" fill="hold"/>
                                        <p:tgtEl>
                                          <p:spTgt spid="26"/>
                                        </p:tgtEl>
                                        <p:attrNameLst>
                                          <p:attrName>ppt_y</p:attrName>
                                        </p:attrNameLst>
                                      </p:cBhvr>
                                      <p:tavLst>
                                        <p:tav tm="0">
                                          <p:val>
                                            <p:strVal val="#ppt_y+.1"/>
                                          </p:val>
                                        </p:tav>
                                        <p:tav tm="100000">
                                          <p:val>
                                            <p:strVal val="#ppt_y"/>
                                          </p:val>
                                        </p:tav>
                                      </p:tavLst>
                                    </p:anim>
                                  </p:childTnLst>
                                </p:cTn>
                              </p:par>
                              <p:par>
                                <p:cTn id="99" presetID="42" presetClass="entr" presetSubtype="0" fill="hold" grpId="0" nodeType="withEffect">
                                  <p:stCondLst>
                                    <p:cond delay="0"/>
                                  </p:stCondLst>
                                  <p:childTnLst>
                                    <p:set>
                                      <p:cBhvr>
                                        <p:cTn id="100" dur="1" fill="hold">
                                          <p:stCondLst>
                                            <p:cond delay="0"/>
                                          </p:stCondLst>
                                        </p:cTn>
                                        <p:tgtEl>
                                          <p:spTgt spid="43"/>
                                        </p:tgtEl>
                                        <p:attrNameLst>
                                          <p:attrName>style.visibility</p:attrName>
                                        </p:attrNameLst>
                                      </p:cBhvr>
                                      <p:to>
                                        <p:strVal val="visible"/>
                                      </p:to>
                                    </p:set>
                                    <p:animEffect transition="in" filter="fade">
                                      <p:cBhvr>
                                        <p:cTn id="101" dur="500"/>
                                        <p:tgtEl>
                                          <p:spTgt spid="43"/>
                                        </p:tgtEl>
                                      </p:cBhvr>
                                    </p:animEffect>
                                    <p:anim calcmode="lin" valueType="num">
                                      <p:cBhvr>
                                        <p:cTn id="102" dur="500" fill="hold"/>
                                        <p:tgtEl>
                                          <p:spTgt spid="43"/>
                                        </p:tgtEl>
                                        <p:attrNameLst>
                                          <p:attrName>ppt_x</p:attrName>
                                        </p:attrNameLst>
                                      </p:cBhvr>
                                      <p:tavLst>
                                        <p:tav tm="0">
                                          <p:val>
                                            <p:strVal val="#ppt_x"/>
                                          </p:val>
                                        </p:tav>
                                        <p:tav tm="100000">
                                          <p:val>
                                            <p:strVal val="#ppt_x"/>
                                          </p:val>
                                        </p:tav>
                                      </p:tavLst>
                                    </p:anim>
                                    <p:anim calcmode="lin" valueType="num">
                                      <p:cBhvr>
                                        <p:cTn id="103" dur="500" fill="hold"/>
                                        <p:tgtEl>
                                          <p:spTgt spid="43"/>
                                        </p:tgtEl>
                                        <p:attrNameLst>
                                          <p:attrName>ppt_y</p:attrName>
                                        </p:attrNameLst>
                                      </p:cBhvr>
                                      <p:tavLst>
                                        <p:tav tm="0">
                                          <p:val>
                                            <p:strVal val="#ppt_y+.1"/>
                                          </p:val>
                                        </p:tav>
                                        <p:tav tm="100000">
                                          <p:val>
                                            <p:strVal val="#ppt_y"/>
                                          </p:val>
                                        </p:tav>
                                      </p:tavLst>
                                    </p:anim>
                                  </p:childTnLst>
                                </p:cTn>
                              </p:par>
                              <p:par>
                                <p:cTn id="104" presetID="42" presetClass="entr" presetSubtype="0" fill="hold" grpId="0" nodeType="withEffect">
                                  <p:stCondLst>
                                    <p:cond delay="0"/>
                                  </p:stCondLst>
                                  <p:childTnLst>
                                    <p:set>
                                      <p:cBhvr>
                                        <p:cTn id="105" dur="1" fill="hold">
                                          <p:stCondLst>
                                            <p:cond delay="0"/>
                                          </p:stCondLst>
                                        </p:cTn>
                                        <p:tgtEl>
                                          <p:spTgt spid="44"/>
                                        </p:tgtEl>
                                        <p:attrNameLst>
                                          <p:attrName>style.visibility</p:attrName>
                                        </p:attrNameLst>
                                      </p:cBhvr>
                                      <p:to>
                                        <p:strVal val="visible"/>
                                      </p:to>
                                    </p:set>
                                    <p:animEffect transition="in" filter="fade">
                                      <p:cBhvr>
                                        <p:cTn id="106" dur="500"/>
                                        <p:tgtEl>
                                          <p:spTgt spid="44"/>
                                        </p:tgtEl>
                                      </p:cBhvr>
                                    </p:animEffect>
                                    <p:anim calcmode="lin" valueType="num">
                                      <p:cBhvr>
                                        <p:cTn id="107" dur="500" fill="hold"/>
                                        <p:tgtEl>
                                          <p:spTgt spid="44"/>
                                        </p:tgtEl>
                                        <p:attrNameLst>
                                          <p:attrName>ppt_x</p:attrName>
                                        </p:attrNameLst>
                                      </p:cBhvr>
                                      <p:tavLst>
                                        <p:tav tm="0">
                                          <p:val>
                                            <p:strVal val="#ppt_x"/>
                                          </p:val>
                                        </p:tav>
                                        <p:tav tm="100000">
                                          <p:val>
                                            <p:strVal val="#ppt_x"/>
                                          </p:val>
                                        </p:tav>
                                      </p:tavLst>
                                    </p:anim>
                                    <p:anim calcmode="lin" valueType="num">
                                      <p:cBhvr>
                                        <p:cTn id="108" dur="500" fill="hold"/>
                                        <p:tgtEl>
                                          <p:spTgt spid="44"/>
                                        </p:tgtEl>
                                        <p:attrNameLst>
                                          <p:attrName>ppt_y</p:attrName>
                                        </p:attrNameLst>
                                      </p:cBhvr>
                                      <p:tavLst>
                                        <p:tav tm="0">
                                          <p:val>
                                            <p:strVal val="#ppt_y+.1"/>
                                          </p:val>
                                        </p:tav>
                                        <p:tav tm="100000">
                                          <p:val>
                                            <p:strVal val="#ppt_y"/>
                                          </p:val>
                                        </p:tav>
                                      </p:tavLst>
                                    </p:anim>
                                  </p:childTnLst>
                                </p:cTn>
                              </p:par>
                              <p:par>
                                <p:cTn id="109" presetID="42" presetClass="entr" presetSubtype="0" fill="hold" grpId="0" nodeType="withEffect">
                                  <p:stCondLst>
                                    <p:cond delay="0"/>
                                  </p:stCondLst>
                                  <p:childTnLst>
                                    <p:set>
                                      <p:cBhvr>
                                        <p:cTn id="110" dur="1" fill="hold">
                                          <p:stCondLst>
                                            <p:cond delay="0"/>
                                          </p:stCondLst>
                                        </p:cTn>
                                        <p:tgtEl>
                                          <p:spTgt spid="11"/>
                                        </p:tgtEl>
                                        <p:attrNameLst>
                                          <p:attrName>style.visibility</p:attrName>
                                        </p:attrNameLst>
                                      </p:cBhvr>
                                      <p:to>
                                        <p:strVal val="visible"/>
                                      </p:to>
                                    </p:set>
                                    <p:animEffect transition="in" filter="fade">
                                      <p:cBhvr>
                                        <p:cTn id="111" dur="500"/>
                                        <p:tgtEl>
                                          <p:spTgt spid="11"/>
                                        </p:tgtEl>
                                      </p:cBhvr>
                                    </p:animEffect>
                                    <p:anim calcmode="lin" valueType="num">
                                      <p:cBhvr>
                                        <p:cTn id="112" dur="500" fill="hold"/>
                                        <p:tgtEl>
                                          <p:spTgt spid="11"/>
                                        </p:tgtEl>
                                        <p:attrNameLst>
                                          <p:attrName>ppt_x</p:attrName>
                                        </p:attrNameLst>
                                      </p:cBhvr>
                                      <p:tavLst>
                                        <p:tav tm="0">
                                          <p:val>
                                            <p:strVal val="#ppt_x"/>
                                          </p:val>
                                        </p:tav>
                                        <p:tav tm="100000">
                                          <p:val>
                                            <p:strVal val="#ppt_x"/>
                                          </p:val>
                                        </p:tav>
                                      </p:tavLst>
                                    </p:anim>
                                    <p:anim calcmode="lin" valueType="num">
                                      <p:cBhvr>
                                        <p:cTn id="113" dur="500" fill="hold"/>
                                        <p:tgtEl>
                                          <p:spTgt spid="11"/>
                                        </p:tgtEl>
                                        <p:attrNameLst>
                                          <p:attrName>ppt_y</p:attrName>
                                        </p:attrNameLst>
                                      </p:cBhvr>
                                      <p:tavLst>
                                        <p:tav tm="0">
                                          <p:val>
                                            <p:strVal val="#ppt_y+.1"/>
                                          </p:val>
                                        </p:tav>
                                        <p:tav tm="100000">
                                          <p:val>
                                            <p:strVal val="#ppt_y"/>
                                          </p:val>
                                        </p:tav>
                                      </p:tavLst>
                                    </p:anim>
                                  </p:childTnLst>
                                </p:cTn>
                              </p:par>
                              <p:par>
                                <p:cTn id="114" presetID="42" presetClass="entr" presetSubtype="0" fill="hold" grpId="0" nodeType="withEffect">
                                  <p:stCondLst>
                                    <p:cond delay="0"/>
                                  </p:stCondLst>
                                  <p:childTnLst>
                                    <p:set>
                                      <p:cBhvr>
                                        <p:cTn id="115" dur="1" fill="hold">
                                          <p:stCondLst>
                                            <p:cond delay="0"/>
                                          </p:stCondLst>
                                        </p:cTn>
                                        <p:tgtEl>
                                          <p:spTgt spid="12"/>
                                        </p:tgtEl>
                                        <p:attrNameLst>
                                          <p:attrName>style.visibility</p:attrName>
                                        </p:attrNameLst>
                                      </p:cBhvr>
                                      <p:to>
                                        <p:strVal val="visible"/>
                                      </p:to>
                                    </p:set>
                                    <p:animEffect transition="in" filter="fade">
                                      <p:cBhvr>
                                        <p:cTn id="116" dur="500"/>
                                        <p:tgtEl>
                                          <p:spTgt spid="12"/>
                                        </p:tgtEl>
                                      </p:cBhvr>
                                    </p:animEffect>
                                    <p:anim calcmode="lin" valueType="num">
                                      <p:cBhvr>
                                        <p:cTn id="117" dur="500" fill="hold"/>
                                        <p:tgtEl>
                                          <p:spTgt spid="12"/>
                                        </p:tgtEl>
                                        <p:attrNameLst>
                                          <p:attrName>ppt_x</p:attrName>
                                        </p:attrNameLst>
                                      </p:cBhvr>
                                      <p:tavLst>
                                        <p:tav tm="0">
                                          <p:val>
                                            <p:strVal val="#ppt_x"/>
                                          </p:val>
                                        </p:tav>
                                        <p:tav tm="100000">
                                          <p:val>
                                            <p:strVal val="#ppt_x"/>
                                          </p:val>
                                        </p:tav>
                                      </p:tavLst>
                                    </p:anim>
                                    <p:anim calcmode="lin" valueType="num">
                                      <p:cBhvr>
                                        <p:cTn id="118" dur="500" fill="hold"/>
                                        <p:tgtEl>
                                          <p:spTgt spid="12"/>
                                        </p:tgtEl>
                                        <p:attrNameLst>
                                          <p:attrName>ppt_y</p:attrName>
                                        </p:attrNameLst>
                                      </p:cBhvr>
                                      <p:tavLst>
                                        <p:tav tm="0">
                                          <p:val>
                                            <p:strVal val="#ppt_y+.1"/>
                                          </p:val>
                                        </p:tav>
                                        <p:tav tm="100000">
                                          <p:val>
                                            <p:strVal val="#ppt_y"/>
                                          </p:val>
                                        </p:tav>
                                      </p:tavLst>
                                    </p:anim>
                                  </p:childTnLst>
                                </p:cTn>
                              </p:par>
                              <p:par>
                                <p:cTn id="119" presetID="42" presetClass="entr" presetSubtype="0" fill="hold" grpId="0" nodeType="withEffect">
                                  <p:stCondLst>
                                    <p:cond delay="0"/>
                                  </p:stCondLst>
                                  <p:childTnLst>
                                    <p:set>
                                      <p:cBhvr>
                                        <p:cTn id="120" dur="1" fill="hold">
                                          <p:stCondLst>
                                            <p:cond delay="0"/>
                                          </p:stCondLst>
                                        </p:cTn>
                                        <p:tgtEl>
                                          <p:spTgt spid="18"/>
                                        </p:tgtEl>
                                        <p:attrNameLst>
                                          <p:attrName>style.visibility</p:attrName>
                                        </p:attrNameLst>
                                      </p:cBhvr>
                                      <p:to>
                                        <p:strVal val="visible"/>
                                      </p:to>
                                    </p:set>
                                    <p:animEffect transition="in" filter="fade">
                                      <p:cBhvr>
                                        <p:cTn id="121" dur="500"/>
                                        <p:tgtEl>
                                          <p:spTgt spid="18"/>
                                        </p:tgtEl>
                                      </p:cBhvr>
                                    </p:animEffect>
                                    <p:anim calcmode="lin" valueType="num">
                                      <p:cBhvr>
                                        <p:cTn id="122" dur="500" fill="hold"/>
                                        <p:tgtEl>
                                          <p:spTgt spid="18"/>
                                        </p:tgtEl>
                                        <p:attrNameLst>
                                          <p:attrName>ppt_x</p:attrName>
                                        </p:attrNameLst>
                                      </p:cBhvr>
                                      <p:tavLst>
                                        <p:tav tm="0">
                                          <p:val>
                                            <p:strVal val="#ppt_x"/>
                                          </p:val>
                                        </p:tav>
                                        <p:tav tm="100000">
                                          <p:val>
                                            <p:strVal val="#ppt_x"/>
                                          </p:val>
                                        </p:tav>
                                      </p:tavLst>
                                    </p:anim>
                                    <p:anim calcmode="lin" valueType="num">
                                      <p:cBhvr>
                                        <p:cTn id="123" dur="500" fill="hold"/>
                                        <p:tgtEl>
                                          <p:spTgt spid="18"/>
                                        </p:tgtEl>
                                        <p:attrNameLst>
                                          <p:attrName>ppt_y</p:attrName>
                                        </p:attrNameLst>
                                      </p:cBhvr>
                                      <p:tavLst>
                                        <p:tav tm="0">
                                          <p:val>
                                            <p:strVal val="#ppt_y+.1"/>
                                          </p:val>
                                        </p:tav>
                                        <p:tav tm="100000">
                                          <p:val>
                                            <p:strVal val="#ppt_y"/>
                                          </p:val>
                                        </p:tav>
                                      </p:tavLst>
                                    </p:anim>
                                  </p:childTnLst>
                                </p:cTn>
                              </p:par>
                              <p:par>
                                <p:cTn id="124" presetID="42" presetClass="entr" presetSubtype="0" fill="hold" grpId="0" nodeType="withEffect">
                                  <p:stCondLst>
                                    <p:cond delay="0"/>
                                  </p:stCondLst>
                                  <p:childTnLst>
                                    <p:set>
                                      <p:cBhvr>
                                        <p:cTn id="125" dur="1" fill="hold">
                                          <p:stCondLst>
                                            <p:cond delay="0"/>
                                          </p:stCondLst>
                                        </p:cTn>
                                        <p:tgtEl>
                                          <p:spTgt spid="19"/>
                                        </p:tgtEl>
                                        <p:attrNameLst>
                                          <p:attrName>style.visibility</p:attrName>
                                        </p:attrNameLst>
                                      </p:cBhvr>
                                      <p:to>
                                        <p:strVal val="visible"/>
                                      </p:to>
                                    </p:set>
                                    <p:animEffect transition="in" filter="fade">
                                      <p:cBhvr>
                                        <p:cTn id="126" dur="500"/>
                                        <p:tgtEl>
                                          <p:spTgt spid="19"/>
                                        </p:tgtEl>
                                      </p:cBhvr>
                                    </p:animEffect>
                                    <p:anim calcmode="lin" valueType="num">
                                      <p:cBhvr>
                                        <p:cTn id="127" dur="500" fill="hold"/>
                                        <p:tgtEl>
                                          <p:spTgt spid="19"/>
                                        </p:tgtEl>
                                        <p:attrNameLst>
                                          <p:attrName>ppt_x</p:attrName>
                                        </p:attrNameLst>
                                      </p:cBhvr>
                                      <p:tavLst>
                                        <p:tav tm="0">
                                          <p:val>
                                            <p:strVal val="#ppt_x"/>
                                          </p:val>
                                        </p:tav>
                                        <p:tav tm="100000">
                                          <p:val>
                                            <p:strVal val="#ppt_x"/>
                                          </p:val>
                                        </p:tav>
                                      </p:tavLst>
                                    </p:anim>
                                    <p:anim calcmode="lin" valueType="num">
                                      <p:cBhvr>
                                        <p:cTn id="128" dur="500" fill="hold"/>
                                        <p:tgtEl>
                                          <p:spTgt spid="19"/>
                                        </p:tgtEl>
                                        <p:attrNameLst>
                                          <p:attrName>ppt_y</p:attrName>
                                        </p:attrNameLst>
                                      </p:cBhvr>
                                      <p:tavLst>
                                        <p:tav tm="0">
                                          <p:val>
                                            <p:strVal val="#ppt_y+.1"/>
                                          </p:val>
                                        </p:tav>
                                        <p:tav tm="100000">
                                          <p:val>
                                            <p:strVal val="#ppt_y"/>
                                          </p:val>
                                        </p:tav>
                                      </p:tavLst>
                                    </p:anim>
                                  </p:childTnLst>
                                </p:cTn>
                              </p:par>
                              <p:par>
                                <p:cTn id="129" presetID="42" presetClass="entr" presetSubtype="0" fill="hold" grpId="0" nodeType="withEffect">
                                  <p:stCondLst>
                                    <p:cond delay="0"/>
                                  </p:stCondLst>
                                  <p:childTnLst>
                                    <p:set>
                                      <p:cBhvr>
                                        <p:cTn id="130" dur="1" fill="hold">
                                          <p:stCondLst>
                                            <p:cond delay="0"/>
                                          </p:stCondLst>
                                        </p:cTn>
                                        <p:tgtEl>
                                          <p:spTgt spid="36"/>
                                        </p:tgtEl>
                                        <p:attrNameLst>
                                          <p:attrName>style.visibility</p:attrName>
                                        </p:attrNameLst>
                                      </p:cBhvr>
                                      <p:to>
                                        <p:strVal val="visible"/>
                                      </p:to>
                                    </p:set>
                                    <p:animEffect transition="in" filter="fade">
                                      <p:cBhvr>
                                        <p:cTn id="131" dur="500"/>
                                        <p:tgtEl>
                                          <p:spTgt spid="36"/>
                                        </p:tgtEl>
                                      </p:cBhvr>
                                    </p:animEffect>
                                    <p:anim calcmode="lin" valueType="num">
                                      <p:cBhvr>
                                        <p:cTn id="132" dur="500" fill="hold"/>
                                        <p:tgtEl>
                                          <p:spTgt spid="36"/>
                                        </p:tgtEl>
                                        <p:attrNameLst>
                                          <p:attrName>ppt_x</p:attrName>
                                        </p:attrNameLst>
                                      </p:cBhvr>
                                      <p:tavLst>
                                        <p:tav tm="0">
                                          <p:val>
                                            <p:strVal val="#ppt_x"/>
                                          </p:val>
                                        </p:tav>
                                        <p:tav tm="100000">
                                          <p:val>
                                            <p:strVal val="#ppt_x"/>
                                          </p:val>
                                        </p:tav>
                                      </p:tavLst>
                                    </p:anim>
                                    <p:anim calcmode="lin" valueType="num">
                                      <p:cBhvr>
                                        <p:cTn id="133" dur="500" fill="hold"/>
                                        <p:tgtEl>
                                          <p:spTgt spid="36"/>
                                        </p:tgtEl>
                                        <p:attrNameLst>
                                          <p:attrName>ppt_y</p:attrName>
                                        </p:attrNameLst>
                                      </p:cBhvr>
                                      <p:tavLst>
                                        <p:tav tm="0">
                                          <p:val>
                                            <p:strVal val="#ppt_y+.1"/>
                                          </p:val>
                                        </p:tav>
                                        <p:tav tm="100000">
                                          <p:val>
                                            <p:strVal val="#ppt_y"/>
                                          </p:val>
                                        </p:tav>
                                      </p:tavLst>
                                    </p:anim>
                                  </p:childTnLst>
                                </p:cTn>
                              </p:par>
                              <p:par>
                                <p:cTn id="134" presetID="42" presetClass="entr" presetSubtype="0" fill="hold" grpId="0" nodeType="withEffect">
                                  <p:stCondLst>
                                    <p:cond delay="0"/>
                                  </p:stCondLst>
                                  <p:childTnLst>
                                    <p:set>
                                      <p:cBhvr>
                                        <p:cTn id="135" dur="1" fill="hold">
                                          <p:stCondLst>
                                            <p:cond delay="0"/>
                                          </p:stCondLst>
                                        </p:cTn>
                                        <p:tgtEl>
                                          <p:spTgt spid="37"/>
                                        </p:tgtEl>
                                        <p:attrNameLst>
                                          <p:attrName>style.visibility</p:attrName>
                                        </p:attrNameLst>
                                      </p:cBhvr>
                                      <p:to>
                                        <p:strVal val="visible"/>
                                      </p:to>
                                    </p:set>
                                    <p:animEffect transition="in" filter="fade">
                                      <p:cBhvr>
                                        <p:cTn id="136" dur="500"/>
                                        <p:tgtEl>
                                          <p:spTgt spid="37"/>
                                        </p:tgtEl>
                                      </p:cBhvr>
                                    </p:animEffect>
                                    <p:anim calcmode="lin" valueType="num">
                                      <p:cBhvr>
                                        <p:cTn id="137" dur="500" fill="hold"/>
                                        <p:tgtEl>
                                          <p:spTgt spid="37"/>
                                        </p:tgtEl>
                                        <p:attrNameLst>
                                          <p:attrName>ppt_x</p:attrName>
                                        </p:attrNameLst>
                                      </p:cBhvr>
                                      <p:tavLst>
                                        <p:tav tm="0">
                                          <p:val>
                                            <p:strVal val="#ppt_x"/>
                                          </p:val>
                                        </p:tav>
                                        <p:tav tm="100000">
                                          <p:val>
                                            <p:strVal val="#ppt_x"/>
                                          </p:val>
                                        </p:tav>
                                      </p:tavLst>
                                    </p:anim>
                                    <p:anim calcmode="lin" valueType="num">
                                      <p:cBhvr>
                                        <p:cTn id="138" dur="500" fill="hold"/>
                                        <p:tgtEl>
                                          <p:spTgt spid="3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8" grpId="0"/>
      <p:bldP spid="9" grpId="0"/>
      <p:bldP spid="10" grpId="0" animBg="1"/>
      <p:bldP spid="11" grpId="0"/>
      <p:bldP spid="12" grpId="0"/>
      <p:bldP spid="13" grpId="0" animBg="1"/>
      <p:bldP spid="17" grpId="0" animBg="1"/>
      <p:bldP spid="18" grpId="0"/>
      <p:bldP spid="19" grpId="0"/>
      <p:bldP spid="20" grpId="0" animBg="1"/>
      <p:bldP spid="24" grpId="0" animBg="1"/>
      <p:bldP spid="25" grpId="0"/>
      <p:bldP spid="26" grpId="0"/>
      <p:bldP spid="27" grpId="0" animBg="1"/>
      <p:bldP spid="31" grpId="0" animBg="1"/>
      <p:bldP spid="32" grpId="0" animBg="1"/>
      <p:bldP spid="36" grpId="0"/>
      <p:bldP spid="37" grpId="0"/>
      <p:bldP spid="38" grpId="0" animBg="1"/>
      <p:bldP spid="39" grpId="0" animBg="1"/>
      <p:bldP spid="43" grpId="0"/>
      <p:bldP spid="44" grpId="0"/>
      <p:bldP spid="4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D9D3F49B-5511-41FB-887E-6D609D5A097D}"/>
              </a:ext>
            </a:extLst>
          </p:cNvPr>
          <p:cNvGrpSpPr/>
          <p:nvPr/>
        </p:nvGrpSpPr>
        <p:grpSpPr>
          <a:xfrm>
            <a:off x="943429" y="4930222"/>
            <a:ext cx="10309654" cy="1364343"/>
            <a:chOff x="943429" y="4849537"/>
            <a:chExt cx="10309654" cy="1364343"/>
          </a:xfrm>
        </p:grpSpPr>
        <p:sp>
          <p:nvSpPr>
            <p:cNvPr id="3" name="圆角矩形 6">
              <a:extLst>
                <a:ext uri="{FF2B5EF4-FFF2-40B4-BE49-F238E27FC236}">
                  <a16:creationId xmlns:a16="http://schemas.microsoft.com/office/drawing/2014/main" id="{4BF3E370-0A87-4559-8A6D-F12B8B6C7C3D}"/>
                </a:ext>
              </a:extLst>
            </p:cNvPr>
            <p:cNvSpPr/>
            <p:nvPr/>
          </p:nvSpPr>
          <p:spPr>
            <a:xfrm>
              <a:off x="943429" y="4849537"/>
              <a:ext cx="9844020" cy="1364343"/>
            </a:xfrm>
            <a:prstGeom prst="round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a:solidFill>
                  <a:schemeClr val="tx1">
                    <a:lumMod val="85000"/>
                    <a:lumOff val="15000"/>
                  </a:schemeClr>
                </a:solidFill>
                <a:cs typeface="+mn-ea"/>
                <a:sym typeface="+mn-lt"/>
              </a:endParaRPr>
            </a:p>
          </p:txBody>
        </p:sp>
        <p:sp>
          <p:nvSpPr>
            <p:cNvPr id="4" name="五边形 7">
              <a:extLst>
                <a:ext uri="{FF2B5EF4-FFF2-40B4-BE49-F238E27FC236}">
                  <a16:creationId xmlns:a16="http://schemas.microsoft.com/office/drawing/2014/main" id="{1D324D86-662F-4EF4-A577-137E8A72AADE}"/>
                </a:ext>
              </a:extLst>
            </p:cNvPr>
            <p:cNvSpPr/>
            <p:nvPr/>
          </p:nvSpPr>
          <p:spPr>
            <a:xfrm>
              <a:off x="9830683" y="5158690"/>
              <a:ext cx="1422400" cy="746036"/>
            </a:xfrm>
            <a:prstGeom prst="homePlate">
              <a:avLst>
                <a:gd name="adj" fmla="val 31490"/>
              </a:avLst>
            </a:prstGeom>
            <a:solidFill>
              <a:srgbClr val="344F6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144000" rIns="216000" bIns="108000" rtlCol="0" anchor="ctr"/>
            <a:lstStyle/>
            <a:p>
              <a:pPr algn="ctr"/>
              <a:r>
                <a:rPr lang="en-US" altLang="zh-CN" sz="4400" b="1" dirty="0">
                  <a:solidFill>
                    <a:schemeClr val="bg1"/>
                  </a:solidFill>
                  <a:cs typeface="+mn-ea"/>
                  <a:sym typeface="+mn-lt"/>
                </a:rPr>
                <a:t>03</a:t>
              </a:r>
              <a:endParaRPr lang="zh-CN" altLang="en-US" sz="4400" b="1" dirty="0">
                <a:solidFill>
                  <a:schemeClr val="bg1"/>
                </a:solidFill>
                <a:cs typeface="+mn-ea"/>
                <a:sym typeface="+mn-lt"/>
              </a:endParaRPr>
            </a:p>
          </p:txBody>
        </p:sp>
        <p:sp>
          <p:nvSpPr>
            <p:cNvPr id="5" name="TextBox 33">
              <a:extLst>
                <a:ext uri="{FF2B5EF4-FFF2-40B4-BE49-F238E27FC236}">
                  <a16:creationId xmlns:a16="http://schemas.microsoft.com/office/drawing/2014/main" id="{C4E3A307-2DE3-4EF4-A67B-12879BCA7284}"/>
                </a:ext>
              </a:extLst>
            </p:cNvPr>
            <p:cNvSpPr txBox="1"/>
            <p:nvPr/>
          </p:nvSpPr>
          <p:spPr>
            <a:xfrm>
              <a:off x="3079313" y="5254709"/>
              <a:ext cx="5977601" cy="285078"/>
            </a:xfrm>
            <a:prstGeom prst="rect">
              <a:avLst/>
            </a:prstGeom>
            <a:noFill/>
          </p:spPr>
          <p:txBody>
            <a:bodyPr wrap="square" lIns="0" tIns="0" rIns="0" bIns="0" rtlCol="0">
              <a:spAutoFit/>
            </a:bodyPr>
            <a:lstStyle/>
            <a:p>
              <a:pPr>
                <a:lnSpc>
                  <a:spcPct val="150000"/>
                </a:lnSpc>
              </a:pPr>
              <a:r>
                <a:rPr lang="zh-CN" altLang="en-US" sz="1400" b="1" dirty="0">
                  <a:solidFill>
                    <a:srgbClr val="555555"/>
                  </a:solidFill>
                  <a:cs typeface="+mn-ea"/>
                  <a:sym typeface="+mn-lt"/>
                </a:rPr>
                <a:t>为智慧司法系统提供可落地的多罪名预测技术方案，提升实际应用价值。</a:t>
              </a:r>
            </a:p>
          </p:txBody>
        </p:sp>
        <p:sp>
          <p:nvSpPr>
            <p:cNvPr id="6" name="椭圆 5">
              <a:extLst>
                <a:ext uri="{FF2B5EF4-FFF2-40B4-BE49-F238E27FC236}">
                  <a16:creationId xmlns:a16="http://schemas.microsoft.com/office/drawing/2014/main" id="{78F4EBD1-C4FD-4BAC-9EF3-D939B7178055}"/>
                </a:ext>
              </a:extLst>
            </p:cNvPr>
            <p:cNvSpPr/>
            <p:nvPr/>
          </p:nvSpPr>
          <p:spPr>
            <a:xfrm>
              <a:off x="1554484" y="5148332"/>
              <a:ext cx="766752" cy="766752"/>
            </a:xfrm>
            <a:prstGeom prst="ellipse">
              <a:avLst/>
            </a:prstGeom>
            <a:solidFill>
              <a:srgbClr val="344F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a:solidFill>
                  <a:schemeClr val="tx1">
                    <a:lumMod val="85000"/>
                    <a:lumOff val="15000"/>
                  </a:schemeClr>
                </a:solidFill>
                <a:cs typeface="+mn-ea"/>
                <a:sym typeface="+mn-lt"/>
              </a:endParaRPr>
            </a:p>
          </p:txBody>
        </p:sp>
        <p:grpSp>
          <p:nvGrpSpPr>
            <p:cNvPr id="7" name="组合 6">
              <a:extLst>
                <a:ext uri="{FF2B5EF4-FFF2-40B4-BE49-F238E27FC236}">
                  <a16:creationId xmlns:a16="http://schemas.microsoft.com/office/drawing/2014/main" id="{538D5EE3-7AC7-41A8-9A4B-405E8FF1A705}"/>
                </a:ext>
              </a:extLst>
            </p:cNvPr>
            <p:cNvGrpSpPr/>
            <p:nvPr/>
          </p:nvGrpSpPr>
          <p:grpSpPr>
            <a:xfrm>
              <a:off x="1679904" y="5268632"/>
              <a:ext cx="486104" cy="526152"/>
              <a:chOff x="3714875" y="1883685"/>
              <a:chExt cx="486104" cy="526152"/>
            </a:xfrm>
          </p:grpSpPr>
          <p:sp>
            <p:nvSpPr>
              <p:cNvPr id="8" name="Oval 92">
                <a:extLst>
                  <a:ext uri="{FF2B5EF4-FFF2-40B4-BE49-F238E27FC236}">
                    <a16:creationId xmlns:a16="http://schemas.microsoft.com/office/drawing/2014/main" id="{62DF36EE-1043-49CE-A2C8-C2A1D372D3D7}"/>
                  </a:ext>
                </a:extLst>
              </p:cNvPr>
              <p:cNvSpPr>
                <a:spLocks noChangeArrowheads="1"/>
              </p:cNvSpPr>
              <p:nvPr/>
            </p:nvSpPr>
            <p:spPr bwMode="auto">
              <a:xfrm>
                <a:off x="4028357" y="1925114"/>
                <a:ext cx="75954" cy="92526"/>
              </a:xfrm>
              <a:prstGeom prst="ellipse">
                <a:avLst/>
              </a:prstGeom>
              <a:solidFill>
                <a:schemeClr val="bg1">
                  <a:lumMod val="95000"/>
                </a:schemeClr>
              </a:solidFill>
              <a:ln>
                <a:noFill/>
              </a:ln>
            </p:spPr>
            <p:txBody>
              <a:bodyPr vert="horz" wrap="square" lIns="91440" tIns="45720" rIns="91440" bIns="45720" numCol="1" anchor="t" anchorCtr="0" compatLnSpc="1">
                <a:prstTxWarp prst="textNoShape">
                  <a:avLst/>
                </a:prstTxWarp>
              </a:bodyPr>
              <a:lstStyle/>
              <a:p>
                <a:endParaRPr lang="en-US" sz="2000" b="1">
                  <a:solidFill>
                    <a:schemeClr val="tx1">
                      <a:lumMod val="85000"/>
                      <a:lumOff val="15000"/>
                    </a:schemeClr>
                  </a:solidFill>
                  <a:cs typeface="+mn-ea"/>
                  <a:sym typeface="+mn-lt"/>
                </a:endParaRPr>
              </a:p>
            </p:txBody>
          </p:sp>
          <p:sp>
            <p:nvSpPr>
              <p:cNvPr id="9" name="Freeform 93">
                <a:extLst>
                  <a:ext uri="{FF2B5EF4-FFF2-40B4-BE49-F238E27FC236}">
                    <a16:creationId xmlns:a16="http://schemas.microsoft.com/office/drawing/2014/main" id="{23FF3EEC-BDF6-47A1-A0C0-C758E289DE0E}"/>
                  </a:ext>
                </a:extLst>
              </p:cNvPr>
              <p:cNvSpPr>
                <a:spLocks noEditPoints="1"/>
              </p:cNvSpPr>
              <p:nvPr/>
            </p:nvSpPr>
            <p:spPr bwMode="auto">
              <a:xfrm>
                <a:off x="3970356" y="1990020"/>
                <a:ext cx="230623" cy="419817"/>
              </a:xfrm>
              <a:custGeom>
                <a:avLst/>
                <a:gdLst>
                  <a:gd name="T0" fmla="*/ 83 w 84"/>
                  <a:gd name="T1" fmla="*/ 42 h 153"/>
                  <a:gd name="T2" fmla="*/ 83 w 84"/>
                  <a:gd name="T3" fmla="*/ 42 h 153"/>
                  <a:gd name="T4" fmla="*/ 83 w 84"/>
                  <a:gd name="T5" fmla="*/ 42 h 153"/>
                  <a:gd name="T6" fmla="*/ 60 w 84"/>
                  <a:gd name="T7" fmla="*/ 17 h 153"/>
                  <a:gd name="T8" fmla="*/ 54 w 84"/>
                  <a:gd name="T9" fmla="*/ 14 h 153"/>
                  <a:gd name="T10" fmla="*/ 47 w 84"/>
                  <a:gd name="T11" fmla="*/ 14 h 153"/>
                  <a:gd name="T12" fmla="*/ 52 w 84"/>
                  <a:gd name="T13" fmla="*/ 18 h 153"/>
                  <a:gd name="T14" fmla="*/ 45 w 84"/>
                  <a:gd name="T15" fmla="*/ 21 h 153"/>
                  <a:gd name="T16" fmla="*/ 48 w 84"/>
                  <a:gd name="T17" fmla="*/ 27 h 153"/>
                  <a:gd name="T18" fmla="*/ 39 w 84"/>
                  <a:gd name="T19" fmla="*/ 47 h 153"/>
                  <a:gd name="T20" fmla="*/ 38 w 84"/>
                  <a:gd name="T21" fmla="*/ 19 h 153"/>
                  <a:gd name="T22" fmla="*/ 39 w 84"/>
                  <a:gd name="T23" fmla="*/ 18 h 153"/>
                  <a:gd name="T24" fmla="*/ 37 w 84"/>
                  <a:gd name="T25" fmla="*/ 11 h 153"/>
                  <a:gd name="T26" fmla="*/ 32 w 84"/>
                  <a:gd name="T27" fmla="*/ 11 h 153"/>
                  <a:gd name="T28" fmla="*/ 30 w 84"/>
                  <a:gd name="T29" fmla="*/ 18 h 153"/>
                  <a:gd name="T30" fmla="*/ 31 w 84"/>
                  <a:gd name="T31" fmla="*/ 19 h 153"/>
                  <a:gd name="T32" fmla="*/ 30 w 84"/>
                  <a:gd name="T33" fmla="*/ 47 h 153"/>
                  <a:gd name="T34" fmla="*/ 20 w 84"/>
                  <a:gd name="T35" fmla="*/ 27 h 153"/>
                  <a:gd name="T36" fmla="*/ 24 w 84"/>
                  <a:gd name="T37" fmla="*/ 21 h 153"/>
                  <a:gd name="T38" fmla="*/ 17 w 84"/>
                  <a:gd name="T39" fmla="*/ 18 h 153"/>
                  <a:gd name="T40" fmla="*/ 23 w 84"/>
                  <a:gd name="T41" fmla="*/ 13 h 153"/>
                  <a:gd name="T42" fmla="*/ 22 w 84"/>
                  <a:gd name="T43" fmla="*/ 12 h 153"/>
                  <a:gd name="T44" fmla="*/ 6 w 84"/>
                  <a:gd name="T45" fmla="*/ 5 h 153"/>
                  <a:gd name="T46" fmla="*/ 0 w 84"/>
                  <a:gd name="T47" fmla="*/ 0 h 153"/>
                  <a:gd name="T48" fmla="*/ 0 w 84"/>
                  <a:gd name="T49" fmla="*/ 21 h 153"/>
                  <a:gd name="T50" fmla="*/ 13 w 84"/>
                  <a:gd name="T51" fmla="*/ 26 h 153"/>
                  <a:gd name="T52" fmla="*/ 11 w 84"/>
                  <a:gd name="T53" fmla="*/ 87 h 153"/>
                  <a:gd name="T54" fmla="*/ 11 w 84"/>
                  <a:gd name="T55" fmla="*/ 87 h 153"/>
                  <a:gd name="T56" fmla="*/ 13 w 84"/>
                  <a:gd name="T57" fmla="*/ 87 h 153"/>
                  <a:gd name="T58" fmla="*/ 15 w 84"/>
                  <a:gd name="T59" fmla="*/ 153 h 153"/>
                  <a:gd name="T60" fmla="*/ 34 w 84"/>
                  <a:gd name="T61" fmla="*/ 153 h 153"/>
                  <a:gd name="T62" fmla="*/ 34 w 84"/>
                  <a:gd name="T63" fmla="*/ 87 h 153"/>
                  <a:gd name="T64" fmla="*/ 36 w 84"/>
                  <a:gd name="T65" fmla="*/ 87 h 153"/>
                  <a:gd name="T66" fmla="*/ 38 w 84"/>
                  <a:gd name="T67" fmla="*/ 153 h 153"/>
                  <a:gd name="T68" fmla="*/ 57 w 84"/>
                  <a:gd name="T69" fmla="*/ 153 h 153"/>
                  <a:gd name="T70" fmla="*/ 57 w 84"/>
                  <a:gd name="T71" fmla="*/ 87 h 153"/>
                  <a:gd name="T72" fmla="*/ 59 w 84"/>
                  <a:gd name="T73" fmla="*/ 87 h 153"/>
                  <a:gd name="T74" fmla="*/ 59 w 84"/>
                  <a:gd name="T75" fmla="*/ 87 h 153"/>
                  <a:gd name="T76" fmla="*/ 58 w 84"/>
                  <a:gd name="T77" fmla="*/ 77 h 153"/>
                  <a:gd name="T78" fmla="*/ 69 w 84"/>
                  <a:gd name="T79" fmla="*/ 82 h 153"/>
                  <a:gd name="T80" fmla="*/ 77 w 84"/>
                  <a:gd name="T81" fmla="*/ 67 h 153"/>
                  <a:gd name="T82" fmla="*/ 80 w 84"/>
                  <a:gd name="T83" fmla="*/ 60 h 153"/>
                  <a:gd name="T84" fmla="*/ 82 w 84"/>
                  <a:gd name="T85" fmla="*/ 56 h 153"/>
                  <a:gd name="T86" fmla="*/ 83 w 84"/>
                  <a:gd name="T87" fmla="*/ 54 h 153"/>
                  <a:gd name="T88" fmla="*/ 84 w 84"/>
                  <a:gd name="T89" fmla="*/ 53 h 153"/>
                  <a:gd name="T90" fmla="*/ 84 w 84"/>
                  <a:gd name="T91" fmla="*/ 52 h 153"/>
                  <a:gd name="T92" fmla="*/ 83 w 84"/>
                  <a:gd name="T93" fmla="*/ 42 h 153"/>
                  <a:gd name="T94" fmla="*/ 65 w 84"/>
                  <a:gd name="T95" fmla="*/ 51 h 153"/>
                  <a:gd name="T96" fmla="*/ 60 w 84"/>
                  <a:gd name="T97" fmla="*/ 58 h 153"/>
                  <a:gd name="T98" fmla="*/ 58 w 84"/>
                  <a:gd name="T99" fmla="*/ 62 h 153"/>
                  <a:gd name="T100" fmla="*/ 57 w 84"/>
                  <a:gd name="T101" fmla="*/ 39 h 153"/>
                  <a:gd name="T102" fmla="*/ 66 w 84"/>
                  <a:gd name="T103" fmla="*/ 49 h 153"/>
                  <a:gd name="T104" fmla="*/ 65 w 84"/>
                  <a:gd name="T105" fmla="*/ 5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84" h="153">
                    <a:moveTo>
                      <a:pt x="83" y="42"/>
                    </a:moveTo>
                    <a:cubicBezTo>
                      <a:pt x="83" y="42"/>
                      <a:pt x="83" y="42"/>
                      <a:pt x="83" y="42"/>
                    </a:cubicBezTo>
                    <a:cubicBezTo>
                      <a:pt x="83" y="42"/>
                      <a:pt x="83" y="42"/>
                      <a:pt x="83" y="42"/>
                    </a:cubicBezTo>
                    <a:cubicBezTo>
                      <a:pt x="60" y="17"/>
                      <a:pt x="60" y="17"/>
                      <a:pt x="60" y="17"/>
                    </a:cubicBezTo>
                    <a:cubicBezTo>
                      <a:pt x="58" y="15"/>
                      <a:pt x="56" y="14"/>
                      <a:pt x="54" y="14"/>
                    </a:cubicBezTo>
                    <a:cubicBezTo>
                      <a:pt x="54" y="14"/>
                      <a:pt x="49" y="14"/>
                      <a:pt x="47" y="14"/>
                    </a:cubicBezTo>
                    <a:cubicBezTo>
                      <a:pt x="52" y="18"/>
                      <a:pt x="52" y="18"/>
                      <a:pt x="52" y="18"/>
                    </a:cubicBezTo>
                    <a:cubicBezTo>
                      <a:pt x="45" y="21"/>
                      <a:pt x="45" y="21"/>
                      <a:pt x="45" y="21"/>
                    </a:cubicBezTo>
                    <a:cubicBezTo>
                      <a:pt x="48" y="27"/>
                      <a:pt x="48" y="27"/>
                      <a:pt x="48" y="27"/>
                    </a:cubicBezTo>
                    <a:cubicBezTo>
                      <a:pt x="39" y="47"/>
                      <a:pt x="39" y="47"/>
                      <a:pt x="39" y="47"/>
                    </a:cubicBezTo>
                    <a:cubicBezTo>
                      <a:pt x="38" y="19"/>
                      <a:pt x="38" y="19"/>
                      <a:pt x="38" y="19"/>
                    </a:cubicBezTo>
                    <a:cubicBezTo>
                      <a:pt x="39" y="18"/>
                      <a:pt x="39" y="18"/>
                      <a:pt x="39" y="18"/>
                    </a:cubicBezTo>
                    <a:cubicBezTo>
                      <a:pt x="37" y="11"/>
                      <a:pt x="37" y="11"/>
                      <a:pt x="37" y="11"/>
                    </a:cubicBezTo>
                    <a:cubicBezTo>
                      <a:pt x="32" y="11"/>
                      <a:pt x="32" y="11"/>
                      <a:pt x="32" y="11"/>
                    </a:cubicBezTo>
                    <a:cubicBezTo>
                      <a:pt x="30" y="18"/>
                      <a:pt x="30" y="18"/>
                      <a:pt x="30" y="18"/>
                    </a:cubicBezTo>
                    <a:cubicBezTo>
                      <a:pt x="31" y="19"/>
                      <a:pt x="31" y="19"/>
                      <a:pt x="31" y="19"/>
                    </a:cubicBezTo>
                    <a:cubicBezTo>
                      <a:pt x="30" y="47"/>
                      <a:pt x="30" y="47"/>
                      <a:pt x="30" y="47"/>
                    </a:cubicBezTo>
                    <a:cubicBezTo>
                      <a:pt x="20" y="27"/>
                      <a:pt x="20" y="27"/>
                      <a:pt x="20" y="27"/>
                    </a:cubicBezTo>
                    <a:cubicBezTo>
                      <a:pt x="24" y="21"/>
                      <a:pt x="24" y="21"/>
                      <a:pt x="24" y="21"/>
                    </a:cubicBezTo>
                    <a:cubicBezTo>
                      <a:pt x="17" y="18"/>
                      <a:pt x="17" y="18"/>
                      <a:pt x="17" y="18"/>
                    </a:cubicBezTo>
                    <a:cubicBezTo>
                      <a:pt x="23" y="13"/>
                      <a:pt x="23" y="13"/>
                      <a:pt x="23" y="13"/>
                    </a:cubicBezTo>
                    <a:cubicBezTo>
                      <a:pt x="22" y="12"/>
                      <a:pt x="22" y="12"/>
                      <a:pt x="22" y="12"/>
                    </a:cubicBezTo>
                    <a:cubicBezTo>
                      <a:pt x="16" y="9"/>
                      <a:pt x="8" y="6"/>
                      <a:pt x="6" y="5"/>
                    </a:cubicBezTo>
                    <a:cubicBezTo>
                      <a:pt x="0" y="0"/>
                      <a:pt x="0" y="0"/>
                      <a:pt x="0" y="0"/>
                    </a:cubicBezTo>
                    <a:cubicBezTo>
                      <a:pt x="0" y="21"/>
                      <a:pt x="0" y="21"/>
                      <a:pt x="0" y="21"/>
                    </a:cubicBezTo>
                    <a:cubicBezTo>
                      <a:pt x="5" y="23"/>
                      <a:pt x="9" y="24"/>
                      <a:pt x="13" y="26"/>
                    </a:cubicBezTo>
                    <a:cubicBezTo>
                      <a:pt x="12" y="46"/>
                      <a:pt x="11" y="66"/>
                      <a:pt x="11" y="87"/>
                    </a:cubicBezTo>
                    <a:cubicBezTo>
                      <a:pt x="11" y="87"/>
                      <a:pt x="11" y="87"/>
                      <a:pt x="11" y="87"/>
                    </a:cubicBezTo>
                    <a:cubicBezTo>
                      <a:pt x="12" y="87"/>
                      <a:pt x="12" y="87"/>
                      <a:pt x="13" y="87"/>
                    </a:cubicBezTo>
                    <a:cubicBezTo>
                      <a:pt x="15" y="153"/>
                      <a:pt x="15" y="153"/>
                      <a:pt x="15" y="153"/>
                    </a:cubicBezTo>
                    <a:cubicBezTo>
                      <a:pt x="34" y="153"/>
                      <a:pt x="34" y="153"/>
                      <a:pt x="34" y="153"/>
                    </a:cubicBezTo>
                    <a:cubicBezTo>
                      <a:pt x="34" y="134"/>
                      <a:pt x="34" y="100"/>
                      <a:pt x="34" y="87"/>
                    </a:cubicBezTo>
                    <a:cubicBezTo>
                      <a:pt x="34" y="87"/>
                      <a:pt x="35" y="87"/>
                      <a:pt x="36" y="87"/>
                    </a:cubicBezTo>
                    <a:cubicBezTo>
                      <a:pt x="38" y="153"/>
                      <a:pt x="38" y="153"/>
                      <a:pt x="38" y="153"/>
                    </a:cubicBezTo>
                    <a:cubicBezTo>
                      <a:pt x="57" y="153"/>
                      <a:pt x="57" y="153"/>
                      <a:pt x="57" y="153"/>
                    </a:cubicBezTo>
                    <a:cubicBezTo>
                      <a:pt x="57" y="134"/>
                      <a:pt x="57" y="100"/>
                      <a:pt x="57" y="87"/>
                    </a:cubicBezTo>
                    <a:cubicBezTo>
                      <a:pt x="57" y="87"/>
                      <a:pt x="58" y="87"/>
                      <a:pt x="59" y="87"/>
                    </a:cubicBezTo>
                    <a:cubicBezTo>
                      <a:pt x="59" y="87"/>
                      <a:pt x="59" y="87"/>
                      <a:pt x="59" y="87"/>
                    </a:cubicBezTo>
                    <a:cubicBezTo>
                      <a:pt x="59" y="83"/>
                      <a:pt x="58" y="80"/>
                      <a:pt x="58" y="77"/>
                    </a:cubicBezTo>
                    <a:cubicBezTo>
                      <a:pt x="62" y="79"/>
                      <a:pt x="65" y="81"/>
                      <a:pt x="69" y="82"/>
                    </a:cubicBezTo>
                    <a:cubicBezTo>
                      <a:pt x="77" y="67"/>
                      <a:pt x="77" y="67"/>
                      <a:pt x="77" y="67"/>
                    </a:cubicBezTo>
                    <a:cubicBezTo>
                      <a:pt x="80" y="60"/>
                      <a:pt x="80" y="60"/>
                      <a:pt x="80" y="60"/>
                    </a:cubicBezTo>
                    <a:cubicBezTo>
                      <a:pt x="82" y="56"/>
                      <a:pt x="82" y="56"/>
                      <a:pt x="82" y="56"/>
                    </a:cubicBezTo>
                    <a:cubicBezTo>
                      <a:pt x="83" y="54"/>
                      <a:pt x="83" y="54"/>
                      <a:pt x="83" y="54"/>
                    </a:cubicBezTo>
                    <a:cubicBezTo>
                      <a:pt x="84" y="53"/>
                      <a:pt x="84" y="53"/>
                      <a:pt x="84" y="53"/>
                    </a:cubicBezTo>
                    <a:cubicBezTo>
                      <a:pt x="84" y="52"/>
                      <a:pt x="84" y="52"/>
                      <a:pt x="84" y="52"/>
                    </a:cubicBezTo>
                    <a:lnTo>
                      <a:pt x="83" y="42"/>
                    </a:lnTo>
                    <a:close/>
                    <a:moveTo>
                      <a:pt x="65" y="51"/>
                    </a:moveTo>
                    <a:cubicBezTo>
                      <a:pt x="60" y="58"/>
                      <a:pt x="60" y="58"/>
                      <a:pt x="60" y="58"/>
                    </a:cubicBezTo>
                    <a:cubicBezTo>
                      <a:pt x="58" y="62"/>
                      <a:pt x="58" y="62"/>
                      <a:pt x="58" y="62"/>
                    </a:cubicBezTo>
                    <a:cubicBezTo>
                      <a:pt x="58" y="54"/>
                      <a:pt x="58" y="47"/>
                      <a:pt x="57" y="39"/>
                    </a:cubicBezTo>
                    <a:cubicBezTo>
                      <a:pt x="66" y="49"/>
                      <a:pt x="66" y="49"/>
                      <a:pt x="66" y="49"/>
                    </a:cubicBezTo>
                    <a:lnTo>
                      <a:pt x="65" y="51"/>
                    </a:lnTo>
                    <a:close/>
                  </a:path>
                </a:pathLst>
              </a:custGeom>
              <a:solidFill>
                <a:schemeClr val="bg1">
                  <a:lumMod val="95000"/>
                </a:schemeClr>
              </a:solidFill>
              <a:ln>
                <a:noFill/>
              </a:ln>
            </p:spPr>
            <p:txBody>
              <a:bodyPr vert="horz" wrap="square" lIns="91440" tIns="45720" rIns="91440" bIns="45720" numCol="1" anchor="t" anchorCtr="0" compatLnSpc="1">
                <a:prstTxWarp prst="textNoShape">
                  <a:avLst/>
                </a:prstTxWarp>
              </a:bodyPr>
              <a:lstStyle/>
              <a:p>
                <a:endParaRPr lang="en-US" sz="2000" b="1">
                  <a:solidFill>
                    <a:schemeClr val="tx1">
                      <a:lumMod val="85000"/>
                      <a:lumOff val="15000"/>
                    </a:schemeClr>
                  </a:solidFill>
                  <a:cs typeface="+mn-ea"/>
                  <a:sym typeface="+mn-lt"/>
                </a:endParaRPr>
              </a:p>
            </p:txBody>
          </p:sp>
          <p:sp>
            <p:nvSpPr>
              <p:cNvPr id="10" name="Freeform 94">
                <a:extLst>
                  <a:ext uri="{FF2B5EF4-FFF2-40B4-BE49-F238E27FC236}">
                    <a16:creationId xmlns:a16="http://schemas.microsoft.com/office/drawing/2014/main" id="{A7B38728-C2D7-4602-A565-DCC4C6845E52}"/>
                  </a:ext>
                </a:extLst>
              </p:cNvPr>
              <p:cNvSpPr>
                <a:spLocks/>
              </p:cNvSpPr>
              <p:nvPr/>
            </p:nvSpPr>
            <p:spPr bwMode="auto">
              <a:xfrm>
                <a:off x="3759066" y="1998306"/>
                <a:ext cx="169860" cy="19334"/>
              </a:xfrm>
              <a:custGeom>
                <a:avLst/>
                <a:gdLst>
                  <a:gd name="T0" fmla="*/ 58 w 62"/>
                  <a:gd name="T1" fmla="*/ 7 h 7"/>
                  <a:gd name="T2" fmla="*/ 4 w 62"/>
                  <a:gd name="T3" fmla="*/ 7 h 7"/>
                  <a:gd name="T4" fmla="*/ 0 w 62"/>
                  <a:gd name="T5" fmla="*/ 4 h 7"/>
                  <a:gd name="T6" fmla="*/ 4 w 62"/>
                  <a:gd name="T7" fmla="*/ 0 h 7"/>
                  <a:gd name="T8" fmla="*/ 58 w 62"/>
                  <a:gd name="T9" fmla="*/ 0 h 7"/>
                  <a:gd name="T10" fmla="*/ 62 w 62"/>
                  <a:gd name="T11" fmla="*/ 4 h 7"/>
                  <a:gd name="T12" fmla="*/ 58 w 62"/>
                  <a:gd name="T13" fmla="*/ 7 h 7"/>
                </a:gdLst>
                <a:ahLst/>
                <a:cxnLst>
                  <a:cxn ang="0">
                    <a:pos x="T0" y="T1"/>
                  </a:cxn>
                  <a:cxn ang="0">
                    <a:pos x="T2" y="T3"/>
                  </a:cxn>
                  <a:cxn ang="0">
                    <a:pos x="T4" y="T5"/>
                  </a:cxn>
                  <a:cxn ang="0">
                    <a:pos x="T6" y="T7"/>
                  </a:cxn>
                  <a:cxn ang="0">
                    <a:pos x="T8" y="T9"/>
                  </a:cxn>
                  <a:cxn ang="0">
                    <a:pos x="T10" y="T11"/>
                  </a:cxn>
                  <a:cxn ang="0">
                    <a:pos x="T12" y="T13"/>
                  </a:cxn>
                </a:cxnLst>
                <a:rect l="0" t="0" r="r" b="b"/>
                <a:pathLst>
                  <a:path w="62" h="7">
                    <a:moveTo>
                      <a:pt x="58" y="7"/>
                    </a:moveTo>
                    <a:cubicBezTo>
                      <a:pt x="4" y="7"/>
                      <a:pt x="4" y="7"/>
                      <a:pt x="4" y="7"/>
                    </a:cubicBezTo>
                    <a:cubicBezTo>
                      <a:pt x="2" y="7"/>
                      <a:pt x="0" y="6"/>
                      <a:pt x="0" y="4"/>
                    </a:cubicBezTo>
                    <a:cubicBezTo>
                      <a:pt x="0" y="2"/>
                      <a:pt x="2" y="0"/>
                      <a:pt x="4" y="0"/>
                    </a:cubicBezTo>
                    <a:cubicBezTo>
                      <a:pt x="58" y="0"/>
                      <a:pt x="58" y="0"/>
                      <a:pt x="58" y="0"/>
                    </a:cubicBezTo>
                    <a:cubicBezTo>
                      <a:pt x="61" y="0"/>
                      <a:pt x="62" y="2"/>
                      <a:pt x="62" y="4"/>
                    </a:cubicBezTo>
                    <a:cubicBezTo>
                      <a:pt x="62" y="6"/>
                      <a:pt x="61" y="7"/>
                      <a:pt x="58" y="7"/>
                    </a:cubicBezTo>
                    <a:close/>
                  </a:path>
                </a:pathLst>
              </a:custGeom>
              <a:solidFill>
                <a:schemeClr val="bg1">
                  <a:lumMod val="95000"/>
                </a:schemeClr>
              </a:solidFill>
              <a:ln>
                <a:noFill/>
              </a:ln>
            </p:spPr>
            <p:txBody>
              <a:bodyPr vert="horz" wrap="square" lIns="91440" tIns="45720" rIns="91440" bIns="45720" numCol="1" anchor="t" anchorCtr="0" compatLnSpc="1">
                <a:prstTxWarp prst="textNoShape">
                  <a:avLst/>
                </a:prstTxWarp>
              </a:bodyPr>
              <a:lstStyle/>
              <a:p>
                <a:endParaRPr lang="en-US" sz="2000" b="1">
                  <a:solidFill>
                    <a:schemeClr val="tx1">
                      <a:lumMod val="85000"/>
                      <a:lumOff val="15000"/>
                    </a:schemeClr>
                  </a:solidFill>
                  <a:cs typeface="+mn-ea"/>
                  <a:sym typeface="+mn-lt"/>
                </a:endParaRPr>
              </a:p>
            </p:txBody>
          </p:sp>
          <p:sp>
            <p:nvSpPr>
              <p:cNvPr id="11" name="Freeform 95">
                <a:extLst>
                  <a:ext uri="{FF2B5EF4-FFF2-40B4-BE49-F238E27FC236}">
                    <a16:creationId xmlns:a16="http://schemas.microsoft.com/office/drawing/2014/main" id="{9A306980-81E4-4E2C-901F-8C7C4DC016F7}"/>
                  </a:ext>
                </a:extLst>
              </p:cNvPr>
              <p:cNvSpPr>
                <a:spLocks/>
              </p:cNvSpPr>
              <p:nvPr/>
            </p:nvSpPr>
            <p:spPr bwMode="auto">
              <a:xfrm>
                <a:off x="3759066" y="2042498"/>
                <a:ext cx="169860" cy="19334"/>
              </a:xfrm>
              <a:custGeom>
                <a:avLst/>
                <a:gdLst>
                  <a:gd name="T0" fmla="*/ 58 w 62"/>
                  <a:gd name="T1" fmla="*/ 7 h 7"/>
                  <a:gd name="T2" fmla="*/ 4 w 62"/>
                  <a:gd name="T3" fmla="*/ 7 h 7"/>
                  <a:gd name="T4" fmla="*/ 0 w 62"/>
                  <a:gd name="T5" fmla="*/ 4 h 7"/>
                  <a:gd name="T6" fmla="*/ 4 w 62"/>
                  <a:gd name="T7" fmla="*/ 0 h 7"/>
                  <a:gd name="T8" fmla="*/ 58 w 62"/>
                  <a:gd name="T9" fmla="*/ 0 h 7"/>
                  <a:gd name="T10" fmla="*/ 62 w 62"/>
                  <a:gd name="T11" fmla="*/ 4 h 7"/>
                  <a:gd name="T12" fmla="*/ 58 w 62"/>
                  <a:gd name="T13" fmla="*/ 7 h 7"/>
                </a:gdLst>
                <a:ahLst/>
                <a:cxnLst>
                  <a:cxn ang="0">
                    <a:pos x="T0" y="T1"/>
                  </a:cxn>
                  <a:cxn ang="0">
                    <a:pos x="T2" y="T3"/>
                  </a:cxn>
                  <a:cxn ang="0">
                    <a:pos x="T4" y="T5"/>
                  </a:cxn>
                  <a:cxn ang="0">
                    <a:pos x="T6" y="T7"/>
                  </a:cxn>
                  <a:cxn ang="0">
                    <a:pos x="T8" y="T9"/>
                  </a:cxn>
                  <a:cxn ang="0">
                    <a:pos x="T10" y="T11"/>
                  </a:cxn>
                  <a:cxn ang="0">
                    <a:pos x="T12" y="T13"/>
                  </a:cxn>
                </a:cxnLst>
                <a:rect l="0" t="0" r="r" b="b"/>
                <a:pathLst>
                  <a:path w="62" h="7">
                    <a:moveTo>
                      <a:pt x="58" y="7"/>
                    </a:moveTo>
                    <a:cubicBezTo>
                      <a:pt x="4" y="7"/>
                      <a:pt x="4" y="7"/>
                      <a:pt x="4" y="7"/>
                    </a:cubicBezTo>
                    <a:cubicBezTo>
                      <a:pt x="2" y="7"/>
                      <a:pt x="0" y="6"/>
                      <a:pt x="0" y="4"/>
                    </a:cubicBezTo>
                    <a:cubicBezTo>
                      <a:pt x="0" y="1"/>
                      <a:pt x="2" y="0"/>
                      <a:pt x="4" y="0"/>
                    </a:cubicBezTo>
                    <a:cubicBezTo>
                      <a:pt x="58" y="0"/>
                      <a:pt x="58" y="0"/>
                      <a:pt x="58" y="0"/>
                    </a:cubicBezTo>
                    <a:cubicBezTo>
                      <a:pt x="61" y="0"/>
                      <a:pt x="62" y="1"/>
                      <a:pt x="62" y="4"/>
                    </a:cubicBezTo>
                    <a:cubicBezTo>
                      <a:pt x="62" y="6"/>
                      <a:pt x="61" y="7"/>
                      <a:pt x="58" y="7"/>
                    </a:cubicBezTo>
                    <a:close/>
                  </a:path>
                </a:pathLst>
              </a:custGeom>
              <a:solidFill>
                <a:schemeClr val="bg1">
                  <a:lumMod val="95000"/>
                </a:schemeClr>
              </a:solidFill>
              <a:ln>
                <a:noFill/>
              </a:ln>
            </p:spPr>
            <p:txBody>
              <a:bodyPr vert="horz" wrap="square" lIns="91440" tIns="45720" rIns="91440" bIns="45720" numCol="1" anchor="t" anchorCtr="0" compatLnSpc="1">
                <a:prstTxWarp prst="textNoShape">
                  <a:avLst/>
                </a:prstTxWarp>
              </a:bodyPr>
              <a:lstStyle/>
              <a:p>
                <a:endParaRPr lang="en-US" sz="2000" b="1">
                  <a:solidFill>
                    <a:schemeClr val="tx1">
                      <a:lumMod val="85000"/>
                      <a:lumOff val="15000"/>
                    </a:schemeClr>
                  </a:solidFill>
                  <a:cs typeface="+mn-ea"/>
                  <a:sym typeface="+mn-lt"/>
                </a:endParaRPr>
              </a:p>
            </p:txBody>
          </p:sp>
          <p:sp>
            <p:nvSpPr>
              <p:cNvPr id="12" name="Freeform 96">
                <a:extLst>
                  <a:ext uri="{FF2B5EF4-FFF2-40B4-BE49-F238E27FC236}">
                    <a16:creationId xmlns:a16="http://schemas.microsoft.com/office/drawing/2014/main" id="{543180B0-8E15-49D0-BDDB-AF73D0905DA8}"/>
                  </a:ext>
                </a:extLst>
              </p:cNvPr>
              <p:cNvSpPr>
                <a:spLocks/>
              </p:cNvSpPr>
              <p:nvPr/>
            </p:nvSpPr>
            <p:spPr bwMode="auto">
              <a:xfrm>
                <a:off x="3759066" y="2086689"/>
                <a:ext cx="169860" cy="19334"/>
              </a:xfrm>
              <a:custGeom>
                <a:avLst/>
                <a:gdLst>
                  <a:gd name="T0" fmla="*/ 58 w 62"/>
                  <a:gd name="T1" fmla="*/ 7 h 7"/>
                  <a:gd name="T2" fmla="*/ 4 w 62"/>
                  <a:gd name="T3" fmla="*/ 7 h 7"/>
                  <a:gd name="T4" fmla="*/ 0 w 62"/>
                  <a:gd name="T5" fmla="*/ 3 h 7"/>
                  <a:gd name="T6" fmla="*/ 4 w 62"/>
                  <a:gd name="T7" fmla="*/ 0 h 7"/>
                  <a:gd name="T8" fmla="*/ 58 w 62"/>
                  <a:gd name="T9" fmla="*/ 0 h 7"/>
                  <a:gd name="T10" fmla="*/ 62 w 62"/>
                  <a:gd name="T11" fmla="*/ 3 h 7"/>
                  <a:gd name="T12" fmla="*/ 58 w 62"/>
                  <a:gd name="T13" fmla="*/ 7 h 7"/>
                </a:gdLst>
                <a:ahLst/>
                <a:cxnLst>
                  <a:cxn ang="0">
                    <a:pos x="T0" y="T1"/>
                  </a:cxn>
                  <a:cxn ang="0">
                    <a:pos x="T2" y="T3"/>
                  </a:cxn>
                  <a:cxn ang="0">
                    <a:pos x="T4" y="T5"/>
                  </a:cxn>
                  <a:cxn ang="0">
                    <a:pos x="T6" y="T7"/>
                  </a:cxn>
                  <a:cxn ang="0">
                    <a:pos x="T8" y="T9"/>
                  </a:cxn>
                  <a:cxn ang="0">
                    <a:pos x="T10" y="T11"/>
                  </a:cxn>
                  <a:cxn ang="0">
                    <a:pos x="T12" y="T13"/>
                  </a:cxn>
                </a:cxnLst>
                <a:rect l="0" t="0" r="r" b="b"/>
                <a:pathLst>
                  <a:path w="62" h="7">
                    <a:moveTo>
                      <a:pt x="58" y="7"/>
                    </a:moveTo>
                    <a:cubicBezTo>
                      <a:pt x="4" y="7"/>
                      <a:pt x="4" y="7"/>
                      <a:pt x="4" y="7"/>
                    </a:cubicBezTo>
                    <a:cubicBezTo>
                      <a:pt x="2" y="7"/>
                      <a:pt x="0" y="5"/>
                      <a:pt x="0" y="3"/>
                    </a:cubicBezTo>
                    <a:cubicBezTo>
                      <a:pt x="0" y="1"/>
                      <a:pt x="2" y="0"/>
                      <a:pt x="4" y="0"/>
                    </a:cubicBezTo>
                    <a:cubicBezTo>
                      <a:pt x="58" y="0"/>
                      <a:pt x="58" y="0"/>
                      <a:pt x="58" y="0"/>
                    </a:cubicBezTo>
                    <a:cubicBezTo>
                      <a:pt x="61" y="0"/>
                      <a:pt x="62" y="1"/>
                      <a:pt x="62" y="3"/>
                    </a:cubicBezTo>
                    <a:cubicBezTo>
                      <a:pt x="62" y="5"/>
                      <a:pt x="61" y="7"/>
                      <a:pt x="58" y="7"/>
                    </a:cubicBezTo>
                    <a:close/>
                  </a:path>
                </a:pathLst>
              </a:custGeom>
              <a:solidFill>
                <a:schemeClr val="bg1">
                  <a:lumMod val="95000"/>
                </a:schemeClr>
              </a:solidFill>
              <a:ln>
                <a:noFill/>
              </a:ln>
            </p:spPr>
            <p:txBody>
              <a:bodyPr vert="horz" wrap="square" lIns="91440" tIns="45720" rIns="91440" bIns="45720" numCol="1" anchor="t" anchorCtr="0" compatLnSpc="1">
                <a:prstTxWarp prst="textNoShape">
                  <a:avLst/>
                </a:prstTxWarp>
              </a:bodyPr>
              <a:lstStyle/>
              <a:p>
                <a:endParaRPr lang="en-US" sz="2000" b="1">
                  <a:solidFill>
                    <a:schemeClr val="tx1">
                      <a:lumMod val="85000"/>
                      <a:lumOff val="15000"/>
                    </a:schemeClr>
                  </a:solidFill>
                  <a:cs typeface="+mn-ea"/>
                  <a:sym typeface="+mn-lt"/>
                </a:endParaRPr>
              </a:p>
            </p:txBody>
          </p:sp>
          <p:sp>
            <p:nvSpPr>
              <p:cNvPr id="13" name="Freeform 97">
                <a:extLst>
                  <a:ext uri="{FF2B5EF4-FFF2-40B4-BE49-F238E27FC236}">
                    <a16:creationId xmlns:a16="http://schemas.microsoft.com/office/drawing/2014/main" id="{47221402-BDD7-4635-863A-8100F1249A52}"/>
                  </a:ext>
                </a:extLst>
              </p:cNvPr>
              <p:cNvSpPr>
                <a:spLocks/>
              </p:cNvSpPr>
              <p:nvPr/>
            </p:nvSpPr>
            <p:spPr bwMode="auto">
              <a:xfrm>
                <a:off x="3759066" y="2130880"/>
                <a:ext cx="169860" cy="17953"/>
              </a:xfrm>
              <a:custGeom>
                <a:avLst/>
                <a:gdLst>
                  <a:gd name="T0" fmla="*/ 58 w 62"/>
                  <a:gd name="T1" fmla="*/ 7 h 7"/>
                  <a:gd name="T2" fmla="*/ 4 w 62"/>
                  <a:gd name="T3" fmla="*/ 7 h 7"/>
                  <a:gd name="T4" fmla="*/ 0 w 62"/>
                  <a:gd name="T5" fmla="*/ 3 h 7"/>
                  <a:gd name="T6" fmla="*/ 4 w 62"/>
                  <a:gd name="T7" fmla="*/ 0 h 7"/>
                  <a:gd name="T8" fmla="*/ 58 w 62"/>
                  <a:gd name="T9" fmla="*/ 0 h 7"/>
                  <a:gd name="T10" fmla="*/ 62 w 62"/>
                  <a:gd name="T11" fmla="*/ 3 h 7"/>
                  <a:gd name="T12" fmla="*/ 58 w 62"/>
                  <a:gd name="T13" fmla="*/ 7 h 7"/>
                </a:gdLst>
                <a:ahLst/>
                <a:cxnLst>
                  <a:cxn ang="0">
                    <a:pos x="T0" y="T1"/>
                  </a:cxn>
                  <a:cxn ang="0">
                    <a:pos x="T2" y="T3"/>
                  </a:cxn>
                  <a:cxn ang="0">
                    <a:pos x="T4" y="T5"/>
                  </a:cxn>
                  <a:cxn ang="0">
                    <a:pos x="T6" y="T7"/>
                  </a:cxn>
                  <a:cxn ang="0">
                    <a:pos x="T8" y="T9"/>
                  </a:cxn>
                  <a:cxn ang="0">
                    <a:pos x="T10" y="T11"/>
                  </a:cxn>
                  <a:cxn ang="0">
                    <a:pos x="T12" y="T13"/>
                  </a:cxn>
                </a:cxnLst>
                <a:rect l="0" t="0" r="r" b="b"/>
                <a:pathLst>
                  <a:path w="62" h="7">
                    <a:moveTo>
                      <a:pt x="58" y="7"/>
                    </a:moveTo>
                    <a:cubicBezTo>
                      <a:pt x="4" y="7"/>
                      <a:pt x="4" y="7"/>
                      <a:pt x="4" y="7"/>
                    </a:cubicBezTo>
                    <a:cubicBezTo>
                      <a:pt x="2" y="7"/>
                      <a:pt x="0" y="5"/>
                      <a:pt x="0" y="3"/>
                    </a:cubicBezTo>
                    <a:cubicBezTo>
                      <a:pt x="0" y="1"/>
                      <a:pt x="2" y="0"/>
                      <a:pt x="4" y="0"/>
                    </a:cubicBezTo>
                    <a:cubicBezTo>
                      <a:pt x="58" y="0"/>
                      <a:pt x="58" y="0"/>
                      <a:pt x="58" y="0"/>
                    </a:cubicBezTo>
                    <a:cubicBezTo>
                      <a:pt x="61" y="0"/>
                      <a:pt x="62" y="1"/>
                      <a:pt x="62" y="3"/>
                    </a:cubicBezTo>
                    <a:cubicBezTo>
                      <a:pt x="62" y="5"/>
                      <a:pt x="61" y="7"/>
                      <a:pt x="58" y="7"/>
                    </a:cubicBezTo>
                    <a:close/>
                  </a:path>
                </a:pathLst>
              </a:custGeom>
              <a:solidFill>
                <a:schemeClr val="bg1">
                  <a:lumMod val="95000"/>
                </a:schemeClr>
              </a:solidFill>
              <a:ln>
                <a:noFill/>
              </a:ln>
            </p:spPr>
            <p:txBody>
              <a:bodyPr vert="horz" wrap="square" lIns="91440" tIns="45720" rIns="91440" bIns="45720" numCol="1" anchor="t" anchorCtr="0" compatLnSpc="1">
                <a:prstTxWarp prst="textNoShape">
                  <a:avLst/>
                </a:prstTxWarp>
              </a:bodyPr>
              <a:lstStyle/>
              <a:p>
                <a:endParaRPr lang="en-US" sz="2000" b="1">
                  <a:solidFill>
                    <a:schemeClr val="tx1">
                      <a:lumMod val="85000"/>
                      <a:lumOff val="15000"/>
                    </a:schemeClr>
                  </a:solidFill>
                  <a:cs typeface="+mn-ea"/>
                  <a:sym typeface="+mn-lt"/>
                </a:endParaRPr>
              </a:p>
            </p:txBody>
          </p:sp>
          <p:sp>
            <p:nvSpPr>
              <p:cNvPr id="14" name="Freeform 98">
                <a:extLst>
                  <a:ext uri="{FF2B5EF4-FFF2-40B4-BE49-F238E27FC236}">
                    <a16:creationId xmlns:a16="http://schemas.microsoft.com/office/drawing/2014/main" id="{527DB898-49D8-410D-8FCA-05F45B07FC9E}"/>
                  </a:ext>
                </a:extLst>
              </p:cNvPr>
              <p:cNvSpPr>
                <a:spLocks noEditPoints="1"/>
              </p:cNvSpPr>
              <p:nvPr/>
            </p:nvSpPr>
            <p:spPr bwMode="auto">
              <a:xfrm>
                <a:off x="3714875" y="1883685"/>
                <a:ext cx="269291" cy="336959"/>
              </a:xfrm>
              <a:custGeom>
                <a:avLst/>
                <a:gdLst>
                  <a:gd name="T0" fmla="*/ 93 w 98"/>
                  <a:gd name="T1" fmla="*/ 0 h 123"/>
                  <a:gd name="T2" fmla="*/ 27 w 98"/>
                  <a:gd name="T3" fmla="*/ 0 h 123"/>
                  <a:gd name="T4" fmla="*/ 24 w 98"/>
                  <a:gd name="T5" fmla="*/ 2 h 123"/>
                  <a:gd name="T6" fmla="*/ 1 w 98"/>
                  <a:gd name="T7" fmla="*/ 24 h 123"/>
                  <a:gd name="T8" fmla="*/ 0 w 98"/>
                  <a:gd name="T9" fmla="*/ 27 h 123"/>
                  <a:gd name="T10" fmla="*/ 0 w 98"/>
                  <a:gd name="T11" fmla="*/ 118 h 123"/>
                  <a:gd name="T12" fmla="*/ 5 w 98"/>
                  <a:gd name="T13" fmla="*/ 123 h 123"/>
                  <a:gd name="T14" fmla="*/ 93 w 98"/>
                  <a:gd name="T15" fmla="*/ 123 h 123"/>
                  <a:gd name="T16" fmla="*/ 98 w 98"/>
                  <a:gd name="T17" fmla="*/ 118 h 123"/>
                  <a:gd name="T18" fmla="*/ 98 w 98"/>
                  <a:gd name="T19" fmla="*/ 5 h 123"/>
                  <a:gd name="T20" fmla="*/ 93 w 98"/>
                  <a:gd name="T21" fmla="*/ 0 h 123"/>
                  <a:gd name="T22" fmla="*/ 24 w 98"/>
                  <a:gd name="T23" fmla="*/ 15 h 123"/>
                  <a:gd name="T24" fmla="*/ 24 w 98"/>
                  <a:gd name="T25" fmla="*/ 23 h 123"/>
                  <a:gd name="T26" fmla="*/ 16 w 98"/>
                  <a:gd name="T27" fmla="*/ 23 h 123"/>
                  <a:gd name="T28" fmla="*/ 24 w 98"/>
                  <a:gd name="T29" fmla="*/ 15 h 123"/>
                  <a:gd name="T30" fmla="*/ 88 w 98"/>
                  <a:gd name="T31" fmla="*/ 113 h 123"/>
                  <a:gd name="T32" fmla="*/ 10 w 98"/>
                  <a:gd name="T33" fmla="*/ 113 h 123"/>
                  <a:gd name="T34" fmla="*/ 10 w 98"/>
                  <a:gd name="T35" fmla="*/ 31 h 123"/>
                  <a:gd name="T36" fmla="*/ 28 w 98"/>
                  <a:gd name="T37" fmla="*/ 31 h 123"/>
                  <a:gd name="T38" fmla="*/ 32 w 98"/>
                  <a:gd name="T39" fmla="*/ 27 h 123"/>
                  <a:gd name="T40" fmla="*/ 32 w 98"/>
                  <a:gd name="T41" fmla="*/ 10 h 123"/>
                  <a:gd name="T42" fmla="*/ 88 w 98"/>
                  <a:gd name="T43" fmla="*/ 10 h 123"/>
                  <a:gd name="T44" fmla="*/ 88 w 98"/>
                  <a:gd name="T45" fmla="*/ 113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98" h="123">
                    <a:moveTo>
                      <a:pt x="93" y="0"/>
                    </a:moveTo>
                    <a:cubicBezTo>
                      <a:pt x="27" y="0"/>
                      <a:pt x="27" y="0"/>
                      <a:pt x="27" y="0"/>
                    </a:cubicBezTo>
                    <a:cubicBezTo>
                      <a:pt x="26" y="0"/>
                      <a:pt x="25" y="1"/>
                      <a:pt x="24" y="2"/>
                    </a:cubicBezTo>
                    <a:cubicBezTo>
                      <a:pt x="1" y="24"/>
                      <a:pt x="1" y="24"/>
                      <a:pt x="1" y="24"/>
                    </a:cubicBezTo>
                    <a:cubicBezTo>
                      <a:pt x="0" y="25"/>
                      <a:pt x="0" y="26"/>
                      <a:pt x="0" y="27"/>
                    </a:cubicBezTo>
                    <a:cubicBezTo>
                      <a:pt x="0" y="118"/>
                      <a:pt x="0" y="118"/>
                      <a:pt x="0" y="118"/>
                    </a:cubicBezTo>
                    <a:cubicBezTo>
                      <a:pt x="0" y="121"/>
                      <a:pt x="2" y="123"/>
                      <a:pt x="5" y="123"/>
                    </a:cubicBezTo>
                    <a:cubicBezTo>
                      <a:pt x="93" y="123"/>
                      <a:pt x="93" y="123"/>
                      <a:pt x="93" y="123"/>
                    </a:cubicBezTo>
                    <a:cubicBezTo>
                      <a:pt x="95" y="123"/>
                      <a:pt x="98" y="121"/>
                      <a:pt x="98" y="118"/>
                    </a:cubicBezTo>
                    <a:cubicBezTo>
                      <a:pt x="98" y="5"/>
                      <a:pt x="98" y="5"/>
                      <a:pt x="98" y="5"/>
                    </a:cubicBezTo>
                    <a:cubicBezTo>
                      <a:pt x="98" y="3"/>
                      <a:pt x="95" y="0"/>
                      <a:pt x="93" y="0"/>
                    </a:cubicBezTo>
                    <a:close/>
                    <a:moveTo>
                      <a:pt x="24" y="15"/>
                    </a:moveTo>
                    <a:cubicBezTo>
                      <a:pt x="24" y="23"/>
                      <a:pt x="24" y="23"/>
                      <a:pt x="24" y="23"/>
                    </a:cubicBezTo>
                    <a:cubicBezTo>
                      <a:pt x="16" y="23"/>
                      <a:pt x="16" y="23"/>
                      <a:pt x="16" y="23"/>
                    </a:cubicBezTo>
                    <a:lnTo>
                      <a:pt x="24" y="15"/>
                    </a:lnTo>
                    <a:close/>
                    <a:moveTo>
                      <a:pt x="88" y="113"/>
                    </a:moveTo>
                    <a:cubicBezTo>
                      <a:pt x="10" y="113"/>
                      <a:pt x="10" y="113"/>
                      <a:pt x="10" y="113"/>
                    </a:cubicBezTo>
                    <a:cubicBezTo>
                      <a:pt x="10" y="31"/>
                      <a:pt x="10" y="31"/>
                      <a:pt x="10" y="31"/>
                    </a:cubicBezTo>
                    <a:cubicBezTo>
                      <a:pt x="28" y="31"/>
                      <a:pt x="28" y="31"/>
                      <a:pt x="28" y="31"/>
                    </a:cubicBezTo>
                    <a:cubicBezTo>
                      <a:pt x="30" y="31"/>
                      <a:pt x="32" y="29"/>
                      <a:pt x="32" y="27"/>
                    </a:cubicBezTo>
                    <a:cubicBezTo>
                      <a:pt x="32" y="10"/>
                      <a:pt x="32" y="10"/>
                      <a:pt x="32" y="10"/>
                    </a:cubicBezTo>
                    <a:cubicBezTo>
                      <a:pt x="88" y="10"/>
                      <a:pt x="88" y="10"/>
                      <a:pt x="88" y="10"/>
                    </a:cubicBezTo>
                    <a:lnTo>
                      <a:pt x="88" y="113"/>
                    </a:lnTo>
                    <a:close/>
                  </a:path>
                </a:pathLst>
              </a:custGeom>
              <a:solidFill>
                <a:schemeClr val="bg1">
                  <a:lumMod val="95000"/>
                </a:schemeClr>
              </a:solidFill>
              <a:ln>
                <a:noFill/>
              </a:ln>
            </p:spPr>
            <p:txBody>
              <a:bodyPr vert="horz" wrap="square" lIns="91440" tIns="45720" rIns="91440" bIns="45720" numCol="1" anchor="t" anchorCtr="0" compatLnSpc="1">
                <a:prstTxWarp prst="textNoShape">
                  <a:avLst/>
                </a:prstTxWarp>
              </a:bodyPr>
              <a:lstStyle/>
              <a:p>
                <a:endParaRPr lang="en-US" sz="2000" b="1">
                  <a:solidFill>
                    <a:schemeClr val="tx1">
                      <a:lumMod val="85000"/>
                      <a:lumOff val="15000"/>
                    </a:schemeClr>
                  </a:solidFill>
                  <a:cs typeface="+mn-ea"/>
                  <a:sym typeface="+mn-lt"/>
                </a:endParaRPr>
              </a:p>
            </p:txBody>
          </p:sp>
        </p:grpSp>
      </p:grpSp>
      <p:grpSp>
        <p:nvGrpSpPr>
          <p:cNvPr id="15" name="组合 14">
            <a:extLst>
              <a:ext uri="{FF2B5EF4-FFF2-40B4-BE49-F238E27FC236}">
                <a16:creationId xmlns:a16="http://schemas.microsoft.com/office/drawing/2014/main" id="{A0759A7B-E1ED-4F42-B313-10EBEC3D6C1B}"/>
              </a:ext>
            </a:extLst>
          </p:cNvPr>
          <p:cNvGrpSpPr/>
          <p:nvPr/>
        </p:nvGrpSpPr>
        <p:grpSpPr>
          <a:xfrm>
            <a:off x="943429" y="3377192"/>
            <a:ext cx="10309654" cy="1364343"/>
            <a:chOff x="943429" y="3296507"/>
            <a:chExt cx="10309654" cy="1364343"/>
          </a:xfrm>
        </p:grpSpPr>
        <p:sp>
          <p:nvSpPr>
            <p:cNvPr id="16" name="圆角矩形 19">
              <a:extLst>
                <a:ext uri="{FF2B5EF4-FFF2-40B4-BE49-F238E27FC236}">
                  <a16:creationId xmlns:a16="http://schemas.microsoft.com/office/drawing/2014/main" id="{6B7C7E1C-3C9A-4040-A13E-33006A6EE8E4}"/>
                </a:ext>
              </a:extLst>
            </p:cNvPr>
            <p:cNvSpPr/>
            <p:nvPr/>
          </p:nvSpPr>
          <p:spPr>
            <a:xfrm>
              <a:off x="943429" y="3296507"/>
              <a:ext cx="9844020" cy="1364343"/>
            </a:xfrm>
            <a:prstGeom prst="round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a:solidFill>
                  <a:schemeClr val="tx1">
                    <a:lumMod val="85000"/>
                    <a:lumOff val="15000"/>
                  </a:schemeClr>
                </a:solidFill>
                <a:cs typeface="+mn-ea"/>
                <a:sym typeface="+mn-lt"/>
              </a:endParaRPr>
            </a:p>
          </p:txBody>
        </p:sp>
        <p:sp>
          <p:nvSpPr>
            <p:cNvPr id="17" name="五边形 20">
              <a:extLst>
                <a:ext uri="{FF2B5EF4-FFF2-40B4-BE49-F238E27FC236}">
                  <a16:creationId xmlns:a16="http://schemas.microsoft.com/office/drawing/2014/main" id="{F0224620-C97D-4009-8BDD-897CADEE471F}"/>
                </a:ext>
              </a:extLst>
            </p:cNvPr>
            <p:cNvSpPr/>
            <p:nvPr/>
          </p:nvSpPr>
          <p:spPr>
            <a:xfrm>
              <a:off x="9830683" y="3605660"/>
              <a:ext cx="1422400" cy="746036"/>
            </a:xfrm>
            <a:prstGeom prst="homePlate">
              <a:avLst>
                <a:gd name="adj" fmla="val 31490"/>
              </a:avLst>
            </a:prstGeom>
            <a:solidFill>
              <a:srgbClr val="CF3B4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144000" rIns="216000" bIns="108000" rtlCol="0" anchor="ctr"/>
            <a:lstStyle/>
            <a:p>
              <a:pPr algn="ctr"/>
              <a:r>
                <a:rPr lang="en-US" altLang="zh-CN" sz="4400" b="1" dirty="0">
                  <a:solidFill>
                    <a:schemeClr val="bg1"/>
                  </a:solidFill>
                  <a:cs typeface="+mn-ea"/>
                  <a:sym typeface="+mn-lt"/>
                </a:rPr>
                <a:t>02</a:t>
              </a:r>
              <a:endParaRPr lang="zh-CN" altLang="en-US" sz="4400" b="1" dirty="0">
                <a:solidFill>
                  <a:schemeClr val="bg1"/>
                </a:solidFill>
                <a:cs typeface="+mn-ea"/>
                <a:sym typeface="+mn-lt"/>
              </a:endParaRPr>
            </a:p>
          </p:txBody>
        </p:sp>
        <p:sp>
          <p:nvSpPr>
            <p:cNvPr id="18" name="TextBox 33">
              <a:extLst>
                <a:ext uri="{FF2B5EF4-FFF2-40B4-BE49-F238E27FC236}">
                  <a16:creationId xmlns:a16="http://schemas.microsoft.com/office/drawing/2014/main" id="{6624E149-C149-4CBD-9870-62BE77751B77}"/>
                </a:ext>
              </a:extLst>
            </p:cNvPr>
            <p:cNvSpPr txBox="1"/>
            <p:nvPr/>
          </p:nvSpPr>
          <p:spPr>
            <a:xfrm>
              <a:off x="3079313" y="3701679"/>
              <a:ext cx="5977601" cy="608243"/>
            </a:xfrm>
            <a:prstGeom prst="rect">
              <a:avLst/>
            </a:prstGeom>
            <a:noFill/>
          </p:spPr>
          <p:txBody>
            <a:bodyPr wrap="square" lIns="0" tIns="0" rIns="0" bIns="0" rtlCol="0">
              <a:spAutoFit/>
            </a:bodyPr>
            <a:lstStyle/>
            <a:p>
              <a:pPr>
                <a:lnSpc>
                  <a:spcPct val="150000"/>
                </a:lnSpc>
              </a:pPr>
              <a:r>
                <a:rPr lang="zh-CN" altLang="en-US" sz="1400" b="1" dirty="0">
                  <a:solidFill>
                    <a:srgbClr val="555555"/>
                  </a:solidFill>
                  <a:cs typeface="+mn-ea"/>
                  <a:sym typeface="+mn-lt"/>
                </a:rPr>
                <a:t>探索 </a:t>
              </a:r>
              <a:r>
                <a:rPr lang="en-US" altLang="zh-CN" sz="1400" b="1" dirty="0">
                  <a:solidFill>
                    <a:srgbClr val="555555"/>
                  </a:solidFill>
                  <a:cs typeface="+mn-ea"/>
                  <a:sym typeface="+mn-lt"/>
                </a:rPr>
                <a:t>Transformer </a:t>
              </a:r>
              <a:r>
                <a:rPr lang="zh-CN" altLang="en-US" sz="1400" b="1" dirty="0">
                  <a:solidFill>
                    <a:srgbClr val="555555"/>
                  </a:solidFill>
                  <a:cs typeface="+mn-ea"/>
                  <a:sym typeface="+mn-lt"/>
                </a:rPr>
                <a:t>与 </a:t>
              </a:r>
              <a:r>
                <a:rPr lang="en-US" altLang="zh-CN" sz="1400" b="1" dirty="0">
                  <a:solidFill>
                    <a:srgbClr val="555555"/>
                  </a:solidFill>
                  <a:cs typeface="+mn-ea"/>
                  <a:sym typeface="+mn-lt"/>
                </a:rPr>
                <a:t>GCN </a:t>
              </a:r>
              <a:r>
                <a:rPr lang="zh-CN" altLang="en-US" sz="1400" b="1" dirty="0">
                  <a:solidFill>
                    <a:srgbClr val="555555"/>
                  </a:solidFill>
                  <a:cs typeface="+mn-ea"/>
                  <a:sym typeface="+mn-lt"/>
                </a:rPr>
                <a:t>融合建模方法，加强多标签语义理解与罪名关系刻画。</a:t>
              </a:r>
            </a:p>
          </p:txBody>
        </p:sp>
        <p:sp>
          <p:nvSpPr>
            <p:cNvPr id="19" name="椭圆 18">
              <a:extLst>
                <a:ext uri="{FF2B5EF4-FFF2-40B4-BE49-F238E27FC236}">
                  <a16:creationId xmlns:a16="http://schemas.microsoft.com/office/drawing/2014/main" id="{A6255A4D-56B7-44C3-A222-C3CDF0C3B4CC}"/>
                </a:ext>
              </a:extLst>
            </p:cNvPr>
            <p:cNvSpPr/>
            <p:nvPr/>
          </p:nvSpPr>
          <p:spPr>
            <a:xfrm>
              <a:off x="1554484" y="3595302"/>
              <a:ext cx="766752" cy="766752"/>
            </a:xfrm>
            <a:prstGeom prst="ellipse">
              <a:avLst/>
            </a:prstGeom>
            <a:solidFill>
              <a:srgbClr val="CF3B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a:solidFill>
                  <a:schemeClr val="tx1">
                    <a:lumMod val="85000"/>
                    <a:lumOff val="15000"/>
                  </a:schemeClr>
                </a:solidFill>
                <a:cs typeface="+mn-ea"/>
                <a:sym typeface="+mn-lt"/>
              </a:endParaRPr>
            </a:p>
          </p:txBody>
        </p:sp>
        <p:grpSp>
          <p:nvGrpSpPr>
            <p:cNvPr id="20" name="组合 19">
              <a:extLst>
                <a:ext uri="{FF2B5EF4-FFF2-40B4-BE49-F238E27FC236}">
                  <a16:creationId xmlns:a16="http://schemas.microsoft.com/office/drawing/2014/main" id="{C121C736-4795-42FC-B6FF-F02B4831618E}"/>
                </a:ext>
              </a:extLst>
            </p:cNvPr>
            <p:cNvGrpSpPr/>
            <p:nvPr/>
          </p:nvGrpSpPr>
          <p:grpSpPr>
            <a:xfrm>
              <a:off x="1684443" y="3731869"/>
              <a:ext cx="516444" cy="493618"/>
              <a:chOff x="9682163" y="5963443"/>
              <a:chExt cx="574675" cy="549275"/>
            </a:xfrm>
            <a:solidFill>
              <a:schemeClr val="bg1"/>
            </a:solidFill>
          </p:grpSpPr>
          <p:sp>
            <p:nvSpPr>
              <p:cNvPr id="21" name="Freeform 864">
                <a:extLst>
                  <a:ext uri="{FF2B5EF4-FFF2-40B4-BE49-F238E27FC236}">
                    <a16:creationId xmlns:a16="http://schemas.microsoft.com/office/drawing/2014/main" id="{CDB37BB8-9479-4F41-AF16-524FAAB1ECF0}"/>
                  </a:ext>
                </a:extLst>
              </p:cNvPr>
              <p:cNvSpPr>
                <a:spLocks/>
              </p:cNvSpPr>
              <p:nvPr/>
            </p:nvSpPr>
            <p:spPr bwMode="auto">
              <a:xfrm>
                <a:off x="9855200" y="5963443"/>
                <a:ext cx="104775" cy="117475"/>
              </a:xfrm>
              <a:custGeom>
                <a:avLst/>
                <a:gdLst>
                  <a:gd name="T0" fmla="*/ 14 w 60"/>
                  <a:gd name="T1" fmla="*/ 60 h 67"/>
                  <a:gd name="T2" fmla="*/ 8 w 60"/>
                  <a:gd name="T3" fmla="*/ 21 h 67"/>
                  <a:gd name="T4" fmla="*/ 46 w 60"/>
                  <a:gd name="T5" fmla="*/ 7 h 67"/>
                  <a:gd name="T6" fmla="*/ 51 w 60"/>
                  <a:gd name="T7" fmla="*/ 46 h 67"/>
                  <a:gd name="T8" fmla="*/ 14 w 60"/>
                  <a:gd name="T9" fmla="*/ 60 h 67"/>
                </a:gdLst>
                <a:ahLst/>
                <a:cxnLst>
                  <a:cxn ang="0">
                    <a:pos x="T0" y="T1"/>
                  </a:cxn>
                  <a:cxn ang="0">
                    <a:pos x="T2" y="T3"/>
                  </a:cxn>
                  <a:cxn ang="0">
                    <a:pos x="T4" y="T5"/>
                  </a:cxn>
                  <a:cxn ang="0">
                    <a:pos x="T6" y="T7"/>
                  </a:cxn>
                  <a:cxn ang="0">
                    <a:pos x="T8" y="T9"/>
                  </a:cxn>
                </a:cxnLst>
                <a:rect l="0" t="0" r="r" b="b"/>
                <a:pathLst>
                  <a:path w="60" h="67">
                    <a:moveTo>
                      <a:pt x="14" y="60"/>
                    </a:moveTo>
                    <a:cubicBezTo>
                      <a:pt x="2" y="53"/>
                      <a:pt x="0" y="35"/>
                      <a:pt x="8" y="21"/>
                    </a:cubicBezTo>
                    <a:cubicBezTo>
                      <a:pt x="17" y="6"/>
                      <a:pt x="34" y="0"/>
                      <a:pt x="46" y="7"/>
                    </a:cubicBezTo>
                    <a:cubicBezTo>
                      <a:pt x="57" y="14"/>
                      <a:pt x="60" y="31"/>
                      <a:pt x="51" y="46"/>
                    </a:cubicBezTo>
                    <a:cubicBezTo>
                      <a:pt x="43" y="61"/>
                      <a:pt x="26" y="67"/>
                      <a:pt x="14" y="6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000" b="1">
                  <a:solidFill>
                    <a:schemeClr val="tx1">
                      <a:lumMod val="85000"/>
                      <a:lumOff val="15000"/>
                    </a:schemeClr>
                  </a:solidFill>
                  <a:cs typeface="+mn-ea"/>
                  <a:sym typeface="+mn-lt"/>
                </a:endParaRPr>
              </a:p>
            </p:txBody>
          </p:sp>
          <p:sp>
            <p:nvSpPr>
              <p:cNvPr id="22" name="Freeform 865">
                <a:extLst>
                  <a:ext uri="{FF2B5EF4-FFF2-40B4-BE49-F238E27FC236}">
                    <a16:creationId xmlns:a16="http://schemas.microsoft.com/office/drawing/2014/main" id="{79A0B2A0-9AF8-42E8-9F92-90D9DD80540D}"/>
                  </a:ext>
                </a:extLst>
              </p:cNvPr>
              <p:cNvSpPr>
                <a:spLocks/>
              </p:cNvSpPr>
              <p:nvPr/>
            </p:nvSpPr>
            <p:spPr bwMode="auto">
              <a:xfrm>
                <a:off x="9682163" y="6049168"/>
                <a:ext cx="569913" cy="463550"/>
              </a:xfrm>
              <a:custGeom>
                <a:avLst/>
                <a:gdLst>
                  <a:gd name="T0" fmla="*/ 4 w 326"/>
                  <a:gd name="T1" fmla="*/ 20 h 265"/>
                  <a:gd name="T2" fmla="*/ 5 w 326"/>
                  <a:gd name="T3" fmla="*/ 20 h 265"/>
                  <a:gd name="T4" fmla="*/ 16 w 326"/>
                  <a:gd name="T5" fmla="*/ 16 h 265"/>
                  <a:gd name="T6" fmla="*/ 59 w 326"/>
                  <a:gd name="T7" fmla="*/ 2 h 265"/>
                  <a:gd name="T8" fmla="*/ 98 w 326"/>
                  <a:gd name="T9" fmla="*/ 9 h 265"/>
                  <a:gd name="T10" fmla="*/ 88 w 326"/>
                  <a:gd name="T11" fmla="*/ 16 h 265"/>
                  <a:gd name="T12" fmla="*/ 85 w 326"/>
                  <a:gd name="T13" fmla="*/ 32 h 265"/>
                  <a:gd name="T14" fmla="*/ 102 w 326"/>
                  <a:gd name="T15" fmla="*/ 24 h 265"/>
                  <a:gd name="T16" fmla="*/ 108 w 326"/>
                  <a:gd name="T17" fmla="*/ 12 h 265"/>
                  <a:gd name="T18" fmla="*/ 110 w 326"/>
                  <a:gd name="T19" fmla="*/ 26 h 265"/>
                  <a:gd name="T20" fmla="*/ 89 w 326"/>
                  <a:gd name="T21" fmla="*/ 70 h 265"/>
                  <a:gd name="T22" fmla="*/ 111 w 326"/>
                  <a:gd name="T23" fmla="*/ 34 h 265"/>
                  <a:gd name="T24" fmla="*/ 118 w 326"/>
                  <a:gd name="T25" fmla="*/ 32 h 265"/>
                  <a:gd name="T26" fmla="*/ 128 w 326"/>
                  <a:gd name="T27" fmla="*/ 86 h 265"/>
                  <a:gd name="T28" fmla="*/ 162 w 326"/>
                  <a:gd name="T29" fmla="*/ 108 h 265"/>
                  <a:gd name="T30" fmla="*/ 222 w 326"/>
                  <a:gd name="T31" fmla="*/ 60 h 265"/>
                  <a:gd name="T32" fmla="*/ 326 w 326"/>
                  <a:gd name="T33" fmla="*/ 135 h 265"/>
                  <a:gd name="T34" fmla="*/ 312 w 326"/>
                  <a:gd name="T35" fmla="*/ 137 h 265"/>
                  <a:gd name="T36" fmla="*/ 156 w 326"/>
                  <a:gd name="T37" fmla="*/ 137 h 265"/>
                  <a:gd name="T38" fmla="*/ 130 w 326"/>
                  <a:gd name="T39" fmla="*/ 135 h 265"/>
                  <a:gd name="T40" fmla="*/ 121 w 326"/>
                  <a:gd name="T41" fmla="*/ 121 h 265"/>
                  <a:gd name="T42" fmla="*/ 104 w 326"/>
                  <a:gd name="T43" fmla="*/ 108 h 265"/>
                  <a:gd name="T44" fmla="*/ 103 w 326"/>
                  <a:gd name="T45" fmla="*/ 108 h 265"/>
                  <a:gd name="T46" fmla="*/ 103 w 326"/>
                  <a:gd name="T47" fmla="*/ 108 h 265"/>
                  <a:gd name="T48" fmla="*/ 97 w 326"/>
                  <a:gd name="T49" fmla="*/ 96 h 265"/>
                  <a:gd name="T50" fmla="*/ 96 w 326"/>
                  <a:gd name="T51" fmla="*/ 94 h 265"/>
                  <a:gd name="T52" fmla="*/ 95 w 326"/>
                  <a:gd name="T53" fmla="*/ 85 h 265"/>
                  <a:gd name="T54" fmla="*/ 101 w 326"/>
                  <a:gd name="T55" fmla="*/ 161 h 265"/>
                  <a:gd name="T56" fmla="*/ 77 w 326"/>
                  <a:gd name="T57" fmla="*/ 265 h 265"/>
                  <a:gd name="T58" fmla="*/ 69 w 326"/>
                  <a:gd name="T59" fmla="*/ 180 h 265"/>
                  <a:gd name="T60" fmla="*/ 68 w 326"/>
                  <a:gd name="T61" fmla="*/ 177 h 265"/>
                  <a:gd name="T62" fmla="*/ 54 w 326"/>
                  <a:gd name="T63" fmla="*/ 149 h 265"/>
                  <a:gd name="T64" fmla="*/ 8 w 326"/>
                  <a:gd name="T65" fmla="*/ 260 h 265"/>
                  <a:gd name="T66" fmla="*/ 3 w 326"/>
                  <a:gd name="T67" fmla="*/ 113 h 265"/>
                  <a:gd name="T68" fmla="*/ 25 w 326"/>
                  <a:gd name="T69" fmla="*/ 68 h 265"/>
                  <a:gd name="T70" fmla="*/ 0 w 326"/>
                  <a:gd name="T71" fmla="*/ 49 h 265"/>
                  <a:gd name="T72" fmla="*/ 0 w 326"/>
                  <a:gd name="T73" fmla="*/ 48 h 265"/>
                  <a:gd name="T74" fmla="*/ 4 w 326"/>
                  <a:gd name="T75" fmla="*/ 20 h 2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26" h="265">
                    <a:moveTo>
                      <a:pt x="4" y="20"/>
                    </a:moveTo>
                    <a:cubicBezTo>
                      <a:pt x="4" y="20"/>
                      <a:pt x="4" y="20"/>
                      <a:pt x="4" y="20"/>
                    </a:cubicBezTo>
                    <a:cubicBezTo>
                      <a:pt x="4" y="20"/>
                      <a:pt x="4" y="20"/>
                      <a:pt x="4" y="20"/>
                    </a:cubicBezTo>
                    <a:cubicBezTo>
                      <a:pt x="5" y="20"/>
                      <a:pt x="5" y="20"/>
                      <a:pt x="5" y="20"/>
                    </a:cubicBezTo>
                    <a:cubicBezTo>
                      <a:pt x="9" y="19"/>
                      <a:pt x="9" y="19"/>
                      <a:pt x="9" y="19"/>
                    </a:cubicBezTo>
                    <a:cubicBezTo>
                      <a:pt x="16" y="16"/>
                      <a:pt x="16" y="16"/>
                      <a:pt x="16" y="16"/>
                    </a:cubicBezTo>
                    <a:cubicBezTo>
                      <a:pt x="31" y="11"/>
                      <a:pt x="31" y="11"/>
                      <a:pt x="31" y="11"/>
                    </a:cubicBezTo>
                    <a:cubicBezTo>
                      <a:pt x="59" y="2"/>
                      <a:pt x="59" y="2"/>
                      <a:pt x="59" y="2"/>
                    </a:cubicBezTo>
                    <a:cubicBezTo>
                      <a:pt x="63" y="0"/>
                      <a:pt x="75" y="0"/>
                      <a:pt x="77" y="1"/>
                    </a:cubicBezTo>
                    <a:cubicBezTo>
                      <a:pt x="86" y="4"/>
                      <a:pt x="92" y="6"/>
                      <a:pt x="98" y="9"/>
                    </a:cubicBezTo>
                    <a:cubicBezTo>
                      <a:pt x="97" y="10"/>
                      <a:pt x="97" y="10"/>
                      <a:pt x="97" y="10"/>
                    </a:cubicBezTo>
                    <a:cubicBezTo>
                      <a:pt x="88" y="16"/>
                      <a:pt x="88" y="16"/>
                      <a:pt x="88" y="16"/>
                    </a:cubicBezTo>
                    <a:cubicBezTo>
                      <a:pt x="92" y="25"/>
                      <a:pt x="92" y="25"/>
                      <a:pt x="92" y="25"/>
                    </a:cubicBezTo>
                    <a:cubicBezTo>
                      <a:pt x="85" y="32"/>
                      <a:pt x="85" y="32"/>
                      <a:pt x="85" y="32"/>
                    </a:cubicBezTo>
                    <a:cubicBezTo>
                      <a:pt x="77" y="74"/>
                      <a:pt x="77" y="74"/>
                      <a:pt x="77" y="74"/>
                    </a:cubicBezTo>
                    <a:cubicBezTo>
                      <a:pt x="102" y="24"/>
                      <a:pt x="102" y="24"/>
                      <a:pt x="102" y="24"/>
                    </a:cubicBezTo>
                    <a:cubicBezTo>
                      <a:pt x="102" y="22"/>
                      <a:pt x="102" y="22"/>
                      <a:pt x="102" y="22"/>
                    </a:cubicBezTo>
                    <a:cubicBezTo>
                      <a:pt x="108" y="12"/>
                      <a:pt x="108" y="12"/>
                      <a:pt x="108" y="12"/>
                    </a:cubicBezTo>
                    <a:cubicBezTo>
                      <a:pt x="113" y="15"/>
                      <a:pt x="113" y="15"/>
                      <a:pt x="113" y="15"/>
                    </a:cubicBezTo>
                    <a:cubicBezTo>
                      <a:pt x="110" y="26"/>
                      <a:pt x="110" y="26"/>
                      <a:pt x="110" y="26"/>
                    </a:cubicBezTo>
                    <a:cubicBezTo>
                      <a:pt x="108" y="27"/>
                      <a:pt x="108" y="27"/>
                      <a:pt x="108" y="27"/>
                    </a:cubicBezTo>
                    <a:cubicBezTo>
                      <a:pt x="89" y="70"/>
                      <a:pt x="89" y="70"/>
                      <a:pt x="89" y="70"/>
                    </a:cubicBezTo>
                    <a:cubicBezTo>
                      <a:pt x="110" y="45"/>
                      <a:pt x="110" y="45"/>
                      <a:pt x="110" y="45"/>
                    </a:cubicBezTo>
                    <a:cubicBezTo>
                      <a:pt x="111" y="34"/>
                      <a:pt x="111" y="34"/>
                      <a:pt x="111" y="34"/>
                    </a:cubicBezTo>
                    <a:cubicBezTo>
                      <a:pt x="118" y="32"/>
                      <a:pt x="118" y="32"/>
                      <a:pt x="118" y="32"/>
                    </a:cubicBezTo>
                    <a:cubicBezTo>
                      <a:pt x="118" y="32"/>
                      <a:pt x="118" y="32"/>
                      <a:pt x="118" y="32"/>
                    </a:cubicBezTo>
                    <a:cubicBezTo>
                      <a:pt x="127" y="85"/>
                      <a:pt x="127" y="85"/>
                      <a:pt x="127" y="85"/>
                    </a:cubicBezTo>
                    <a:cubicBezTo>
                      <a:pt x="128" y="86"/>
                      <a:pt x="128" y="86"/>
                      <a:pt x="128" y="86"/>
                    </a:cubicBezTo>
                    <a:cubicBezTo>
                      <a:pt x="140" y="93"/>
                      <a:pt x="140" y="93"/>
                      <a:pt x="140" y="93"/>
                    </a:cubicBezTo>
                    <a:cubicBezTo>
                      <a:pt x="162" y="108"/>
                      <a:pt x="162" y="108"/>
                      <a:pt x="162" y="108"/>
                    </a:cubicBezTo>
                    <a:cubicBezTo>
                      <a:pt x="162" y="108"/>
                      <a:pt x="162" y="109"/>
                      <a:pt x="162" y="109"/>
                    </a:cubicBezTo>
                    <a:cubicBezTo>
                      <a:pt x="222" y="60"/>
                      <a:pt x="222" y="60"/>
                      <a:pt x="222" y="60"/>
                    </a:cubicBezTo>
                    <a:cubicBezTo>
                      <a:pt x="225" y="57"/>
                      <a:pt x="231" y="57"/>
                      <a:pt x="235" y="60"/>
                    </a:cubicBezTo>
                    <a:cubicBezTo>
                      <a:pt x="326" y="135"/>
                      <a:pt x="326" y="135"/>
                      <a:pt x="326" y="135"/>
                    </a:cubicBezTo>
                    <a:cubicBezTo>
                      <a:pt x="325" y="137"/>
                      <a:pt x="322" y="137"/>
                      <a:pt x="320" y="137"/>
                    </a:cubicBezTo>
                    <a:cubicBezTo>
                      <a:pt x="312" y="137"/>
                      <a:pt x="312" y="137"/>
                      <a:pt x="312" y="137"/>
                    </a:cubicBezTo>
                    <a:cubicBezTo>
                      <a:pt x="160" y="114"/>
                      <a:pt x="160" y="114"/>
                      <a:pt x="160" y="114"/>
                    </a:cubicBezTo>
                    <a:cubicBezTo>
                      <a:pt x="156" y="137"/>
                      <a:pt x="156" y="137"/>
                      <a:pt x="156" y="137"/>
                    </a:cubicBezTo>
                    <a:cubicBezTo>
                      <a:pt x="137" y="137"/>
                      <a:pt x="137" y="137"/>
                      <a:pt x="137" y="137"/>
                    </a:cubicBezTo>
                    <a:cubicBezTo>
                      <a:pt x="134" y="137"/>
                      <a:pt x="132" y="137"/>
                      <a:pt x="130" y="135"/>
                    </a:cubicBezTo>
                    <a:cubicBezTo>
                      <a:pt x="135" y="131"/>
                      <a:pt x="135" y="131"/>
                      <a:pt x="135" y="131"/>
                    </a:cubicBezTo>
                    <a:cubicBezTo>
                      <a:pt x="121" y="121"/>
                      <a:pt x="121" y="121"/>
                      <a:pt x="121" y="121"/>
                    </a:cubicBezTo>
                    <a:cubicBezTo>
                      <a:pt x="110" y="112"/>
                      <a:pt x="110" y="112"/>
                      <a:pt x="110" y="112"/>
                    </a:cubicBezTo>
                    <a:cubicBezTo>
                      <a:pt x="104" y="108"/>
                      <a:pt x="104" y="108"/>
                      <a:pt x="104" y="108"/>
                    </a:cubicBezTo>
                    <a:cubicBezTo>
                      <a:pt x="104" y="108"/>
                      <a:pt x="104" y="108"/>
                      <a:pt x="104" y="108"/>
                    </a:cubicBezTo>
                    <a:cubicBezTo>
                      <a:pt x="103" y="108"/>
                      <a:pt x="103" y="108"/>
                      <a:pt x="103" y="108"/>
                    </a:cubicBezTo>
                    <a:cubicBezTo>
                      <a:pt x="103" y="108"/>
                      <a:pt x="103" y="108"/>
                      <a:pt x="103" y="108"/>
                    </a:cubicBezTo>
                    <a:cubicBezTo>
                      <a:pt x="103" y="108"/>
                      <a:pt x="103" y="108"/>
                      <a:pt x="103" y="108"/>
                    </a:cubicBezTo>
                    <a:cubicBezTo>
                      <a:pt x="90" y="85"/>
                      <a:pt x="100" y="101"/>
                      <a:pt x="97" y="96"/>
                    </a:cubicBezTo>
                    <a:cubicBezTo>
                      <a:pt x="97" y="96"/>
                      <a:pt x="97" y="96"/>
                      <a:pt x="97" y="96"/>
                    </a:cubicBezTo>
                    <a:cubicBezTo>
                      <a:pt x="97" y="96"/>
                      <a:pt x="97" y="96"/>
                      <a:pt x="97" y="96"/>
                    </a:cubicBezTo>
                    <a:cubicBezTo>
                      <a:pt x="96" y="94"/>
                      <a:pt x="96" y="94"/>
                      <a:pt x="96" y="94"/>
                    </a:cubicBezTo>
                    <a:cubicBezTo>
                      <a:pt x="96" y="91"/>
                      <a:pt x="96" y="91"/>
                      <a:pt x="96" y="91"/>
                    </a:cubicBezTo>
                    <a:cubicBezTo>
                      <a:pt x="95" y="85"/>
                      <a:pt x="95" y="85"/>
                      <a:pt x="95" y="85"/>
                    </a:cubicBezTo>
                    <a:cubicBezTo>
                      <a:pt x="91" y="96"/>
                      <a:pt x="87" y="108"/>
                      <a:pt x="82" y="121"/>
                    </a:cubicBezTo>
                    <a:cubicBezTo>
                      <a:pt x="87" y="130"/>
                      <a:pt x="94" y="145"/>
                      <a:pt x="101" y="161"/>
                    </a:cubicBezTo>
                    <a:cubicBezTo>
                      <a:pt x="111" y="205"/>
                      <a:pt x="108" y="234"/>
                      <a:pt x="111" y="262"/>
                    </a:cubicBezTo>
                    <a:cubicBezTo>
                      <a:pt x="77" y="265"/>
                      <a:pt x="77" y="265"/>
                      <a:pt x="77" y="265"/>
                    </a:cubicBezTo>
                    <a:cubicBezTo>
                      <a:pt x="70" y="189"/>
                      <a:pt x="70" y="189"/>
                      <a:pt x="70" y="189"/>
                    </a:cubicBezTo>
                    <a:cubicBezTo>
                      <a:pt x="69" y="180"/>
                      <a:pt x="69" y="180"/>
                      <a:pt x="69" y="180"/>
                    </a:cubicBezTo>
                    <a:cubicBezTo>
                      <a:pt x="69" y="180"/>
                      <a:pt x="69" y="180"/>
                      <a:pt x="69" y="179"/>
                    </a:cubicBezTo>
                    <a:cubicBezTo>
                      <a:pt x="68" y="177"/>
                      <a:pt x="68" y="177"/>
                      <a:pt x="68" y="177"/>
                    </a:cubicBezTo>
                    <a:cubicBezTo>
                      <a:pt x="59" y="160"/>
                      <a:pt x="59" y="160"/>
                      <a:pt x="59" y="160"/>
                    </a:cubicBezTo>
                    <a:cubicBezTo>
                      <a:pt x="54" y="149"/>
                      <a:pt x="54" y="149"/>
                      <a:pt x="54" y="149"/>
                    </a:cubicBezTo>
                    <a:cubicBezTo>
                      <a:pt x="52" y="180"/>
                      <a:pt x="47" y="232"/>
                      <a:pt x="41" y="264"/>
                    </a:cubicBezTo>
                    <a:cubicBezTo>
                      <a:pt x="8" y="260"/>
                      <a:pt x="8" y="260"/>
                      <a:pt x="8" y="260"/>
                    </a:cubicBezTo>
                    <a:cubicBezTo>
                      <a:pt x="13" y="212"/>
                      <a:pt x="16" y="167"/>
                      <a:pt x="18" y="120"/>
                    </a:cubicBezTo>
                    <a:cubicBezTo>
                      <a:pt x="13" y="117"/>
                      <a:pt x="8" y="115"/>
                      <a:pt x="3" y="113"/>
                    </a:cubicBezTo>
                    <a:cubicBezTo>
                      <a:pt x="3" y="112"/>
                      <a:pt x="3" y="112"/>
                      <a:pt x="3" y="112"/>
                    </a:cubicBezTo>
                    <a:cubicBezTo>
                      <a:pt x="10" y="97"/>
                      <a:pt x="18" y="83"/>
                      <a:pt x="25" y="68"/>
                    </a:cubicBezTo>
                    <a:cubicBezTo>
                      <a:pt x="2" y="50"/>
                      <a:pt x="2" y="50"/>
                      <a:pt x="2" y="50"/>
                    </a:cubicBezTo>
                    <a:cubicBezTo>
                      <a:pt x="0" y="49"/>
                      <a:pt x="0" y="49"/>
                      <a:pt x="0" y="49"/>
                    </a:cubicBezTo>
                    <a:cubicBezTo>
                      <a:pt x="0" y="48"/>
                      <a:pt x="0" y="48"/>
                      <a:pt x="0" y="48"/>
                    </a:cubicBezTo>
                    <a:cubicBezTo>
                      <a:pt x="0" y="48"/>
                      <a:pt x="0" y="48"/>
                      <a:pt x="0" y="48"/>
                    </a:cubicBezTo>
                    <a:cubicBezTo>
                      <a:pt x="0" y="48"/>
                      <a:pt x="0" y="48"/>
                      <a:pt x="0" y="48"/>
                    </a:cubicBezTo>
                    <a:cubicBezTo>
                      <a:pt x="0" y="48"/>
                      <a:pt x="5" y="14"/>
                      <a:pt x="4"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000" b="1">
                  <a:solidFill>
                    <a:schemeClr val="tx1">
                      <a:lumMod val="85000"/>
                      <a:lumOff val="15000"/>
                    </a:schemeClr>
                  </a:solidFill>
                  <a:cs typeface="+mn-ea"/>
                  <a:sym typeface="+mn-lt"/>
                </a:endParaRPr>
              </a:p>
            </p:txBody>
          </p:sp>
          <p:sp>
            <p:nvSpPr>
              <p:cNvPr id="23" name="Freeform 866">
                <a:extLst>
                  <a:ext uri="{FF2B5EF4-FFF2-40B4-BE49-F238E27FC236}">
                    <a16:creationId xmlns:a16="http://schemas.microsoft.com/office/drawing/2014/main" id="{F803D1CC-68E8-48C7-BE23-3394710DE775}"/>
                  </a:ext>
                </a:extLst>
              </p:cNvPr>
              <p:cNvSpPr>
                <a:spLocks noEditPoints="1"/>
              </p:cNvSpPr>
              <p:nvPr/>
            </p:nvSpPr>
            <p:spPr bwMode="auto">
              <a:xfrm>
                <a:off x="9904413" y="6296818"/>
                <a:ext cx="352425" cy="206375"/>
              </a:xfrm>
              <a:custGeom>
                <a:avLst/>
                <a:gdLst>
                  <a:gd name="T0" fmla="*/ 108 w 202"/>
                  <a:gd name="T1" fmla="*/ 78 h 118"/>
                  <a:gd name="T2" fmla="*/ 202 w 202"/>
                  <a:gd name="T3" fmla="*/ 0 h 118"/>
                  <a:gd name="T4" fmla="*/ 202 w 202"/>
                  <a:gd name="T5" fmla="*/ 108 h 118"/>
                  <a:gd name="T6" fmla="*/ 193 w 202"/>
                  <a:gd name="T7" fmla="*/ 118 h 118"/>
                  <a:gd name="T8" fmla="*/ 10 w 202"/>
                  <a:gd name="T9" fmla="*/ 118 h 118"/>
                  <a:gd name="T10" fmla="*/ 0 w 202"/>
                  <a:gd name="T11" fmla="*/ 108 h 118"/>
                  <a:gd name="T12" fmla="*/ 0 w 202"/>
                  <a:gd name="T13" fmla="*/ 0 h 118"/>
                  <a:gd name="T14" fmla="*/ 95 w 202"/>
                  <a:gd name="T15" fmla="*/ 78 h 118"/>
                  <a:gd name="T16" fmla="*/ 108 w 202"/>
                  <a:gd name="T17" fmla="*/ 78 h 118"/>
                  <a:gd name="T18" fmla="*/ 145 w 202"/>
                  <a:gd name="T19" fmla="*/ 67 h 118"/>
                  <a:gd name="T20" fmla="*/ 189 w 202"/>
                  <a:gd name="T21" fmla="*/ 109 h 118"/>
                  <a:gd name="T22" fmla="*/ 191 w 202"/>
                  <a:gd name="T23" fmla="*/ 110 h 118"/>
                  <a:gd name="T24" fmla="*/ 193 w 202"/>
                  <a:gd name="T25" fmla="*/ 109 h 118"/>
                  <a:gd name="T26" fmla="*/ 193 w 202"/>
                  <a:gd name="T27" fmla="*/ 104 h 118"/>
                  <a:gd name="T28" fmla="*/ 149 w 202"/>
                  <a:gd name="T29" fmla="*/ 62 h 118"/>
                  <a:gd name="T30" fmla="*/ 145 w 202"/>
                  <a:gd name="T31" fmla="*/ 62 h 118"/>
                  <a:gd name="T32" fmla="*/ 145 w 202"/>
                  <a:gd name="T33" fmla="*/ 67 h 118"/>
                  <a:gd name="T34" fmla="*/ 58 w 202"/>
                  <a:gd name="T35" fmla="*/ 62 h 118"/>
                  <a:gd name="T36" fmla="*/ 54 w 202"/>
                  <a:gd name="T37" fmla="*/ 62 h 118"/>
                  <a:gd name="T38" fmla="*/ 9 w 202"/>
                  <a:gd name="T39" fmla="*/ 104 h 118"/>
                  <a:gd name="T40" fmla="*/ 9 w 202"/>
                  <a:gd name="T41" fmla="*/ 109 h 118"/>
                  <a:gd name="T42" fmla="*/ 12 w 202"/>
                  <a:gd name="T43" fmla="*/ 110 h 118"/>
                  <a:gd name="T44" fmla="*/ 14 w 202"/>
                  <a:gd name="T45" fmla="*/ 109 h 118"/>
                  <a:gd name="T46" fmla="*/ 58 w 202"/>
                  <a:gd name="T47" fmla="*/ 67 h 118"/>
                  <a:gd name="T48" fmla="*/ 58 w 202"/>
                  <a:gd name="T49" fmla="*/ 62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02" h="118">
                    <a:moveTo>
                      <a:pt x="108" y="78"/>
                    </a:moveTo>
                    <a:cubicBezTo>
                      <a:pt x="202" y="0"/>
                      <a:pt x="202" y="0"/>
                      <a:pt x="202" y="0"/>
                    </a:cubicBezTo>
                    <a:cubicBezTo>
                      <a:pt x="202" y="108"/>
                      <a:pt x="202" y="108"/>
                      <a:pt x="202" y="108"/>
                    </a:cubicBezTo>
                    <a:cubicBezTo>
                      <a:pt x="202" y="113"/>
                      <a:pt x="198" y="118"/>
                      <a:pt x="193" y="118"/>
                    </a:cubicBezTo>
                    <a:cubicBezTo>
                      <a:pt x="10" y="118"/>
                      <a:pt x="10" y="118"/>
                      <a:pt x="10" y="118"/>
                    </a:cubicBezTo>
                    <a:cubicBezTo>
                      <a:pt x="4" y="118"/>
                      <a:pt x="0" y="113"/>
                      <a:pt x="0" y="108"/>
                    </a:cubicBezTo>
                    <a:cubicBezTo>
                      <a:pt x="0" y="0"/>
                      <a:pt x="0" y="0"/>
                      <a:pt x="0" y="0"/>
                    </a:cubicBezTo>
                    <a:cubicBezTo>
                      <a:pt x="95" y="78"/>
                      <a:pt x="95" y="78"/>
                      <a:pt x="95" y="78"/>
                    </a:cubicBezTo>
                    <a:cubicBezTo>
                      <a:pt x="98" y="81"/>
                      <a:pt x="104" y="81"/>
                      <a:pt x="108" y="78"/>
                    </a:cubicBezTo>
                    <a:close/>
                    <a:moveTo>
                      <a:pt x="145" y="67"/>
                    </a:moveTo>
                    <a:cubicBezTo>
                      <a:pt x="189" y="109"/>
                      <a:pt x="189" y="109"/>
                      <a:pt x="189" y="109"/>
                    </a:cubicBezTo>
                    <a:cubicBezTo>
                      <a:pt x="190" y="109"/>
                      <a:pt x="190" y="110"/>
                      <a:pt x="191" y="110"/>
                    </a:cubicBezTo>
                    <a:cubicBezTo>
                      <a:pt x="192" y="110"/>
                      <a:pt x="193" y="109"/>
                      <a:pt x="193" y="109"/>
                    </a:cubicBezTo>
                    <a:cubicBezTo>
                      <a:pt x="195" y="107"/>
                      <a:pt x="195" y="105"/>
                      <a:pt x="193" y="104"/>
                    </a:cubicBezTo>
                    <a:cubicBezTo>
                      <a:pt x="149" y="62"/>
                      <a:pt x="149" y="62"/>
                      <a:pt x="149" y="62"/>
                    </a:cubicBezTo>
                    <a:cubicBezTo>
                      <a:pt x="148" y="61"/>
                      <a:pt x="146" y="61"/>
                      <a:pt x="145" y="62"/>
                    </a:cubicBezTo>
                    <a:cubicBezTo>
                      <a:pt x="143" y="64"/>
                      <a:pt x="143" y="66"/>
                      <a:pt x="145" y="67"/>
                    </a:cubicBezTo>
                    <a:close/>
                    <a:moveTo>
                      <a:pt x="58" y="62"/>
                    </a:moveTo>
                    <a:cubicBezTo>
                      <a:pt x="57" y="61"/>
                      <a:pt x="55" y="61"/>
                      <a:pt x="54" y="62"/>
                    </a:cubicBezTo>
                    <a:cubicBezTo>
                      <a:pt x="9" y="104"/>
                      <a:pt x="9" y="104"/>
                      <a:pt x="9" y="104"/>
                    </a:cubicBezTo>
                    <a:cubicBezTo>
                      <a:pt x="8" y="105"/>
                      <a:pt x="8" y="107"/>
                      <a:pt x="9" y="109"/>
                    </a:cubicBezTo>
                    <a:cubicBezTo>
                      <a:pt x="10" y="109"/>
                      <a:pt x="11" y="110"/>
                      <a:pt x="12" y="110"/>
                    </a:cubicBezTo>
                    <a:cubicBezTo>
                      <a:pt x="12" y="110"/>
                      <a:pt x="13" y="109"/>
                      <a:pt x="14" y="109"/>
                    </a:cubicBezTo>
                    <a:cubicBezTo>
                      <a:pt x="58" y="67"/>
                      <a:pt x="58" y="67"/>
                      <a:pt x="58" y="67"/>
                    </a:cubicBezTo>
                    <a:cubicBezTo>
                      <a:pt x="59" y="66"/>
                      <a:pt x="59" y="64"/>
                      <a:pt x="58" y="6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000" b="1">
                  <a:solidFill>
                    <a:schemeClr val="tx1">
                      <a:lumMod val="85000"/>
                      <a:lumOff val="15000"/>
                    </a:schemeClr>
                  </a:solidFill>
                  <a:cs typeface="+mn-ea"/>
                  <a:sym typeface="+mn-lt"/>
                </a:endParaRPr>
              </a:p>
            </p:txBody>
          </p:sp>
          <p:sp>
            <p:nvSpPr>
              <p:cNvPr id="24" name="Freeform 867">
                <a:extLst>
                  <a:ext uri="{FF2B5EF4-FFF2-40B4-BE49-F238E27FC236}">
                    <a16:creationId xmlns:a16="http://schemas.microsoft.com/office/drawing/2014/main" id="{50D58834-CAE6-4EF4-86BB-4CF61004CF49}"/>
                  </a:ext>
                </a:extLst>
              </p:cNvPr>
              <p:cNvSpPr>
                <a:spLocks/>
              </p:cNvSpPr>
              <p:nvPr/>
            </p:nvSpPr>
            <p:spPr bwMode="auto">
              <a:xfrm>
                <a:off x="9993313" y="6295231"/>
                <a:ext cx="198438" cy="49213"/>
              </a:xfrm>
              <a:custGeom>
                <a:avLst/>
                <a:gdLst>
                  <a:gd name="T0" fmla="*/ 7 w 114"/>
                  <a:gd name="T1" fmla="*/ 0 h 28"/>
                  <a:gd name="T2" fmla="*/ 109 w 114"/>
                  <a:gd name="T3" fmla="*/ 18 h 28"/>
                  <a:gd name="T4" fmla="*/ 113 w 114"/>
                  <a:gd name="T5" fmla="*/ 24 h 28"/>
                  <a:gd name="T6" fmla="*/ 108 w 114"/>
                  <a:gd name="T7" fmla="*/ 28 h 28"/>
                  <a:gd name="T8" fmla="*/ 107 w 114"/>
                  <a:gd name="T9" fmla="*/ 28 h 28"/>
                  <a:gd name="T10" fmla="*/ 5 w 114"/>
                  <a:gd name="T11" fmla="*/ 11 h 28"/>
                  <a:gd name="T12" fmla="*/ 1 w 114"/>
                  <a:gd name="T13" fmla="*/ 5 h 28"/>
                  <a:gd name="T14" fmla="*/ 7 w 114"/>
                  <a:gd name="T15" fmla="*/ 0 h 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 h="28">
                    <a:moveTo>
                      <a:pt x="7" y="0"/>
                    </a:moveTo>
                    <a:cubicBezTo>
                      <a:pt x="109" y="18"/>
                      <a:pt x="109" y="18"/>
                      <a:pt x="109" y="18"/>
                    </a:cubicBezTo>
                    <a:cubicBezTo>
                      <a:pt x="112" y="18"/>
                      <a:pt x="114" y="21"/>
                      <a:pt x="113" y="24"/>
                    </a:cubicBezTo>
                    <a:cubicBezTo>
                      <a:pt x="113" y="27"/>
                      <a:pt x="110" y="28"/>
                      <a:pt x="108" y="28"/>
                    </a:cubicBezTo>
                    <a:cubicBezTo>
                      <a:pt x="107" y="28"/>
                      <a:pt x="107" y="28"/>
                      <a:pt x="107" y="28"/>
                    </a:cubicBezTo>
                    <a:cubicBezTo>
                      <a:pt x="5" y="11"/>
                      <a:pt x="5" y="11"/>
                      <a:pt x="5" y="11"/>
                    </a:cubicBezTo>
                    <a:cubicBezTo>
                      <a:pt x="2" y="10"/>
                      <a:pt x="0" y="8"/>
                      <a:pt x="1" y="5"/>
                    </a:cubicBezTo>
                    <a:cubicBezTo>
                      <a:pt x="1" y="2"/>
                      <a:pt x="4" y="0"/>
                      <a:pt x="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000" b="1">
                  <a:solidFill>
                    <a:schemeClr val="tx1">
                      <a:lumMod val="85000"/>
                      <a:lumOff val="15000"/>
                    </a:schemeClr>
                  </a:solidFill>
                  <a:cs typeface="+mn-ea"/>
                  <a:sym typeface="+mn-lt"/>
                </a:endParaRPr>
              </a:p>
            </p:txBody>
          </p:sp>
          <p:sp>
            <p:nvSpPr>
              <p:cNvPr id="25" name="Freeform 868">
                <a:extLst>
                  <a:ext uri="{FF2B5EF4-FFF2-40B4-BE49-F238E27FC236}">
                    <a16:creationId xmlns:a16="http://schemas.microsoft.com/office/drawing/2014/main" id="{1BE1454F-FA76-4DDF-8983-C97732BE691B}"/>
                  </a:ext>
                </a:extLst>
              </p:cNvPr>
              <p:cNvSpPr>
                <a:spLocks/>
              </p:cNvSpPr>
              <p:nvPr/>
            </p:nvSpPr>
            <p:spPr bwMode="auto">
              <a:xfrm>
                <a:off x="9985375" y="6331743"/>
                <a:ext cx="160338" cy="44450"/>
              </a:xfrm>
              <a:custGeom>
                <a:avLst/>
                <a:gdLst>
                  <a:gd name="T0" fmla="*/ 1 w 91"/>
                  <a:gd name="T1" fmla="*/ 5 h 25"/>
                  <a:gd name="T2" fmla="*/ 7 w 91"/>
                  <a:gd name="T3" fmla="*/ 1 h 25"/>
                  <a:gd name="T4" fmla="*/ 86 w 91"/>
                  <a:gd name="T5" fmla="*/ 14 h 25"/>
                  <a:gd name="T6" fmla="*/ 90 w 91"/>
                  <a:gd name="T7" fmla="*/ 20 h 25"/>
                  <a:gd name="T8" fmla="*/ 85 w 91"/>
                  <a:gd name="T9" fmla="*/ 25 h 25"/>
                  <a:gd name="T10" fmla="*/ 84 w 91"/>
                  <a:gd name="T11" fmla="*/ 25 h 25"/>
                  <a:gd name="T12" fmla="*/ 5 w 91"/>
                  <a:gd name="T13" fmla="*/ 11 h 25"/>
                  <a:gd name="T14" fmla="*/ 1 w 91"/>
                  <a:gd name="T15" fmla="*/ 5 h 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1" h="25">
                    <a:moveTo>
                      <a:pt x="1" y="5"/>
                    </a:moveTo>
                    <a:cubicBezTo>
                      <a:pt x="1" y="2"/>
                      <a:pt x="4" y="0"/>
                      <a:pt x="7" y="1"/>
                    </a:cubicBezTo>
                    <a:cubicBezTo>
                      <a:pt x="86" y="14"/>
                      <a:pt x="86" y="14"/>
                      <a:pt x="86" y="14"/>
                    </a:cubicBezTo>
                    <a:cubicBezTo>
                      <a:pt x="89" y="15"/>
                      <a:pt x="91" y="18"/>
                      <a:pt x="90" y="20"/>
                    </a:cubicBezTo>
                    <a:cubicBezTo>
                      <a:pt x="90" y="23"/>
                      <a:pt x="87" y="25"/>
                      <a:pt x="85" y="25"/>
                    </a:cubicBezTo>
                    <a:cubicBezTo>
                      <a:pt x="84" y="25"/>
                      <a:pt x="84" y="25"/>
                      <a:pt x="84" y="25"/>
                    </a:cubicBezTo>
                    <a:cubicBezTo>
                      <a:pt x="5" y="11"/>
                      <a:pt x="5" y="11"/>
                      <a:pt x="5" y="11"/>
                    </a:cubicBezTo>
                    <a:cubicBezTo>
                      <a:pt x="2" y="11"/>
                      <a:pt x="0" y="8"/>
                      <a:pt x="1"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000" b="1">
                  <a:solidFill>
                    <a:schemeClr val="tx1">
                      <a:lumMod val="85000"/>
                      <a:lumOff val="15000"/>
                    </a:schemeClr>
                  </a:solidFill>
                  <a:cs typeface="+mn-ea"/>
                  <a:sym typeface="+mn-lt"/>
                </a:endParaRPr>
              </a:p>
            </p:txBody>
          </p:sp>
          <p:sp>
            <p:nvSpPr>
              <p:cNvPr id="26" name="Freeform 869">
                <a:extLst>
                  <a:ext uri="{FF2B5EF4-FFF2-40B4-BE49-F238E27FC236}">
                    <a16:creationId xmlns:a16="http://schemas.microsoft.com/office/drawing/2014/main" id="{6E2E9C7A-65A5-4E53-86E7-211D1164BD02}"/>
                  </a:ext>
                </a:extLst>
              </p:cNvPr>
              <p:cNvSpPr>
                <a:spLocks/>
              </p:cNvSpPr>
              <p:nvPr/>
            </p:nvSpPr>
            <p:spPr bwMode="auto">
              <a:xfrm>
                <a:off x="10034588" y="6379368"/>
                <a:ext cx="73025" cy="28575"/>
              </a:xfrm>
              <a:custGeom>
                <a:avLst/>
                <a:gdLst>
                  <a:gd name="T0" fmla="*/ 37 w 42"/>
                  <a:gd name="T1" fmla="*/ 5 h 16"/>
                  <a:gd name="T2" fmla="*/ 42 w 42"/>
                  <a:gd name="T3" fmla="*/ 12 h 16"/>
                  <a:gd name="T4" fmla="*/ 37 w 42"/>
                  <a:gd name="T5" fmla="*/ 16 h 16"/>
                  <a:gd name="T6" fmla="*/ 36 w 42"/>
                  <a:gd name="T7" fmla="*/ 16 h 16"/>
                  <a:gd name="T8" fmla="*/ 5 w 42"/>
                  <a:gd name="T9" fmla="*/ 11 h 16"/>
                  <a:gd name="T10" fmla="*/ 1 w 42"/>
                  <a:gd name="T11" fmla="*/ 5 h 16"/>
                  <a:gd name="T12" fmla="*/ 7 w 42"/>
                  <a:gd name="T13" fmla="*/ 1 h 16"/>
                  <a:gd name="T14" fmla="*/ 37 w 42"/>
                  <a:gd name="T15" fmla="*/ 5 h 1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2" h="16">
                    <a:moveTo>
                      <a:pt x="37" y="5"/>
                    </a:moveTo>
                    <a:cubicBezTo>
                      <a:pt x="40" y="6"/>
                      <a:pt x="42" y="9"/>
                      <a:pt x="42" y="12"/>
                    </a:cubicBezTo>
                    <a:cubicBezTo>
                      <a:pt x="41" y="14"/>
                      <a:pt x="39" y="16"/>
                      <a:pt x="37" y="16"/>
                    </a:cubicBezTo>
                    <a:cubicBezTo>
                      <a:pt x="36" y="16"/>
                      <a:pt x="36" y="16"/>
                      <a:pt x="36" y="16"/>
                    </a:cubicBezTo>
                    <a:cubicBezTo>
                      <a:pt x="5" y="11"/>
                      <a:pt x="5" y="11"/>
                      <a:pt x="5" y="11"/>
                    </a:cubicBezTo>
                    <a:cubicBezTo>
                      <a:pt x="3" y="11"/>
                      <a:pt x="0" y="8"/>
                      <a:pt x="1" y="5"/>
                    </a:cubicBezTo>
                    <a:cubicBezTo>
                      <a:pt x="1" y="2"/>
                      <a:pt x="4" y="0"/>
                      <a:pt x="7" y="1"/>
                    </a:cubicBezTo>
                    <a:lnTo>
                      <a:pt x="37" y="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000" b="1">
                  <a:solidFill>
                    <a:schemeClr val="tx1">
                      <a:lumMod val="85000"/>
                      <a:lumOff val="15000"/>
                    </a:schemeClr>
                  </a:solidFill>
                  <a:cs typeface="+mn-ea"/>
                  <a:sym typeface="+mn-lt"/>
                </a:endParaRPr>
              </a:p>
            </p:txBody>
          </p:sp>
        </p:grpSp>
      </p:grpSp>
      <p:sp>
        <p:nvSpPr>
          <p:cNvPr id="27" name="TextBox 33">
            <a:extLst>
              <a:ext uri="{FF2B5EF4-FFF2-40B4-BE49-F238E27FC236}">
                <a16:creationId xmlns:a16="http://schemas.microsoft.com/office/drawing/2014/main" id="{E639DED6-4D4A-4AB9-8B93-2972A43A4E64}"/>
              </a:ext>
            </a:extLst>
          </p:cNvPr>
          <p:cNvSpPr txBox="1"/>
          <p:nvPr/>
        </p:nvSpPr>
        <p:spPr>
          <a:xfrm>
            <a:off x="4917554" y="1119687"/>
            <a:ext cx="2346338" cy="553998"/>
          </a:xfrm>
          <a:prstGeom prst="rect">
            <a:avLst/>
          </a:prstGeom>
          <a:noFill/>
        </p:spPr>
        <p:txBody>
          <a:bodyPr wrap="square" lIns="0" tIns="0" rIns="0" bIns="0" rtlCol="0" anchor="ctr">
            <a:spAutoFit/>
          </a:bodyPr>
          <a:lstStyle/>
          <a:p>
            <a:pPr algn="ctr"/>
            <a:r>
              <a:rPr lang="zh-CN" altLang="en-US" sz="3600" b="1" dirty="0">
                <a:solidFill>
                  <a:srgbClr val="344F66"/>
                </a:solidFill>
                <a:cs typeface="+mn-ea"/>
                <a:sym typeface="+mn-lt"/>
              </a:rPr>
              <a:t>三个意义</a:t>
            </a:r>
            <a:endParaRPr lang="en-US" altLang="zh-CN" sz="3600" b="1" dirty="0">
              <a:solidFill>
                <a:srgbClr val="344F66"/>
              </a:solidFill>
              <a:cs typeface="+mn-ea"/>
              <a:sym typeface="+mn-lt"/>
            </a:endParaRPr>
          </a:p>
        </p:txBody>
      </p:sp>
      <p:grpSp>
        <p:nvGrpSpPr>
          <p:cNvPr id="28" name="组合 27">
            <a:extLst>
              <a:ext uri="{FF2B5EF4-FFF2-40B4-BE49-F238E27FC236}">
                <a16:creationId xmlns:a16="http://schemas.microsoft.com/office/drawing/2014/main" id="{AA5E865C-ECAB-4424-83D4-48E669753481}"/>
              </a:ext>
            </a:extLst>
          </p:cNvPr>
          <p:cNvGrpSpPr/>
          <p:nvPr/>
        </p:nvGrpSpPr>
        <p:grpSpPr>
          <a:xfrm>
            <a:off x="943429" y="1824164"/>
            <a:ext cx="10309654" cy="1364343"/>
            <a:chOff x="943429" y="1743479"/>
            <a:chExt cx="10309654" cy="1364343"/>
          </a:xfrm>
        </p:grpSpPr>
        <p:sp>
          <p:nvSpPr>
            <p:cNvPr id="29" name="圆角矩形 32">
              <a:extLst>
                <a:ext uri="{FF2B5EF4-FFF2-40B4-BE49-F238E27FC236}">
                  <a16:creationId xmlns:a16="http://schemas.microsoft.com/office/drawing/2014/main" id="{03F7093B-94F2-4418-9750-1958BF616A42}"/>
                </a:ext>
              </a:extLst>
            </p:cNvPr>
            <p:cNvSpPr/>
            <p:nvPr/>
          </p:nvSpPr>
          <p:spPr>
            <a:xfrm>
              <a:off x="943429" y="1743479"/>
              <a:ext cx="9844020" cy="1364343"/>
            </a:xfrm>
            <a:prstGeom prst="round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a:solidFill>
                  <a:schemeClr val="tx1">
                    <a:lumMod val="85000"/>
                    <a:lumOff val="15000"/>
                  </a:schemeClr>
                </a:solidFill>
                <a:cs typeface="+mn-ea"/>
                <a:sym typeface="+mn-lt"/>
              </a:endParaRPr>
            </a:p>
          </p:txBody>
        </p:sp>
        <p:sp>
          <p:nvSpPr>
            <p:cNvPr id="30" name="五边形 33">
              <a:extLst>
                <a:ext uri="{FF2B5EF4-FFF2-40B4-BE49-F238E27FC236}">
                  <a16:creationId xmlns:a16="http://schemas.microsoft.com/office/drawing/2014/main" id="{57FEF993-760C-4693-9075-16D7E75A47D3}"/>
                </a:ext>
              </a:extLst>
            </p:cNvPr>
            <p:cNvSpPr/>
            <p:nvPr/>
          </p:nvSpPr>
          <p:spPr>
            <a:xfrm>
              <a:off x="9830683" y="2052632"/>
              <a:ext cx="1422400" cy="746036"/>
            </a:xfrm>
            <a:prstGeom prst="homePlate">
              <a:avLst>
                <a:gd name="adj" fmla="val 31490"/>
              </a:avLst>
            </a:prstGeom>
            <a:solidFill>
              <a:srgbClr val="344F6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144000" rIns="216000" bIns="108000" rtlCol="0" anchor="ctr"/>
            <a:lstStyle/>
            <a:p>
              <a:pPr algn="ctr"/>
              <a:r>
                <a:rPr lang="en-US" altLang="zh-CN" sz="4400" b="1" dirty="0">
                  <a:solidFill>
                    <a:schemeClr val="bg1"/>
                  </a:solidFill>
                  <a:cs typeface="+mn-ea"/>
                  <a:sym typeface="+mn-lt"/>
                </a:rPr>
                <a:t>01</a:t>
              </a:r>
              <a:endParaRPr lang="zh-CN" altLang="en-US" sz="4400" b="1" dirty="0">
                <a:solidFill>
                  <a:schemeClr val="bg1"/>
                </a:solidFill>
                <a:cs typeface="+mn-ea"/>
                <a:sym typeface="+mn-lt"/>
              </a:endParaRPr>
            </a:p>
          </p:txBody>
        </p:sp>
        <p:sp>
          <p:nvSpPr>
            <p:cNvPr id="31" name="TextBox 33">
              <a:extLst>
                <a:ext uri="{FF2B5EF4-FFF2-40B4-BE49-F238E27FC236}">
                  <a16:creationId xmlns:a16="http://schemas.microsoft.com/office/drawing/2014/main" id="{9B1B64C9-54C7-46A2-AE0D-477C98348329}"/>
                </a:ext>
              </a:extLst>
            </p:cNvPr>
            <p:cNvSpPr txBox="1"/>
            <p:nvPr/>
          </p:nvSpPr>
          <p:spPr>
            <a:xfrm>
              <a:off x="3079313" y="2189787"/>
              <a:ext cx="5977601" cy="608243"/>
            </a:xfrm>
            <a:prstGeom prst="rect">
              <a:avLst/>
            </a:prstGeom>
            <a:noFill/>
          </p:spPr>
          <p:txBody>
            <a:bodyPr wrap="square" lIns="0" tIns="0" rIns="0" bIns="0" rtlCol="0">
              <a:spAutoFit/>
            </a:bodyPr>
            <a:lstStyle/>
            <a:p>
              <a:pPr>
                <a:lnSpc>
                  <a:spcPct val="150000"/>
                </a:lnSpc>
              </a:pPr>
              <a:r>
                <a:rPr lang="zh-CN" altLang="en-US" sz="1400" b="1" dirty="0">
                  <a:solidFill>
                    <a:srgbClr val="555555"/>
                  </a:solidFill>
                  <a:cs typeface="+mn-ea"/>
                  <a:sym typeface="+mn-lt"/>
                </a:rPr>
                <a:t>提升司法文本自动分析能力，辅助“一案多罪”场景下的罪名认定与案件研判。</a:t>
              </a:r>
            </a:p>
          </p:txBody>
        </p:sp>
        <p:sp>
          <p:nvSpPr>
            <p:cNvPr id="32" name="椭圆 31">
              <a:extLst>
                <a:ext uri="{FF2B5EF4-FFF2-40B4-BE49-F238E27FC236}">
                  <a16:creationId xmlns:a16="http://schemas.microsoft.com/office/drawing/2014/main" id="{FEBC16AF-837B-486A-BEA7-79AC636ECBB6}"/>
                </a:ext>
              </a:extLst>
            </p:cNvPr>
            <p:cNvSpPr/>
            <p:nvPr/>
          </p:nvSpPr>
          <p:spPr>
            <a:xfrm>
              <a:off x="1554484" y="2042274"/>
              <a:ext cx="766752" cy="766752"/>
            </a:xfrm>
            <a:prstGeom prst="ellipse">
              <a:avLst/>
            </a:prstGeom>
            <a:solidFill>
              <a:srgbClr val="344F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a:solidFill>
                  <a:schemeClr val="tx1">
                    <a:lumMod val="85000"/>
                    <a:lumOff val="15000"/>
                  </a:schemeClr>
                </a:solidFill>
                <a:cs typeface="+mn-ea"/>
                <a:sym typeface="+mn-lt"/>
              </a:endParaRPr>
            </a:p>
          </p:txBody>
        </p:sp>
        <p:grpSp>
          <p:nvGrpSpPr>
            <p:cNvPr id="33" name="组合 32">
              <a:extLst>
                <a:ext uri="{FF2B5EF4-FFF2-40B4-BE49-F238E27FC236}">
                  <a16:creationId xmlns:a16="http://schemas.microsoft.com/office/drawing/2014/main" id="{39BB06AB-4B87-4808-AD95-700F8CCFAD48}"/>
                </a:ext>
              </a:extLst>
            </p:cNvPr>
            <p:cNvGrpSpPr/>
            <p:nvPr/>
          </p:nvGrpSpPr>
          <p:grpSpPr>
            <a:xfrm>
              <a:off x="1682667" y="2126248"/>
              <a:ext cx="522298" cy="598804"/>
              <a:chOff x="2033588" y="4343400"/>
              <a:chExt cx="563563" cy="646113"/>
            </a:xfrm>
            <a:solidFill>
              <a:schemeClr val="bg1"/>
            </a:solidFill>
          </p:grpSpPr>
          <p:sp>
            <p:nvSpPr>
              <p:cNvPr id="34" name="Oval 316">
                <a:extLst>
                  <a:ext uri="{FF2B5EF4-FFF2-40B4-BE49-F238E27FC236}">
                    <a16:creationId xmlns:a16="http://schemas.microsoft.com/office/drawing/2014/main" id="{F74976BC-FC1C-47AA-B4C0-09CAB30625D9}"/>
                  </a:ext>
                </a:extLst>
              </p:cNvPr>
              <p:cNvSpPr>
                <a:spLocks noChangeArrowheads="1"/>
              </p:cNvSpPr>
              <p:nvPr/>
            </p:nvSpPr>
            <p:spPr bwMode="auto">
              <a:xfrm>
                <a:off x="2166938" y="4343400"/>
                <a:ext cx="101600" cy="12382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000" b="1">
                  <a:solidFill>
                    <a:schemeClr val="tx1">
                      <a:lumMod val="85000"/>
                      <a:lumOff val="15000"/>
                    </a:schemeClr>
                  </a:solidFill>
                  <a:cs typeface="+mn-ea"/>
                  <a:sym typeface="+mn-lt"/>
                </a:endParaRPr>
              </a:p>
            </p:txBody>
          </p:sp>
          <p:sp>
            <p:nvSpPr>
              <p:cNvPr id="35" name="Freeform 317">
                <a:extLst>
                  <a:ext uri="{FF2B5EF4-FFF2-40B4-BE49-F238E27FC236}">
                    <a16:creationId xmlns:a16="http://schemas.microsoft.com/office/drawing/2014/main" id="{991AAC5A-8875-4974-B38A-695FB6CD1C58}"/>
                  </a:ext>
                </a:extLst>
              </p:cNvPr>
              <p:cNvSpPr>
                <a:spLocks noEditPoints="1"/>
              </p:cNvSpPr>
              <p:nvPr/>
            </p:nvSpPr>
            <p:spPr bwMode="auto">
              <a:xfrm>
                <a:off x="2033588" y="4479925"/>
                <a:ext cx="361950" cy="509588"/>
              </a:xfrm>
              <a:custGeom>
                <a:avLst/>
                <a:gdLst>
                  <a:gd name="T0" fmla="*/ 206 w 207"/>
                  <a:gd name="T1" fmla="*/ 44 h 292"/>
                  <a:gd name="T2" fmla="*/ 205 w 207"/>
                  <a:gd name="T3" fmla="*/ 44 h 292"/>
                  <a:gd name="T4" fmla="*/ 195 w 207"/>
                  <a:gd name="T5" fmla="*/ 36 h 292"/>
                  <a:gd name="T6" fmla="*/ 154 w 207"/>
                  <a:gd name="T7" fmla="*/ 5 h 292"/>
                  <a:gd name="T8" fmla="*/ 144 w 207"/>
                  <a:gd name="T9" fmla="*/ 2 h 292"/>
                  <a:gd name="T10" fmla="*/ 129 w 207"/>
                  <a:gd name="T11" fmla="*/ 1 h 292"/>
                  <a:gd name="T12" fmla="*/ 127 w 207"/>
                  <a:gd name="T13" fmla="*/ 19 h 292"/>
                  <a:gd name="T14" fmla="*/ 115 w 207"/>
                  <a:gd name="T15" fmla="*/ 72 h 292"/>
                  <a:gd name="T16" fmla="*/ 115 w 207"/>
                  <a:gd name="T17" fmla="*/ 12 h 292"/>
                  <a:gd name="T18" fmla="*/ 99 w 207"/>
                  <a:gd name="T19" fmla="*/ 0 h 292"/>
                  <a:gd name="T20" fmla="*/ 99 w 207"/>
                  <a:gd name="T21" fmla="*/ 15 h 292"/>
                  <a:gd name="T22" fmla="*/ 77 w 207"/>
                  <a:gd name="T23" fmla="*/ 30 h 292"/>
                  <a:gd name="T24" fmla="*/ 69 w 207"/>
                  <a:gd name="T25" fmla="*/ 11 h 292"/>
                  <a:gd name="T26" fmla="*/ 81 w 207"/>
                  <a:gd name="T27" fmla="*/ 0 h 292"/>
                  <a:gd name="T28" fmla="*/ 66 w 207"/>
                  <a:gd name="T29" fmla="*/ 2 h 292"/>
                  <a:gd name="T30" fmla="*/ 5 w 207"/>
                  <a:gd name="T31" fmla="*/ 60 h 292"/>
                  <a:gd name="T32" fmla="*/ 5 w 207"/>
                  <a:gd name="T33" fmla="*/ 61 h 292"/>
                  <a:gd name="T34" fmla="*/ 2 w 207"/>
                  <a:gd name="T35" fmla="*/ 81 h 292"/>
                  <a:gd name="T36" fmla="*/ 3 w 207"/>
                  <a:gd name="T37" fmla="*/ 82 h 292"/>
                  <a:gd name="T38" fmla="*/ 4 w 207"/>
                  <a:gd name="T39" fmla="*/ 85 h 292"/>
                  <a:gd name="T40" fmla="*/ 10 w 207"/>
                  <a:gd name="T41" fmla="*/ 97 h 292"/>
                  <a:gd name="T42" fmla="*/ 34 w 207"/>
                  <a:gd name="T43" fmla="*/ 144 h 292"/>
                  <a:gd name="T44" fmla="*/ 56 w 207"/>
                  <a:gd name="T45" fmla="*/ 153 h 292"/>
                  <a:gd name="T46" fmla="*/ 60 w 207"/>
                  <a:gd name="T47" fmla="*/ 154 h 292"/>
                  <a:gd name="T48" fmla="*/ 103 w 207"/>
                  <a:gd name="T49" fmla="*/ 292 h 292"/>
                  <a:gd name="T50" fmla="*/ 96 w 207"/>
                  <a:gd name="T51" fmla="*/ 188 h 292"/>
                  <a:gd name="T52" fmla="*/ 153 w 207"/>
                  <a:gd name="T53" fmla="*/ 56 h 292"/>
                  <a:gd name="T54" fmla="*/ 160 w 207"/>
                  <a:gd name="T55" fmla="*/ 53 h 292"/>
                  <a:gd name="T56" fmla="*/ 129 w 207"/>
                  <a:gd name="T57" fmla="*/ 76 h 292"/>
                  <a:gd name="T58" fmla="*/ 153 w 207"/>
                  <a:gd name="T59" fmla="*/ 56 h 292"/>
                  <a:gd name="T60" fmla="*/ 52 w 207"/>
                  <a:gd name="T61" fmla="*/ 94 h 292"/>
                  <a:gd name="T62" fmla="*/ 41 w 207"/>
                  <a:gd name="T63" fmla="*/ 74 h 292"/>
                  <a:gd name="T64" fmla="*/ 57 w 207"/>
                  <a:gd name="T65" fmla="*/ 102 h 2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07" h="292">
                    <a:moveTo>
                      <a:pt x="205" y="71"/>
                    </a:moveTo>
                    <a:cubicBezTo>
                      <a:pt x="206" y="59"/>
                      <a:pt x="207" y="41"/>
                      <a:pt x="206" y="44"/>
                    </a:cubicBezTo>
                    <a:cubicBezTo>
                      <a:pt x="206" y="44"/>
                      <a:pt x="206" y="44"/>
                      <a:pt x="206" y="44"/>
                    </a:cubicBezTo>
                    <a:cubicBezTo>
                      <a:pt x="205" y="44"/>
                      <a:pt x="205" y="44"/>
                      <a:pt x="205" y="44"/>
                    </a:cubicBezTo>
                    <a:cubicBezTo>
                      <a:pt x="202" y="41"/>
                      <a:pt x="202" y="41"/>
                      <a:pt x="202" y="41"/>
                    </a:cubicBezTo>
                    <a:cubicBezTo>
                      <a:pt x="195" y="36"/>
                      <a:pt x="195" y="36"/>
                      <a:pt x="195" y="36"/>
                    </a:cubicBezTo>
                    <a:cubicBezTo>
                      <a:pt x="181" y="26"/>
                      <a:pt x="181" y="26"/>
                      <a:pt x="181" y="26"/>
                    </a:cubicBezTo>
                    <a:cubicBezTo>
                      <a:pt x="154" y="5"/>
                      <a:pt x="154" y="5"/>
                      <a:pt x="154" y="5"/>
                    </a:cubicBezTo>
                    <a:cubicBezTo>
                      <a:pt x="151" y="3"/>
                      <a:pt x="147" y="2"/>
                      <a:pt x="144" y="2"/>
                    </a:cubicBezTo>
                    <a:cubicBezTo>
                      <a:pt x="144" y="2"/>
                      <a:pt x="144" y="2"/>
                      <a:pt x="144" y="2"/>
                    </a:cubicBezTo>
                    <a:cubicBezTo>
                      <a:pt x="139" y="1"/>
                      <a:pt x="134" y="1"/>
                      <a:pt x="129" y="0"/>
                    </a:cubicBezTo>
                    <a:cubicBezTo>
                      <a:pt x="129" y="1"/>
                      <a:pt x="129" y="1"/>
                      <a:pt x="129" y="1"/>
                    </a:cubicBezTo>
                    <a:cubicBezTo>
                      <a:pt x="142" y="11"/>
                      <a:pt x="142" y="11"/>
                      <a:pt x="142" y="11"/>
                    </a:cubicBezTo>
                    <a:cubicBezTo>
                      <a:pt x="127" y="19"/>
                      <a:pt x="127" y="19"/>
                      <a:pt x="127" y="19"/>
                    </a:cubicBezTo>
                    <a:cubicBezTo>
                      <a:pt x="134" y="30"/>
                      <a:pt x="134" y="30"/>
                      <a:pt x="134" y="30"/>
                    </a:cubicBezTo>
                    <a:cubicBezTo>
                      <a:pt x="115" y="72"/>
                      <a:pt x="115" y="72"/>
                      <a:pt x="115" y="72"/>
                    </a:cubicBezTo>
                    <a:cubicBezTo>
                      <a:pt x="112" y="15"/>
                      <a:pt x="112" y="15"/>
                      <a:pt x="112" y="15"/>
                    </a:cubicBezTo>
                    <a:cubicBezTo>
                      <a:pt x="115" y="12"/>
                      <a:pt x="115" y="12"/>
                      <a:pt x="115" y="12"/>
                    </a:cubicBezTo>
                    <a:cubicBezTo>
                      <a:pt x="111" y="0"/>
                      <a:pt x="111" y="0"/>
                      <a:pt x="111" y="0"/>
                    </a:cubicBezTo>
                    <a:cubicBezTo>
                      <a:pt x="99" y="0"/>
                      <a:pt x="99" y="0"/>
                      <a:pt x="99" y="0"/>
                    </a:cubicBezTo>
                    <a:cubicBezTo>
                      <a:pt x="96" y="12"/>
                      <a:pt x="96" y="12"/>
                      <a:pt x="96" y="12"/>
                    </a:cubicBezTo>
                    <a:cubicBezTo>
                      <a:pt x="99" y="15"/>
                      <a:pt x="99" y="15"/>
                      <a:pt x="99" y="15"/>
                    </a:cubicBezTo>
                    <a:cubicBezTo>
                      <a:pt x="96" y="72"/>
                      <a:pt x="96" y="72"/>
                      <a:pt x="96" y="72"/>
                    </a:cubicBezTo>
                    <a:cubicBezTo>
                      <a:pt x="77" y="30"/>
                      <a:pt x="77" y="30"/>
                      <a:pt x="77" y="30"/>
                    </a:cubicBezTo>
                    <a:cubicBezTo>
                      <a:pt x="84" y="19"/>
                      <a:pt x="84" y="19"/>
                      <a:pt x="84" y="19"/>
                    </a:cubicBezTo>
                    <a:cubicBezTo>
                      <a:pt x="69" y="11"/>
                      <a:pt x="69" y="11"/>
                      <a:pt x="69" y="11"/>
                    </a:cubicBezTo>
                    <a:cubicBezTo>
                      <a:pt x="81" y="1"/>
                      <a:pt x="81" y="1"/>
                      <a:pt x="81" y="1"/>
                    </a:cubicBezTo>
                    <a:cubicBezTo>
                      <a:pt x="81" y="0"/>
                      <a:pt x="81" y="0"/>
                      <a:pt x="81" y="0"/>
                    </a:cubicBezTo>
                    <a:cubicBezTo>
                      <a:pt x="76" y="1"/>
                      <a:pt x="72" y="1"/>
                      <a:pt x="67" y="2"/>
                    </a:cubicBezTo>
                    <a:cubicBezTo>
                      <a:pt x="67" y="2"/>
                      <a:pt x="66" y="2"/>
                      <a:pt x="66" y="2"/>
                    </a:cubicBezTo>
                    <a:cubicBezTo>
                      <a:pt x="61" y="2"/>
                      <a:pt x="57" y="4"/>
                      <a:pt x="53" y="8"/>
                    </a:cubicBezTo>
                    <a:cubicBezTo>
                      <a:pt x="5" y="60"/>
                      <a:pt x="5" y="60"/>
                      <a:pt x="5" y="60"/>
                    </a:cubicBezTo>
                    <a:cubicBezTo>
                      <a:pt x="5" y="61"/>
                      <a:pt x="5" y="61"/>
                      <a:pt x="5" y="61"/>
                    </a:cubicBezTo>
                    <a:cubicBezTo>
                      <a:pt x="5" y="61"/>
                      <a:pt x="5" y="61"/>
                      <a:pt x="5" y="61"/>
                    </a:cubicBezTo>
                    <a:cubicBezTo>
                      <a:pt x="0" y="102"/>
                      <a:pt x="3" y="72"/>
                      <a:pt x="2" y="81"/>
                    </a:cubicBezTo>
                    <a:cubicBezTo>
                      <a:pt x="2" y="81"/>
                      <a:pt x="2" y="81"/>
                      <a:pt x="2" y="81"/>
                    </a:cubicBezTo>
                    <a:cubicBezTo>
                      <a:pt x="2" y="82"/>
                      <a:pt x="2" y="82"/>
                      <a:pt x="2" y="82"/>
                    </a:cubicBezTo>
                    <a:cubicBezTo>
                      <a:pt x="3" y="82"/>
                      <a:pt x="3" y="82"/>
                      <a:pt x="3" y="82"/>
                    </a:cubicBezTo>
                    <a:cubicBezTo>
                      <a:pt x="3" y="83"/>
                      <a:pt x="3" y="83"/>
                      <a:pt x="3" y="83"/>
                    </a:cubicBezTo>
                    <a:cubicBezTo>
                      <a:pt x="4" y="85"/>
                      <a:pt x="4" y="85"/>
                      <a:pt x="4" y="85"/>
                    </a:cubicBezTo>
                    <a:cubicBezTo>
                      <a:pt x="6" y="89"/>
                      <a:pt x="6" y="89"/>
                      <a:pt x="6" y="89"/>
                    </a:cubicBezTo>
                    <a:cubicBezTo>
                      <a:pt x="10" y="97"/>
                      <a:pt x="10" y="97"/>
                      <a:pt x="10" y="97"/>
                    </a:cubicBezTo>
                    <a:cubicBezTo>
                      <a:pt x="18" y="113"/>
                      <a:pt x="18" y="113"/>
                      <a:pt x="18" y="113"/>
                    </a:cubicBezTo>
                    <a:cubicBezTo>
                      <a:pt x="34" y="144"/>
                      <a:pt x="34" y="144"/>
                      <a:pt x="34" y="144"/>
                    </a:cubicBezTo>
                    <a:cubicBezTo>
                      <a:pt x="42" y="141"/>
                      <a:pt x="49" y="137"/>
                      <a:pt x="56" y="133"/>
                    </a:cubicBezTo>
                    <a:cubicBezTo>
                      <a:pt x="56" y="140"/>
                      <a:pt x="56" y="146"/>
                      <a:pt x="56" y="153"/>
                    </a:cubicBezTo>
                    <a:cubicBezTo>
                      <a:pt x="56" y="153"/>
                      <a:pt x="56" y="154"/>
                      <a:pt x="56" y="154"/>
                    </a:cubicBezTo>
                    <a:cubicBezTo>
                      <a:pt x="57" y="154"/>
                      <a:pt x="58" y="154"/>
                      <a:pt x="60" y="154"/>
                    </a:cubicBezTo>
                    <a:cubicBezTo>
                      <a:pt x="64" y="292"/>
                      <a:pt x="64" y="292"/>
                      <a:pt x="64" y="292"/>
                    </a:cubicBezTo>
                    <a:cubicBezTo>
                      <a:pt x="103" y="292"/>
                      <a:pt x="103" y="292"/>
                      <a:pt x="103" y="292"/>
                    </a:cubicBezTo>
                    <a:cubicBezTo>
                      <a:pt x="104" y="275"/>
                      <a:pt x="104" y="252"/>
                      <a:pt x="104" y="230"/>
                    </a:cubicBezTo>
                    <a:cubicBezTo>
                      <a:pt x="99" y="217"/>
                      <a:pt x="96" y="202"/>
                      <a:pt x="96" y="188"/>
                    </a:cubicBezTo>
                    <a:cubicBezTo>
                      <a:pt x="96" y="126"/>
                      <a:pt x="144" y="75"/>
                      <a:pt x="205" y="71"/>
                    </a:cubicBezTo>
                    <a:close/>
                    <a:moveTo>
                      <a:pt x="153" y="56"/>
                    </a:moveTo>
                    <a:cubicBezTo>
                      <a:pt x="152" y="53"/>
                      <a:pt x="152" y="50"/>
                      <a:pt x="152" y="47"/>
                    </a:cubicBezTo>
                    <a:cubicBezTo>
                      <a:pt x="160" y="53"/>
                      <a:pt x="160" y="53"/>
                      <a:pt x="160" y="53"/>
                    </a:cubicBezTo>
                    <a:cubicBezTo>
                      <a:pt x="164" y="56"/>
                      <a:pt x="164" y="56"/>
                      <a:pt x="164" y="56"/>
                    </a:cubicBezTo>
                    <a:cubicBezTo>
                      <a:pt x="129" y="76"/>
                      <a:pt x="129" y="76"/>
                      <a:pt x="129" y="76"/>
                    </a:cubicBezTo>
                    <a:cubicBezTo>
                      <a:pt x="126" y="72"/>
                      <a:pt x="126" y="72"/>
                      <a:pt x="126" y="72"/>
                    </a:cubicBezTo>
                    <a:lnTo>
                      <a:pt x="153" y="56"/>
                    </a:lnTo>
                    <a:close/>
                    <a:moveTo>
                      <a:pt x="57" y="102"/>
                    </a:moveTo>
                    <a:cubicBezTo>
                      <a:pt x="52" y="94"/>
                      <a:pt x="52" y="94"/>
                      <a:pt x="52" y="94"/>
                    </a:cubicBezTo>
                    <a:cubicBezTo>
                      <a:pt x="43" y="79"/>
                      <a:pt x="43" y="79"/>
                      <a:pt x="43" y="79"/>
                    </a:cubicBezTo>
                    <a:cubicBezTo>
                      <a:pt x="41" y="74"/>
                      <a:pt x="41" y="74"/>
                      <a:pt x="41" y="74"/>
                    </a:cubicBezTo>
                    <a:cubicBezTo>
                      <a:pt x="58" y="53"/>
                      <a:pt x="58" y="53"/>
                      <a:pt x="58" y="53"/>
                    </a:cubicBezTo>
                    <a:cubicBezTo>
                      <a:pt x="58" y="70"/>
                      <a:pt x="57" y="86"/>
                      <a:pt x="57"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000" b="1">
                  <a:solidFill>
                    <a:schemeClr val="tx1">
                      <a:lumMod val="85000"/>
                      <a:lumOff val="15000"/>
                    </a:schemeClr>
                  </a:solidFill>
                  <a:cs typeface="+mn-ea"/>
                  <a:sym typeface="+mn-lt"/>
                </a:endParaRPr>
              </a:p>
            </p:txBody>
          </p:sp>
          <p:sp>
            <p:nvSpPr>
              <p:cNvPr id="36" name="Freeform 318">
                <a:extLst>
                  <a:ext uri="{FF2B5EF4-FFF2-40B4-BE49-F238E27FC236}">
                    <a16:creationId xmlns:a16="http://schemas.microsoft.com/office/drawing/2014/main" id="{28C95072-3CB1-44CA-A590-529F4A712D1A}"/>
                  </a:ext>
                </a:extLst>
              </p:cNvPr>
              <p:cNvSpPr>
                <a:spLocks/>
              </p:cNvSpPr>
              <p:nvPr/>
            </p:nvSpPr>
            <p:spPr bwMode="auto">
              <a:xfrm>
                <a:off x="2227263" y="4903788"/>
                <a:ext cx="71438" cy="85725"/>
              </a:xfrm>
              <a:custGeom>
                <a:avLst/>
                <a:gdLst>
                  <a:gd name="T0" fmla="*/ 0 w 41"/>
                  <a:gd name="T1" fmla="*/ 0 h 49"/>
                  <a:gd name="T2" fmla="*/ 1 w 41"/>
                  <a:gd name="T3" fmla="*/ 49 h 49"/>
                  <a:gd name="T4" fmla="*/ 41 w 41"/>
                  <a:gd name="T5" fmla="*/ 49 h 49"/>
                  <a:gd name="T6" fmla="*/ 41 w 41"/>
                  <a:gd name="T7" fmla="*/ 44 h 49"/>
                  <a:gd name="T8" fmla="*/ 0 w 41"/>
                  <a:gd name="T9" fmla="*/ 0 h 49"/>
                </a:gdLst>
                <a:ahLst/>
                <a:cxnLst>
                  <a:cxn ang="0">
                    <a:pos x="T0" y="T1"/>
                  </a:cxn>
                  <a:cxn ang="0">
                    <a:pos x="T2" y="T3"/>
                  </a:cxn>
                  <a:cxn ang="0">
                    <a:pos x="T4" y="T5"/>
                  </a:cxn>
                  <a:cxn ang="0">
                    <a:pos x="T6" y="T7"/>
                  </a:cxn>
                  <a:cxn ang="0">
                    <a:pos x="T8" y="T9"/>
                  </a:cxn>
                </a:cxnLst>
                <a:rect l="0" t="0" r="r" b="b"/>
                <a:pathLst>
                  <a:path w="41" h="49">
                    <a:moveTo>
                      <a:pt x="0" y="0"/>
                    </a:moveTo>
                    <a:cubicBezTo>
                      <a:pt x="1" y="49"/>
                      <a:pt x="1" y="49"/>
                      <a:pt x="1" y="49"/>
                    </a:cubicBezTo>
                    <a:cubicBezTo>
                      <a:pt x="41" y="49"/>
                      <a:pt x="41" y="49"/>
                      <a:pt x="41" y="49"/>
                    </a:cubicBezTo>
                    <a:cubicBezTo>
                      <a:pt x="41" y="47"/>
                      <a:pt x="41" y="45"/>
                      <a:pt x="41" y="44"/>
                    </a:cubicBezTo>
                    <a:cubicBezTo>
                      <a:pt x="24" y="33"/>
                      <a:pt x="10" y="18"/>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000" b="1">
                  <a:solidFill>
                    <a:schemeClr val="tx1">
                      <a:lumMod val="85000"/>
                      <a:lumOff val="15000"/>
                    </a:schemeClr>
                  </a:solidFill>
                  <a:cs typeface="+mn-ea"/>
                  <a:sym typeface="+mn-lt"/>
                </a:endParaRPr>
              </a:p>
            </p:txBody>
          </p:sp>
          <p:sp>
            <p:nvSpPr>
              <p:cNvPr id="37" name="Freeform 319">
                <a:extLst>
                  <a:ext uri="{FF2B5EF4-FFF2-40B4-BE49-F238E27FC236}">
                    <a16:creationId xmlns:a16="http://schemas.microsoft.com/office/drawing/2014/main" id="{E60D453C-8A9E-42B4-BA1A-0106E4B83ECB}"/>
                  </a:ext>
                </a:extLst>
              </p:cNvPr>
              <p:cNvSpPr>
                <a:spLocks/>
              </p:cNvSpPr>
              <p:nvPr/>
            </p:nvSpPr>
            <p:spPr bwMode="auto">
              <a:xfrm>
                <a:off x="2387600" y="4616450"/>
                <a:ext cx="61913" cy="47625"/>
              </a:xfrm>
              <a:custGeom>
                <a:avLst/>
                <a:gdLst>
                  <a:gd name="T0" fmla="*/ 34 w 39"/>
                  <a:gd name="T1" fmla="*/ 0 h 30"/>
                  <a:gd name="T2" fmla="*/ 28 w 39"/>
                  <a:gd name="T3" fmla="*/ 0 h 30"/>
                  <a:gd name="T4" fmla="*/ 12 w 39"/>
                  <a:gd name="T5" fmla="*/ 0 h 30"/>
                  <a:gd name="T6" fmla="*/ 5 w 39"/>
                  <a:gd name="T7" fmla="*/ 0 h 30"/>
                  <a:gd name="T8" fmla="*/ 0 w 39"/>
                  <a:gd name="T9" fmla="*/ 30 h 30"/>
                  <a:gd name="T10" fmla="*/ 12 w 39"/>
                  <a:gd name="T11" fmla="*/ 30 h 30"/>
                  <a:gd name="T12" fmla="*/ 28 w 39"/>
                  <a:gd name="T13" fmla="*/ 30 h 30"/>
                  <a:gd name="T14" fmla="*/ 39 w 39"/>
                  <a:gd name="T15" fmla="*/ 30 h 30"/>
                  <a:gd name="T16" fmla="*/ 34 w 39"/>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9" h="30">
                    <a:moveTo>
                      <a:pt x="34" y="0"/>
                    </a:moveTo>
                    <a:lnTo>
                      <a:pt x="28" y="0"/>
                    </a:lnTo>
                    <a:lnTo>
                      <a:pt x="12" y="0"/>
                    </a:lnTo>
                    <a:lnTo>
                      <a:pt x="5" y="0"/>
                    </a:lnTo>
                    <a:lnTo>
                      <a:pt x="0" y="30"/>
                    </a:lnTo>
                    <a:lnTo>
                      <a:pt x="12" y="30"/>
                    </a:lnTo>
                    <a:lnTo>
                      <a:pt x="28" y="30"/>
                    </a:lnTo>
                    <a:lnTo>
                      <a:pt x="39" y="30"/>
                    </a:lnTo>
                    <a:lnTo>
                      <a:pt x="3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000" b="1">
                  <a:solidFill>
                    <a:schemeClr val="tx1">
                      <a:lumMod val="85000"/>
                      <a:lumOff val="15000"/>
                    </a:schemeClr>
                  </a:solidFill>
                  <a:cs typeface="+mn-ea"/>
                  <a:sym typeface="+mn-lt"/>
                </a:endParaRPr>
              </a:p>
            </p:txBody>
          </p:sp>
          <p:sp>
            <p:nvSpPr>
              <p:cNvPr id="38" name="Freeform 320">
                <a:extLst>
                  <a:ext uri="{FF2B5EF4-FFF2-40B4-BE49-F238E27FC236}">
                    <a16:creationId xmlns:a16="http://schemas.microsoft.com/office/drawing/2014/main" id="{B090944F-032C-4DA3-932E-C62D2F191121}"/>
                  </a:ext>
                </a:extLst>
              </p:cNvPr>
              <p:cNvSpPr>
                <a:spLocks/>
              </p:cNvSpPr>
              <p:nvPr/>
            </p:nvSpPr>
            <p:spPr bwMode="auto">
              <a:xfrm>
                <a:off x="2305050" y="4625975"/>
                <a:ext cx="69850" cy="69850"/>
              </a:xfrm>
              <a:custGeom>
                <a:avLst/>
                <a:gdLst>
                  <a:gd name="T0" fmla="*/ 24 w 44"/>
                  <a:gd name="T1" fmla="*/ 0 h 44"/>
                  <a:gd name="T2" fmla="*/ 19 w 44"/>
                  <a:gd name="T3" fmla="*/ 4 h 44"/>
                  <a:gd name="T4" fmla="*/ 6 w 44"/>
                  <a:gd name="T5" fmla="*/ 11 h 44"/>
                  <a:gd name="T6" fmla="*/ 0 w 44"/>
                  <a:gd name="T7" fmla="*/ 15 h 44"/>
                  <a:gd name="T8" fmla="*/ 11 w 44"/>
                  <a:gd name="T9" fmla="*/ 44 h 44"/>
                  <a:gd name="T10" fmla="*/ 21 w 44"/>
                  <a:gd name="T11" fmla="*/ 38 h 44"/>
                  <a:gd name="T12" fmla="*/ 34 w 44"/>
                  <a:gd name="T13" fmla="*/ 30 h 44"/>
                  <a:gd name="T14" fmla="*/ 44 w 44"/>
                  <a:gd name="T15" fmla="*/ 24 h 44"/>
                  <a:gd name="T16" fmla="*/ 24 w 44"/>
                  <a:gd name="T17" fmla="*/ 0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 h="44">
                    <a:moveTo>
                      <a:pt x="24" y="0"/>
                    </a:moveTo>
                    <a:lnTo>
                      <a:pt x="19" y="4"/>
                    </a:lnTo>
                    <a:lnTo>
                      <a:pt x="6" y="11"/>
                    </a:lnTo>
                    <a:lnTo>
                      <a:pt x="0" y="15"/>
                    </a:lnTo>
                    <a:lnTo>
                      <a:pt x="11" y="44"/>
                    </a:lnTo>
                    <a:lnTo>
                      <a:pt x="21" y="38"/>
                    </a:lnTo>
                    <a:lnTo>
                      <a:pt x="34" y="30"/>
                    </a:lnTo>
                    <a:lnTo>
                      <a:pt x="44" y="24"/>
                    </a:lnTo>
                    <a:lnTo>
                      <a:pt x="2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000" b="1">
                  <a:solidFill>
                    <a:schemeClr val="tx1">
                      <a:lumMod val="85000"/>
                      <a:lumOff val="15000"/>
                    </a:schemeClr>
                  </a:solidFill>
                  <a:cs typeface="+mn-ea"/>
                  <a:sym typeface="+mn-lt"/>
                </a:endParaRPr>
              </a:p>
            </p:txBody>
          </p:sp>
          <p:sp>
            <p:nvSpPr>
              <p:cNvPr id="39" name="Freeform 321">
                <a:extLst>
                  <a:ext uri="{FF2B5EF4-FFF2-40B4-BE49-F238E27FC236}">
                    <a16:creationId xmlns:a16="http://schemas.microsoft.com/office/drawing/2014/main" id="{A341CDDD-B9EB-4876-A271-9859B059B3B7}"/>
                  </a:ext>
                </a:extLst>
              </p:cNvPr>
              <p:cNvSpPr>
                <a:spLocks/>
              </p:cNvSpPr>
              <p:nvPr/>
            </p:nvSpPr>
            <p:spPr bwMode="auto">
              <a:xfrm>
                <a:off x="2243138" y="4684713"/>
                <a:ext cx="68263" cy="69850"/>
              </a:xfrm>
              <a:custGeom>
                <a:avLst/>
                <a:gdLst>
                  <a:gd name="T0" fmla="*/ 14 w 43"/>
                  <a:gd name="T1" fmla="*/ 0 h 44"/>
                  <a:gd name="T2" fmla="*/ 11 w 43"/>
                  <a:gd name="T3" fmla="*/ 5 h 44"/>
                  <a:gd name="T4" fmla="*/ 3 w 43"/>
                  <a:gd name="T5" fmla="*/ 18 h 44"/>
                  <a:gd name="T6" fmla="*/ 0 w 43"/>
                  <a:gd name="T7" fmla="*/ 25 h 44"/>
                  <a:gd name="T8" fmla="*/ 24 w 43"/>
                  <a:gd name="T9" fmla="*/ 44 h 44"/>
                  <a:gd name="T10" fmla="*/ 29 w 43"/>
                  <a:gd name="T11" fmla="*/ 34 h 44"/>
                  <a:gd name="T12" fmla="*/ 37 w 43"/>
                  <a:gd name="T13" fmla="*/ 21 h 44"/>
                  <a:gd name="T14" fmla="*/ 43 w 43"/>
                  <a:gd name="T15" fmla="*/ 11 h 44"/>
                  <a:gd name="T16" fmla="*/ 14 w 43"/>
                  <a:gd name="T17" fmla="*/ 0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44">
                    <a:moveTo>
                      <a:pt x="14" y="0"/>
                    </a:moveTo>
                    <a:lnTo>
                      <a:pt x="11" y="5"/>
                    </a:lnTo>
                    <a:lnTo>
                      <a:pt x="3" y="18"/>
                    </a:lnTo>
                    <a:lnTo>
                      <a:pt x="0" y="25"/>
                    </a:lnTo>
                    <a:lnTo>
                      <a:pt x="24" y="44"/>
                    </a:lnTo>
                    <a:lnTo>
                      <a:pt x="29" y="34"/>
                    </a:lnTo>
                    <a:lnTo>
                      <a:pt x="37" y="21"/>
                    </a:lnTo>
                    <a:lnTo>
                      <a:pt x="43" y="11"/>
                    </a:lnTo>
                    <a:lnTo>
                      <a:pt x="1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000" b="1">
                  <a:solidFill>
                    <a:schemeClr val="tx1">
                      <a:lumMod val="85000"/>
                      <a:lumOff val="15000"/>
                    </a:schemeClr>
                  </a:solidFill>
                  <a:cs typeface="+mn-ea"/>
                  <a:sym typeface="+mn-lt"/>
                </a:endParaRPr>
              </a:p>
            </p:txBody>
          </p:sp>
          <p:sp>
            <p:nvSpPr>
              <p:cNvPr id="40" name="Freeform 322">
                <a:extLst>
                  <a:ext uri="{FF2B5EF4-FFF2-40B4-BE49-F238E27FC236}">
                    <a16:creationId xmlns:a16="http://schemas.microsoft.com/office/drawing/2014/main" id="{2B7FCE6A-559D-468E-A1DB-BB8909A3FBCE}"/>
                  </a:ext>
                </a:extLst>
              </p:cNvPr>
              <p:cNvSpPr>
                <a:spLocks/>
              </p:cNvSpPr>
              <p:nvPr/>
            </p:nvSpPr>
            <p:spPr bwMode="auto">
              <a:xfrm>
                <a:off x="2225675" y="4764088"/>
                <a:ext cx="47625" cy="61913"/>
              </a:xfrm>
              <a:custGeom>
                <a:avLst/>
                <a:gdLst>
                  <a:gd name="T0" fmla="*/ 0 w 30"/>
                  <a:gd name="T1" fmla="*/ 6 h 39"/>
                  <a:gd name="T2" fmla="*/ 0 w 30"/>
                  <a:gd name="T3" fmla="*/ 12 h 39"/>
                  <a:gd name="T4" fmla="*/ 0 w 30"/>
                  <a:gd name="T5" fmla="*/ 28 h 39"/>
                  <a:gd name="T6" fmla="*/ 0 w 30"/>
                  <a:gd name="T7" fmla="*/ 34 h 39"/>
                  <a:gd name="T8" fmla="*/ 30 w 30"/>
                  <a:gd name="T9" fmla="*/ 39 h 39"/>
                  <a:gd name="T10" fmla="*/ 30 w 30"/>
                  <a:gd name="T11" fmla="*/ 28 h 39"/>
                  <a:gd name="T12" fmla="*/ 30 w 30"/>
                  <a:gd name="T13" fmla="*/ 12 h 39"/>
                  <a:gd name="T14" fmla="*/ 30 w 30"/>
                  <a:gd name="T15" fmla="*/ 0 h 39"/>
                  <a:gd name="T16" fmla="*/ 0 w 30"/>
                  <a:gd name="T17" fmla="*/ 6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 h="39">
                    <a:moveTo>
                      <a:pt x="0" y="6"/>
                    </a:moveTo>
                    <a:lnTo>
                      <a:pt x="0" y="12"/>
                    </a:lnTo>
                    <a:lnTo>
                      <a:pt x="0" y="28"/>
                    </a:lnTo>
                    <a:lnTo>
                      <a:pt x="0" y="34"/>
                    </a:lnTo>
                    <a:lnTo>
                      <a:pt x="30" y="39"/>
                    </a:lnTo>
                    <a:lnTo>
                      <a:pt x="30" y="28"/>
                    </a:lnTo>
                    <a:lnTo>
                      <a:pt x="30" y="12"/>
                    </a:lnTo>
                    <a:lnTo>
                      <a:pt x="30" y="0"/>
                    </a:lnTo>
                    <a:lnTo>
                      <a:pt x="0" y="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000" b="1">
                  <a:solidFill>
                    <a:schemeClr val="tx1">
                      <a:lumMod val="85000"/>
                      <a:lumOff val="15000"/>
                    </a:schemeClr>
                  </a:solidFill>
                  <a:cs typeface="+mn-ea"/>
                  <a:sym typeface="+mn-lt"/>
                </a:endParaRPr>
              </a:p>
            </p:txBody>
          </p:sp>
          <p:sp>
            <p:nvSpPr>
              <p:cNvPr id="41" name="Freeform 323">
                <a:extLst>
                  <a:ext uri="{FF2B5EF4-FFF2-40B4-BE49-F238E27FC236}">
                    <a16:creationId xmlns:a16="http://schemas.microsoft.com/office/drawing/2014/main" id="{68A77089-178E-4D53-95B3-E72AF931D2F3}"/>
                  </a:ext>
                </a:extLst>
              </p:cNvPr>
              <p:cNvSpPr>
                <a:spLocks/>
              </p:cNvSpPr>
              <p:nvPr/>
            </p:nvSpPr>
            <p:spPr bwMode="auto">
              <a:xfrm>
                <a:off x="2235200" y="4840288"/>
                <a:ext cx="68263" cy="69850"/>
              </a:xfrm>
              <a:custGeom>
                <a:avLst/>
                <a:gdLst>
                  <a:gd name="T0" fmla="*/ 0 w 43"/>
                  <a:gd name="T1" fmla="*/ 18 h 44"/>
                  <a:gd name="T2" fmla="*/ 3 w 43"/>
                  <a:gd name="T3" fmla="*/ 24 h 44"/>
                  <a:gd name="T4" fmla="*/ 11 w 43"/>
                  <a:gd name="T5" fmla="*/ 38 h 44"/>
                  <a:gd name="T6" fmla="*/ 14 w 43"/>
                  <a:gd name="T7" fmla="*/ 44 h 44"/>
                  <a:gd name="T8" fmla="*/ 43 w 43"/>
                  <a:gd name="T9" fmla="*/ 33 h 44"/>
                  <a:gd name="T10" fmla="*/ 38 w 43"/>
                  <a:gd name="T11" fmla="*/ 23 h 44"/>
                  <a:gd name="T12" fmla="*/ 30 w 43"/>
                  <a:gd name="T13" fmla="*/ 10 h 44"/>
                  <a:gd name="T14" fmla="*/ 24 w 43"/>
                  <a:gd name="T15" fmla="*/ 0 h 44"/>
                  <a:gd name="T16" fmla="*/ 0 w 43"/>
                  <a:gd name="T17" fmla="*/ 18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44">
                    <a:moveTo>
                      <a:pt x="0" y="18"/>
                    </a:moveTo>
                    <a:lnTo>
                      <a:pt x="3" y="24"/>
                    </a:lnTo>
                    <a:lnTo>
                      <a:pt x="11" y="38"/>
                    </a:lnTo>
                    <a:lnTo>
                      <a:pt x="14" y="44"/>
                    </a:lnTo>
                    <a:lnTo>
                      <a:pt x="43" y="33"/>
                    </a:lnTo>
                    <a:lnTo>
                      <a:pt x="38" y="23"/>
                    </a:lnTo>
                    <a:lnTo>
                      <a:pt x="30" y="10"/>
                    </a:lnTo>
                    <a:lnTo>
                      <a:pt x="24" y="0"/>
                    </a:lnTo>
                    <a:lnTo>
                      <a:pt x="0" y="1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000" b="1">
                  <a:solidFill>
                    <a:schemeClr val="tx1">
                      <a:lumMod val="85000"/>
                      <a:lumOff val="15000"/>
                    </a:schemeClr>
                  </a:solidFill>
                  <a:cs typeface="+mn-ea"/>
                  <a:sym typeface="+mn-lt"/>
                </a:endParaRPr>
              </a:p>
            </p:txBody>
          </p:sp>
          <p:sp>
            <p:nvSpPr>
              <p:cNvPr id="42" name="Freeform 324">
                <a:extLst>
                  <a:ext uri="{FF2B5EF4-FFF2-40B4-BE49-F238E27FC236}">
                    <a16:creationId xmlns:a16="http://schemas.microsoft.com/office/drawing/2014/main" id="{04E59F64-C243-4B88-858D-447F206BAE15}"/>
                  </a:ext>
                </a:extLst>
              </p:cNvPr>
              <p:cNvSpPr>
                <a:spLocks/>
              </p:cNvSpPr>
              <p:nvPr/>
            </p:nvSpPr>
            <p:spPr bwMode="auto">
              <a:xfrm>
                <a:off x="2290763" y="4903788"/>
                <a:ext cx="73025" cy="68263"/>
              </a:xfrm>
              <a:custGeom>
                <a:avLst/>
                <a:gdLst>
                  <a:gd name="T0" fmla="*/ 0 w 46"/>
                  <a:gd name="T1" fmla="*/ 29 h 43"/>
                  <a:gd name="T2" fmla="*/ 6 w 46"/>
                  <a:gd name="T3" fmla="*/ 32 h 43"/>
                  <a:gd name="T4" fmla="*/ 20 w 46"/>
                  <a:gd name="T5" fmla="*/ 40 h 43"/>
                  <a:gd name="T6" fmla="*/ 26 w 46"/>
                  <a:gd name="T7" fmla="*/ 43 h 43"/>
                  <a:gd name="T8" fmla="*/ 46 w 46"/>
                  <a:gd name="T9" fmla="*/ 19 h 43"/>
                  <a:gd name="T10" fmla="*/ 36 w 46"/>
                  <a:gd name="T11" fmla="*/ 14 h 43"/>
                  <a:gd name="T12" fmla="*/ 21 w 46"/>
                  <a:gd name="T13" fmla="*/ 6 h 43"/>
                  <a:gd name="T14" fmla="*/ 13 w 46"/>
                  <a:gd name="T15" fmla="*/ 0 h 43"/>
                  <a:gd name="T16" fmla="*/ 0 w 46"/>
                  <a:gd name="T17" fmla="*/ 29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6" h="43">
                    <a:moveTo>
                      <a:pt x="0" y="29"/>
                    </a:moveTo>
                    <a:lnTo>
                      <a:pt x="6" y="32"/>
                    </a:lnTo>
                    <a:lnTo>
                      <a:pt x="20" y="40"/>
                    </a:lnTo>
                    <a:lnTo>
                      <a:pt x="26" y="43"/>
                    </a:lnTo>
                    <a:lnTo>
                      <a:pt x="46" y="19"/>
                    </a:lnTo>
                    <a:lnTo>
                      <a:pt x="36" y="14"/>
                    </a:lnTo>
                    <a:lnTo>
                      <a:pt x="21" y="6"/>
                    </a:lnTo>
                    <a:lnTo>
                      <a:pt x="13" y="0"/>
                    </a:lnTo>
                    <a:lnTo>
                      <a:pt x="0" y="2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000" b="1">
                  <a:solidFill>
                    <a:schemeClr val="tx1">
                      <a:lumMod val="85000"/>
                      <a:lumOff val="15000"/>
                    </a:schemeClr>
                  </a:solidFill>
                  <a:cs typeface="+mn-ea"/>
                  <a:sym typeface="+mn-lt"/>
                </a:endParaRPr>
              </a:p>
            </p:txBody>
          </p:sp>
          <p:sp>
            <p:nvSpPr>
              <p:cNvPr id="43" name="Freeform 325">
                <a:extLst>
                  <a:ext uri="{FF2B5EF4-FFF2-40B4-BE49-F238E27FC236}">
                    <a16:creationId xmlns:a16="http://schemas.microsoft.com/office/drawing/2014/main" id="{9A209FF0-AF1A-4615-AAF5-21B86D5F8969}"/>
                  </a:ext>
                </a:extLst>
              </p:cNvPr>
              <p:cNvSpPr>
                <a:spLocks/>
              </p:cNvSpPr>
              <p:nvPr/>
            </p:nvSpPr>
            <p:spPr bwMode="auto">
              <a:xfrm>
                <a:off x="2373313" y="4941888"/>
                <a:ext cx="61913" cy="47625"/>
              </a:xfrm>
              <a:custGeom>
                <a:avLst/>
                <a:gdLst>
                  <a:gd name="T0" fmla="*/ 5 w 39"/>
                  <a:gd name="T1" fmla="*/ 30 h 30"/>
                  <a:gd name="T2" fmla="*/ 11 w 39"/>
                  <a:gd name="T3" fmla="*/ 30 h 30"/>
                  <a:gd name="T4" fmla="*/ 28 w 39"/>
                  <a:gd name="T5" fmla="*/ 30 h 30"/>
                  <a:gd name="T6" fmla="*/ 34 w 39"/>
                  <a:gd name="T7" fmla="*/ 30 h 30"/>
                  <a:gd name="T8" fmla="*/ 39 w 39"/>
                  <a:gd name="T9" fmla="*/ 0 h 30"/>
                  <a:gd name="T10" fmla="*/ 28 w 39"/>
                  <a:gd name="T11" fmla="*/ 0 h 30"/>
                  <a:gd name="T12" fmla="*/ 11 w 39"/>
                  <a:gd name="T13" fmla="*/ 0 h 30"/>
                  <a:gd name="T14" fmla="*/ 0 w 39"/>
                  <a:gd name="T15" fmla="*/ 0 h 30"/>
                  <a:gd name="T16" fmla="*/ 5 w 39"/>
                  <a:gd name="T17"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9" h="30">
                    <a:moveTo>
                      <a:pt x="5" y="30"/>
                    </a:moveTo>
                    <a:lnTo>
                      <a:pt x="11" y="30"/>
                    </a:lnTo>
                    <a:lnTo>
                      <a:pt x="28" y="30"/>
                    </a:lnTo>
                    <a:lnTo>
                      <a:pt x="34" y="30"/>
                    </a:lnTo>
                    <a:lnTo>
                      <a:pt x="39" y="0"/>
                    </a:lnTo>
                    <a:lnTo>
                      <a:pt x="28" y="0"/>
                    </a:lnTo>
                    <a:lnTo>
                      <a:pt x="11" y="0"/>
                    </a:lnTo>
                    <a:lnTo>
                      <a:pt x="0" y="0"/>
                    </a:lnTo>
                    <a:lnTo>
                      <a:pt x="5" y="3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000" b="1">
                  <a:solidFill>
                    <a:schemeClr val="tx1">
                      <a:lumMod val="85000"/>
                      <a:lumOff val="15000"/>
                    </a:schemeClr>
                  </a:solidFill>
                  <a:cs typeface="+mn-ea"/>
                  <a:sym typeface="+mn-lt"/>
                </a:endParaRPr>
              </a:p>
            </p:txBody>
          </p:sp>
          <p:sp>
            <p:nvSpPr>
              <p:cNvPr id="44" name="Freeform 326">
                <a:extLst>
                  <a:ext uri="{FF2B5EF4-FFF2-40B4-BE49-F238E27FC236}">
                    <a16:creationId xmlns:a16="http://schemas.microsoft.com/office/drawing/2014/main" id="{600760EE-E2DF-4DF7-B0CD-2907E8D89586}"/>
                  </a:ext>
                </a:extLst>
              </p:cNvPr>
              <p:cNvSpPr>
                <a:spLocks/>
              </p:cNvSpPr>
              <p:nvPr/>
            </p:nvSpPr>
            <p:spPr bwMode="auto">
              <a:xfrm>
                <a:off x="2446338" y="4911725"/>
                <a:ext cx="73025" cy="68263"/>
              </a:xfrm>
              <a:custGeom>
                <a:avLst/>
                <a:gdLst>
                  <a:gd name="T0" fmla="*/ 20 w 46"/>
                  <a:gd name="T1" fmla="*/ 43 h 43"/>
                  <a:gd name="T2" fmla="*/ 26 w 46"/>
                  <a:gd name="T3" fmla="*/ 39 h 43"/>
                  <a:gd name="T4" fmla="*/ 40 w 46"/>
                  <a:gd name="T5" fmla="*/ 32 h 43"/>
                  <a:gd name="T6" fmla="*/ 46 w 46"/>
                  <a:gd name="T7" fmla="*/ 28 h 43"/>
                  <a:gd name="T8" fmla="*/ 35 w 46"/>
                  <a:gd name="T9" fmla="*/ 0 h 43"/>
                  <a:gd name="T10" fmla="*/ 25 w 46"/>
                  <a:gd name="T11" fmla="*/ 5 h 43"/>
                  <a:gd name="T12" fmla="*/ 10 w 46"/>
                  <a:gd name="T13" fmla="*/ 13 h 43"/>
                  <a:gd name="T14" fmla="*/ 0 w 46"/>
                  <a:gd name="T15" fmla="*/ 19 h 43"/>
                  <a:gd name="T16" fmla="*/ 20 w 46"/>
                  <a:gd name="T17" fmla="*/ 43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6" h="43">
                    <a:moveTo>
                      <a:pt x="20" y="43"/>
                    </a:moveTo>
                    <a:lnTo>
                      <a:pt x="26" y="39"/>
                    </a:lnTo>
                    <a:lnTo>
                      <a:pt x="40" y="32"/>
                    </a:lnTo>
                    <a:lnTo>
                      <a:pt x="46" y="28"/>
                    </a:lnTo>
                    <a:lnTo>
                      <a:pt x="35" y="0"/>
                    </a:lnTo>
                    <a:lnTo>
                      <a:pt x="25" y="5"/>
                    </a:lnTo>
                    <a:lnTo>
                      <a:pt x="10" y="13"/>
                    </a:lnTo>
                    <a:lnTo>
                      <a:pt x="0" y="19"/>
                    </a:lnTo>
                    <a:lnTo>
                      <a:pt x="20" y="4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000" b="1">
                  <a:solidFill>
                    <a:schemeClr val="tx1">
                      <a:lumMod val="85000"/>
                      <a:lumOff val="15000"/>
                    </a:schemeClr>
                  </a:solidFill>
                  <a:cs typeface="+mn-ea"/>
                  <a:sym typeface="+mn-lt"/>
                </a:endParaRPr>
              </a:p>
            </p:txBody>
          </p:sp>
          <p:sp>
            <p:nvSpPr>
              <p:cNvPr id="45" name="Freeform 327">
                <a:extLst>
                  <a:ext uri="{FF2B5EF4-FFF2-40B4-BE49-F238E27FC236}">
                    <a16:creationId xmlns:a16="http://schemas.microsoft.com/office/drawing/2014/main" id="{7E40C842-55F8-4F38-AC70-B8BBB203E57B}"/>
                  </a:ext>
                </a:extLst>
              </p:cNvPr>
              <p:cNvSpPr>
                <a:spLocks/>
              </p:cNvSpPr>
              <p:nvPr/>
            </p:nvSpPr>
            <p:spPr bwMode="auto">
              <a:xfrm>
                <a:off x="2511425" y="4851400"/>
                <a:ext cx="69850" cy="73025"/>
              </a:xfrm>
              <a:custGeom>
                <a:avLst/>
                <a:gdLst>
                  <a:gd name="T0" fmla="*/ 29 w 44"/>
                  <a:gd name="T1" fmla="*/ 46 h 46"/>
                  <a:gd name="T2" fmla="*/ 32 w 44"/>
                  <a:gd name="T3" fmla="*/ 40 h 46"/>
                  <a:gd name="T4" fmla="*/ 41 w 44"/>
                  <a:gd name="T5" fmla="*/ 26 h 46"/>
                  <a:gd name="T6" fmla="*/ 44 w 44"/>
                  <a:gd name="T7" fmla="*/ 20 h 46"/>
                  <a:gd name="T8" fmla="*/ 20 w 44"/>
                  <a:gd name="T9" fmla="*/ 0 h 46"/>
                  <a:gd name="T10" fmla="*/ 13 w 44"/>
                  <a:gd name="T11" fmla="*/ 10 h 46"/>
                  <a:gd name="T12" fmla="*/ 6 w 44"/>
                  <a:gd name="T13" fmla="*/ 25 h 46"/>
                  <a:gd name="T14" fmla="*/ 0 w 44"/>
                  <a:gd name="T15" fmla="*/ 33 h 46"/>
                  <a:gd name="T16" fmla="*/ 29 w 44"/>
                  <a:gd name="T17" fmla="*/ 46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 h="46">
                    <a:moveTo>
                      <a:pt x="29" y="46"/>
                    </a:moveTo>
                    <a:lnTo>
                      <a:pt x="32" y="40"/>
                    </a:lnTo>
                    <a:lnTo>
                      <a:pt x="41" y="26"/>
                    </a:lnTo>
                    <a:lnTo>
                      <a:pt x="44" y="20"/>
                    </a:lnTo>
                    <a:lnTo>
                      <a:pt x="20" y="0"/>
                    </a:lnTo>
                    <a:lnTo>
                      <a:pt x="13" y="10"/>
                    </a:lnTo>
                    <a:lnTo>
                      <a:pt x="6" y="25"/>
                    </a:lnTo>
                    <a:lnTo>
                      <a:pt x="0" y="33"/>
                    </a:lnTo>
                    <a:lnTo>
                      <a:pt x="29" y="4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000" b="1">
                  <a:solidFill>
                    <a:schemeClr val="tx1">
                      <a:lumMod val="85000"/>
                      <a:lumOff val="15000"/>
                    </a:schemeClr>
                  </a:solidFill>
                  <a:cs typeface="+mn-ea"/>
                  <a:sym typeface="+mn-lt"/>
                </a:endParaRPr>
              </a:p>
            </p:txBody>
          </p:sp>
          <p:sp>
            <p:nvSpPr>
              <p:cNvPr id="46" name="Freeform 328">
                <a:extLst>
                  <a:ext uri="{FF2B5EF4-FFF2-40B4-BE49-F238E27FC236}">
                    <a16:creationId xmlns:a16="http://schemas.microsoft.com/office/drawing/2014/main" id="{CED8EE2D-CEA5-49D2-B214-0E9FA6E2B9B5}"/>
                  </a:ext>
                </a:extLst>
              </p:cNvPr>
              <p:cNvSpPr>
                <a:spLocks/>
              </p:cNvSpPr>
              <p:nvPr/>
            </p:nvSpPr>
            <p:spPr bwMode="auto">
              <a:xfrm>
                <a:off x="2547938" y="4779963"/>
                <a:ext cx="49213" cy="61913"/>
              </a:xfrm>
              <a:custGeom>
                <a:avLst/>
                <a:gdLst>
                  <a:gd name="T0" fmla="*/ 31 w 31"/>
                  <a:gd name="T1" fmla="*/ 34 h 39"/>
                  <a:gd name="T2" fmla="*/ 31 w 31"/>
                  <a:gd name="T3" fmla="*/ 28 h 39"/>
                  <a:gd name="T4" fmla="*/ 31 w 31"/>
                  <a:gd name="T5" fmla="*/ 11 h 39"/>
                  <a:gd name="T6" fmla="*/ 31 w 31"/>
                  <a:gd name="T7" fmla="*/ 5 h 39"/>
                  <a:gd name="T8" fmla="*/ 0 w 31"/>
                  <a:gd name="T9" fmla="*/ 0 h 39"/>
                  <a:gd name="T10" fmla="*/ 0 w 31"/>
                  <a:gd name="T11" fmla="*/ 11 h 39"/>
                  <a:gd name="T12" fmla="*/ 0 w 31"/>
                  <a:gd name="T13" fmla="*/ 28 h 39"/>
                  <a:gd name="T14" fmla="*/ 0 w 31"/>
                  <a:gd name="T15" fmla="*/ 39 h 39"/>
                  <a:gd name="T16" fmla="*/ 31 w 31"/>
                  <a:gd name="T17" fmla="*/ 34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 h="39">
                    <a:moveTo>
                      <a:pt x="31" y="34"/>
                    </a:moveTo>
                    <a:lnTo>
                      <a:pt x="31" y="28"/>
                    </a:lnTo>
                    <a:lnTo>
                      <a:pt x="31" y="11"/>
                    </a:lnTo>
                    <a:lnTo>
                      <a:pt x="31" y="5"/>
                    </a:lnTo>
                    <a:lnTo>
                      <a:pt x="0" y="0"/>
                    </a:lnTo>
                    <a:lnTo>
                      <a:pt x="0" y="11"/>
                    </a:lnTo>
                    <a:lnTo>
                      <a:pt x="0" y="28"/>
                    </a:lnTo>
                    <a:lnTo>
                      <a:pt x="0" y="39"/>
                    </a:lnTo>
                    <a:lnTo>
                      <a:pt x="31" y="3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000" b="1">
                  <a:solidFill>
                    <a:schemeClr val="tx1">
                      <a:lumMod val="85000"/>
                      <a:lumOff val="15000"/>
                    </a:schemeClr>
                  </a:solidFill>
                  <a:cs typeface="+mn-ea"/>
                  <a:sym typeface="+mn-lt"/>
                </a:endParaRPr>
              </a:p>
            </p:txBody>
          </p:sp>
          <p:sp>
            <p:nvSpPr>
              <p:cNvPr id="47" name="Freeform 329">
                <a:extLst>
                  <a:ext uri="{FF2B5EF4-FFF2-40B4-BE49-F238E27FC236}">
                    <a16:creationId xmlns:a16="http://schemas.microsoft.com/office/drawing/2014/main" id="{4857FAA9-9523-46D6-9F7F-DA0D4A09E7C3}"/>
                  </a:ext>
                </a:extLst>
              </p:cNvPr>
              <p:cNvSpPr>
                <a:spLocks/>
              </p:cNvSpPr>
              <p:nvPr/>
            </p:nvSpPr>
            <p:spPr bwMode="auto">
              <a:xfrm>
                <a:off x="2519363" y="4695825"/>
                <a:ext cx="69850" cy="71438"/>
              </a:xfrm>
              <a:custGeom>
                <a:avLst/>
                <a:gdLst>
                  <a:gd name="T0" fmla="*/ 44 w 44"/>
                  <a:gd name="T1" fmla="*/ 26 h 45"/>
                  <a:gd name="T2" fmla="*/ 40 w 44"/>
                  <a:gd name="T3" fmla="*/ 20 h 45"/>
                  <a:gd name="T4" fmla="*/ 33 w 44"/>
                  <a:gd name="T5" fmla="*/ 6 h 45"/>
                  <a:gd name="T6" fmla="*/ 29 w 44"/>
                  <a:gd name="T7" fmla="*/ 0 h 45"/>
                  <a:gd name="T8" fmla="*/ 0 w 44"/>
                  <a:gd name="T9" fmla="*/ 11 h 45"/>
                  <a:gd name="T10" fmla="*/ 5 w 44"/>
                  <a:gd name="T11" fmla="*/ 21 h 45"/>
                  <a:gd name="T12" fmla="*/ 14 w 44"/>
                  <a:gd name="T13" fmla="*/ 36 h 45"/>
                  <a:gd name="T14" fmla="*/ 19 w 44"/>
                  <a:gd name="T15" fmla="*/ 45 h 45"/>
                  <a:gd name="T16" fmla="*/ 44 w 44"/>
                  <a:gd name="T17" fmla="*/ 26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 h="45">
                    <a:moveTo>
                      <a:pt x="44" y="26"/>
                    </a:moveTo>
                    <a:lnTo>
                      <a:pt x="40" y="20"/>
                    </a:lnTo>
                    <a:lnTo>
                      <a:pt x="33" y="6"/>
                    </a:lnTo>
                    <a:lnTo>
                      <a:pt x="29" y="0"/>
                    </a:lnTo>
                    <a:lnTo>
                      <a:pt x="0" y="11"/>
                    </a:lnTo>
                    <a:lnTo>
                      <a:pt x="5" y="21"/>
                    </a:lnTo>
                    <a:lnTo>
                      <a:pt x="14" y="36"/>
                    </a:lnTo>
                    <a:lnTo>
                      <a:pt x="19" y="45"/>
                    </a:lnTo>
                    <a:lnTo>
                      <a:pt x="44" y="2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000" b="1">
                  <a:solidFill>
                    <a:schemeClr val="tx1">
                      <a:lumMod val="85000"/>
                      <a:lumOff val="15000"/>
                    </a:schemeClr>
                  </a:solidFill>
                  <a:cs typeface="+mn-ea"/>
                  <a:sym typeface="+mn-lt"/>
                </a:endParaRPr>
              </a:p>
            </p:txBody>
          </p:sp>
          <p:sp>
            <p:nvSpPr>
              <p:cNvPr id="48" name="Freeform 330">
                <a:extLst>
                  <a:ext uri="{FF2B5EF4-FFF2-40B4-BE49-F238E27FC236}">
                    <a16:creationId xmlns:a16="http://schemas.microsoft.com/office/drawing/2014/main" id="{6FB619B4-BDDF-4522-9BCE-CA12E30898BB}"/>
                  </a:ext>
                </a:extLst>
              </p:cNvPr>
              <p:cNvSpPr>
                <a:spLocks/>
              </p:cNvSpPr>
              <p:nvPr/>
            </p:nvSpPr>
            <p:spPr bwMode="auto">
              <a:xfrm>
                <a:off x="2460625" y="4633913"/>
                <a:ext cx="69850" cy="69850"/>
              </a:xfrm>
              <a:custGeom>
                <a:avLst/>
                <a:gdLst>
                  <a:gd name="T0" fmla="*/ 44 w 44"/>
                  <a:gd name="T1" fmla="*/ 14 h 44"/>
                  <a:gd name="T2" fmla="*/ 39 w 44"/>
                  <a:gd name="T3" fmla="*/ 11 h 44"/>
                  <a:gd name="T4" fmla="*/ 24 w 44"/>
                  <a:gd name="T5" fmla="*/ 3 h 44"/>
                  <a:gd name="T6" fmla="*/ 19 w 44"/>
                  <a:gd name="T7" fmla="*/ 0 h 44"/>
                  <a:gd name="T8" fmla="*/ 0 w 44"/>
                  <a:gd name="T9" fmla="*/ 24 h 44"/>
                  <a:gd name="T10" fmla="*/ 9 w 44"/>
                  <a:gd name="T11" fmla="*/ 29 h 44"/>
                  <a:gd name="T12" fmla="*/ 23 w 44"/>
                  <a:gd name="T13" fmla="*/ 38 h 44"/>
                  <a:gd name="T14" fmla="*/ 33 w 44"/>
                  <a:gd name="T15" fmla="*/ 44 h 44"/>
                  <a:gd name="T16" fmla="*/ 44 w 44"/>
                  <a:gd name="T17" fmla="*/ 14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 h="44">
                    <a:moveTo>
                      <a:pt x="44" y="14"/>
                    </a:moveTo>
                    <a:lnTo>
                      <a:pt x="39" y="11"/>
                    </a:lnTo>
                    <a:lnTo>
                      <a:pt x="24" y="3"/>
                    </a:lnTo>
                    <a:lnTo>
                      <a:pt x="19" y="0"/>
                    </a:lnTo>
                    <a:lnTo>
                      <a:pt x="0" y="24"/>
                    </a:lnTo>
                    <a:lnTo>
                      <a:pt x="9" y="29"/>
                    </a:lnTo>
                    <a:lnTo>
                      <a:pt x="23" y="38"/>
                    </a:lnTo>
                    <a:lnTo>
                      <a:pt x="33" y="44"/>
                    </a:lnTo>
                    <a:lnTo>
                      <a:pt x="44"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000" b="1">
                  <a:solidFill>
                    <a:schemeClr val="tx1">
                      <a:lumMod val="85000"/>
                      <a:lumOff val="15000"/>
                    </a:schemeClr>
                  </a:solidFill>
                  <a:cs typeface="+mn-ea"/>
                  <a:sym typeface="+mn-lt"/>
                </a:endParaRPr>
              </a:p>
            </p:txBody>
          </p:sp>
          <p:sp>
            <p:nvSpPr>
              <p:cNvPr id="49" name="Freeform 331">
                <a:extLst>
                  <a:ext uri="{FF2B5EF4-FFF2-40B4-BE49-F238E27FC236}">
                    <a16:creationId xmlns:a16="http://schemas.microsoft.com/office/drawing/2014/main" id="{942E9E2B-44D9-4AE9-9C17-BCEF4841B2E6}"/>
                  </a:ext>
                </a:extLst>
              </p:cNvPr>
              <p:cNvSpPr>
                <a:spLocks noEditPoints="1"/>
              </p:cNvSpPr>
              <p:nvPr/>
            </p:nvSpPr>
            <p:spPr bwMode="auto">
              <a:xfrm>
                <a:off x="2255838" y="4646613"/>
                <a:ext cx="309563" cy="312738"/>
              </a:xfrm>
              <a:custGeom>
                <a:avLst/>
                <a:gdLst>
                  <a:gd name="T0" fmla="*/ 89 w 177"/>
                  <a:gd name="T1" fmla="*/ 178 h 178"/>
                  <a:gd name="T2" fmla="*/ 0 w 177"/>
                  <a:gd name="T3" fmla="*/ 89 h 178"/>
                  <a:gd name="T4" fmla="*/ 89 w 177"/>
                  <a:gd name="T5" fmla="*/ 0 h 178"/>
                  <a:gd name="T6" fmla="*/ 177 w 177"/>
                  <a:gd name="T7" fmla="*/ 89 h 178"/>
                  <a:gd name="T8" fmla="*/ 89 w 177"/>
                  <a:gd name="T9" fmla="*/ 178 h 178"/>
                  <a:gd name="T10" fmla="*/ 89 w 177"/>
                  <a:gd name="T11" fmla="*/ 27 h 178"/>
                  <a:gd name="T12" fmla="*/ 27 w 177"/>
                  <a:gd name="T13" fmla="*/ 89 h 178"/>
                  <a:gd name="T14" fmla="*/ 89 w 177"/>
                  <a:gd name="T15" fmla="*/ 152 h 178"/>
                  <a:gd name="T16" fmla="*/ 150 w 177"/>
                  <a:gd name="T17" fmla="*/ 89 h 178"/>
                  <a:gd name="T18" fmla="*/ 89 w 177"/>
                  <a:gd name="T19" fmla="*/ 27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7" h="178">
                    <a:moveTo>
                      <a:pt x="89" y="178"/>
                    </a:moveTo>
                    <a:cubicBezTo>
                      <a:pt x="40" y="178"/>
                      <a:pt x="0" y="138"/>
                      <a:pt x="0" y="89"/>
                    </a:cubicBezTo>
                    <a:cubicBezTo>
                      <a:pt x="0" y="40"/>
                      <a:pt x="40" y="0"/>
                      <a:pt x="89" y="0"/>
                    </a:cubicBezTo>
                    <a:cubicBezTo>
                      <a:pt x="137" y="0"/>
                      <a:pt x="177" y="40"/>
                      <a:pt x="177" y="89"/>
                    </a:cubicBezTo>
                    <a:cubicBezTo>
                      <a:pt x="177" y="138"/>
                      <a:pt x="137" y="178"/>
                      <a:pt x="89" y="178"/>
                    </a:cubicBezTo>
                    <a:close/>
                    <a:moveTo>
                      <a:pt x="89" y="27"/>
                    </a:moveTo>
                    <a:cubicBezTo>
                      <a:pt x="55" y="27"/>
                      <a:pt x="27" y="55"/>
                      <a:pt x="27" y="89"/>
                    </a:cubicBezTo>
                    <a:cubicBezTo>
                      <a:pt x="27" y="124"/>
                      <a:pt x="55" y="152"/>
                      <a:pt x="89" y="152"/>
                    </a:cubicBezTo>
                    <a:cubicBezTo>
                      <a:pt x="123" y="152"/>
                      <a:pt x="150" y="124"/>
                      <a:pt x="150" y="89"/>
                    </a:cubicBezTo>
                    <a:cubicBezTo>
                      <a:pt x="150" y="55"/>
                      <a:pt x="123" y="27"/>
                      <a:pt x="89"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000" b="1">
                  <a:solidFill>
                    <a:schemeClr val="tx1">
                      <a:lumMod val="85000"/>
                      <a:lumOff val="15000"/>
                    </a:schemeClr>
                  </a:solidFill>
                  <a:cs typeface="+mn-ea"/>
                  <a:sym typeface="+mn-lt"/>
                </a:endParaRPr>
              </a:p>
            </p:txBody>
          </p:sp>
          <p:sp>
            <p:nvSpPr>
              <p:cNvPr id="50" name="Oval 332">
                <a:extLst>
                  <a:ext uri="{FF2B5EF4-FFF2-40B4-BE49-F238E27FC236}">
                    <a16:creationId xmlns:a16="http://schemas.microsoft.com/office/drawing/2014/main" id="{5E9F6D4C-9564-4EB9-B69C-342CB48C8BAB}"/>
                  </a:ext>
                </a:extLst>
              </p:cNvPr>
              <p:cNvSpPr>
                <a:spLocks noChangeArrowheads="1"/>
              </p:cNvSpPr>
              <p:nvPr/>
            </p:nvSpPr>
            <p:spPr bwMode="auto">
              <a:xfrm>
                <a:off x="2346325" y="4738688"/>
                <a:ext cx="130175" cy="13017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000" b="1">
                  <a:solidFill>
                    <a:schemeClr val="tx1">
                      <a:lumMod val="85000"/>
                      <a:lumOff val="15000"/>
                    </a:schemeClr>
                  </a:solidFill>
                  <a:cs typeface="+mn-ea"/>
                  <a:sym typeface="+mn-lt"/>
                </a:endParaRPr>
              </a:p>
            </p:txBody>
          </p:sp>
        </p:grpSp>
      </p:grpSp>
      <p:sp>
        <p:nvSpPr>
          <p:cNvPr id="52" name="TextBox 42">
            <a:extLst>
              <a:ext uri="{FF2B5EF4-FFF2-40B4-BE49-F238E27FC236}">
                <a16:creationId xmlns:a16="http://schemas.microsoft.com/office/drawing/2014/main" id="{C744FDB5-A297-4774-A339-9BEDE506B9D4}"/>
              </a:ext>
            </a:extLst>
          </p:cNvPr>
          <p:cNvSpPr txBox="1"/>
          <p:nvPr/>
        </p:nvSpPr>
        <p:spPr>
          <a:xfrm>
            <a:off x="1311470" y="315858"/>
            <a:ext cx="3649369" cy="430887"/>
          </a:xfrm>
          <a:prstGeom prst="rect">
            <a:avLst/>
          </a:prstGeom>
          <a:noFill/>
          <a:ln>
            <a:noFill/>
          </a:ln>
        </p:spPr>
        <p:txBody>
          <a:bodyPr vert="horz" wrap="square" lIns="0" tIns="0" rIns="0" bIns="0" numCol="1" anchor="t" anchorCtr="0" compatLnSpc="1">
            <a:spAutoFit/>
          </a:bodyPr>
          <a:lstStyle>
            <a:defPPr>
              <a:defRPr lang="zh-CN"/>
            </a:defPPr>
            <a:lvl1pPr marL="0" marR="0" lvl="0" indent="0" defTabSz="914400" eaLnBrk="1" latinLnBrk="0" hangingPunct="1">
              <a:lnSpc>
                <a:spcPct val="100000"/>
              </a:lnSpc>
              <a:buClrTx/>
              <a:buSzTx/>
              <a:buFontTx/>
              <a:buNone/>
              <a:defRPr kumimoji="0" sz="2800" b="1" i="0" u="none" strike="noStrike" cap="none" normalizeH="0" baseline="0">
                <a:ln>
                  <a:noFill/>
                </a:ln>
                <a:effectLst/>
                <a:latin typeface="微软雅黑" panose="020B0503020204020204" pitchFamily="34" charset="-122"/>
                <a:ea typeface="微软雅黑" panose="020B0503020204020204" pitchFamily="34" charset="-122"/>
                <a:cs typeface="宋体" panose="02010600030101010101" pitchFamily="2" charset="-122"/>
              </a:defRPr>
            </a:lvl1pPr>
          </a:lstStyle>
          <a:p>
            <a:r>
              <a:rPr lang="en-US" altLang="zh-CN" b="0" dirty="0">
                <a:solidFill>
                  <a:srgbClr val="444444"/>
                </a:solidFill>
                <a:latin typeface="+mn-lt"/>
                <a:ea typeface="+mn-ea"/>
                <a:cs typeface="+mn-ea"/>
                <a:sym typeface="+mn-lt"/>
              </a:rPr>
              <a:t>1.3 </a:t>
            </a:r>
            <a:r>
              <a:rPr lang="zh-CN" altLang="en-US" b="0" dirty="0">
                <a:solidFill>
                  <a:srgbClr val="444444"/>
                </a:solidFill>
                <a:latin typeface="+mn-lt"/>
                <a:ea typeface="+mn-ea"/>
                <a:cs typeface="+mn-ea"/>
                <a:sym typeface="+mn-lt"/>
              </a:rPr>
              <a:t>研究意义</a:t>
            </a:r>
          </a:p>
        </p:txBody>
      </p:sp>
    </p:spTree>
    <p:extLst>
      <p:ext uri="{BB962C8B-B14F-4D97-AF65-F5344CB8AC3E}">
        <p14:creationId xmlns:p14="http://schemas.microsoft.com/office/powerpoint/2010/main" val="1859407756"/>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8" fill="hold" grpId="0" nodeType="afterEffect">
                                  <p:stCondLst>
                                    <p:cond delay="0"/>
                                  </p:stCondLst>
                                  <p:childTnLst>
                                    <p:set>
                                      <p:cBhvr>
                                        <p:cTn id="6" dur="1" fill="hold">
                                          <p:stCondLst>
                                            <p:cond delay="0"/>
                                          </p:stCondLst>
                                        </p:cTn>
                                        <p:tgtEl>
                                          <p:spTgt spid="52"/>
                                        </p:tgtEl>
                                        <p:attrNameLst>
                                          <p:attrName>style.visibility</p:attrName>
                                        </p:attrNameLst>
                                      </p:cBhvr>
                                      <p:to>
                                        <p:strVal val="visible"/>
                                      </p:to>
                                    </p:set>
                                    <p:anim calcmode="lin" valueType="num">
                                      <p:cBhvr>
                                        <p:cTn id="7" dur="500" fill="hold"/>
                                        <p:tgtEl>
                                          <p:spTgt spid="52"/>
                                        </p:tgtEl>
                                        <p:attrNameLst>
                                          <p:attrName>ppt_x</p:attrName>
                                        </p:attrNameLst>
                                      </p:cBhvr>
                                      <p:tavLst>
                                        <p:tav tm="0">
                                          <p:val>
                                            <p:strVal val="#ppt_x-#ppt_w/2"/>
                                          </p:val>
                                        </p:tav>
                                        <p:tav tm="100000">
                                          <p:val>
                                            <p:strVal val="#ppt_x"/>
                                          </p:val>
                                        </p:tav>
                                      </p:tavLst>
                                    </p:anim>
                                    <p:anim calcmode="lin" valueType="num">
                                      <p:cBhvr>
                                        <p:cTn id="8" dur="500" fill="hold"/>
                                        <p:tgtEl>
                                          <p:spTgt spid="52"/>
                                        </p:tgtEl>
                                        <p:attrNameLst>
                                          <p:attrName>ppt_y</p:attrName>
                                        </p:attrNameLst>
                                      </p:cBhvr>
                                      <p:tavLst>
                                        <p:tav tm="0">
                                          <p:val>
                                            <p:strVal val="#ppt_y"/>
                                          </p:val>
                                        </p:tav>
                                        <p:tav tm="100000">
                                          <p:val>
                                            <p:strVal val="#ppt_y"/>
                                          </p:val>
                                        </p:tav>
                                      </p:tavLst>
                                    </p:anim>
                                    <p:anim calcmode="lin" valueType="num">
                                      <p:cBhvr>
                                        <p:cTn id="9" dur="500" fill="hold"/>
                                        <p:tgtEl>
                                          <p:spTgt spid="52"/>
                                        </p:tgtEl>
                                        <p:attrNameLst>
                                          <p:attrName>ppt_w</p:attrName>
                                        </p:attrNameLst>
                                      </p:cBhvr>
                                      <p:tavLst>
                                        <p:tav tm="0">
                                          <p:val>
                                            <p:fltVal val="0"/>
                                          </p:val>
                                        </p:tav>
                                        <p:tav tm="100000">
                                          <p:val>
                                            <p:strVal val="#ppt_w"/>
                                          </p:val>
                                        </p:tav>
                                      </p:tavLst>
                                    </p:anim>
                                    <p:anim calcmode="lin" valueType="num">
                                      <p:cBhvr>
                                        <p:cTn id="10" dur="500" fill="hold"/>
                                        <p:tgtEl>
                                          <p:spTgt spid="52"/>
                                        </p:tgtEl>
                                        <p:attrNameLst>
                                          <p:attrName>ppt_h</p:attrName>
                                        </p:attrNameLst>
                                      </p:cBhvr>
                                      <p:tavLst>
                                        <p:tav tm="0">
                                          <p:val>
                                            <p:strVal val="#ppt_h"/>
                                          </p:val>
                                        </p:tav>
                                        <p:tav tm="100000">
                                          <p:val>
                                            <p:strVal val="#ppt_h"/>
                                          </p:val>
                                        </p:tav>
                                      </p:tavLst>
                                    </p:anim>
                                  </p:childTnLst>
                                </p:cTn>
                              </p:par>
                              <p:par>
                                <p:cTn id="11" presetID="1" presetClass="entr" presetSubtype="0" fill="hold" nodeType="withEffect">
                                  <p:stCondLst>
                                    <p:cond delay="0"/>
                                  </p:stCondLst>
                                  <p:childTnLst>
                                    <p:set>
                                      <p:cBhvr>
                                        <p:cTn id="12" dur="1" fill="hold">
                                          <p:stCondLst>
                                            <p:cond delay="0"/>
                                          </p:stCondLst>
                                        </p:cTn>
                                        <p:tgtEl>
                                          <p:spTgt spid="28"/>
                                        </p:tgtEl>
                                        <p:attrNameLst>
                                          <p:attrName>style.visibility</p:attrName>
                                        </p:attrNameLst>
                                      </p:cBhvr>
                                      <p:to>
                                        <p:strVal val="visible"/>
                                      </p:to>
                                    </p:set>
                                  </p:childTnLst>
                                </p:cTn>
                              </p:par>
                              <p:par>
                                <p:cTn id="13" presetID="42" presetClass="path" presetSubtype="0" accel="50000" decel="50000" fill="hold" nodeType="withEffect">
                                  <p:stCondLst>
                                    <p:cond delay="0"/>
                                  </p:stCondLst>
                                  <p:childTnLst>
                                    <p:animMotion origin="layout" path="M -2.08333E-7 7.40741E-7 L -2.08333E-7 -0.47384 " pathEditMode="relative" rAng="0" ptsTypes="AA">
                                      <p:cBhvr>
                                        <p:cTn id="14" dur="1500" spd="-100000" fill="hold"/>
                                        <p:tgtEl>
                                          <p:spTgt spid="28"/>
                                        </p:tgtEl>
                                        <p:attrNameLst>
                                          <p:attrName>ppt_x</p:attrName>
                                          <p:attrName>ppt_y</p:attrName>
                                        </p:attrNameLst>
                                      </p:cBhvr>
                                      <p:rCtr x="0" y="-23704"/>
                                    </p:animMotion>
                                  </p:childTnLst>
                                </p:cTn>
                              </p:par>
                            </p:childTnLst>
                          </p:cTn>
                        </p:par>
                        <p:par>
                          <p:cTn id="15" fill="hold">
                            <p:stCondLst>
                              <p:cond delay="1500"/>
                            </p:stCondLst>
                            <p:childTnLst>
                              <p:par>
                                <p:cTn id="16" presetID="1" presetClass="entr" presetSubtype="0" fill="hold" nodeType="afterEffect">
                                  <p:stCondLst>
                                    <p:cond delay="0"/>
                                  </p:stCondLst>
                                  <p:childTnLst>
                                    <p:set>
                                      <p:cBhvr>
                                        <p:cTn id="17" dur="1" fill="hold">
                                          <p:stCondLst>
                                            <p:cond delay="0"/>
                                          </p:stCondLst>
                                        </p:cTn>
                                        <p:tgtEl>
                                          <p:spTgt spid="15"/>
                                        </p:tgtEl>
                                        <p:attrNameLst>
                                          <p:attrName>style.visibility</p:attrName>
                                        </p:attrNameLst>
                                      </p:cBhvr>
                                      <p:to>
                                        <p:strVal val="visible"/>
                                      </p:to>
                                    </p:set>
                                  </p:childTnLst>
                                </p:cTn>
                              </p:par>
                            </p:childTnLst>
                          </p:cTn>
                        </p:par>
                        <p:par>
                          <p:cTn id="18" fill="hold">
                            <p:stCondLst>
                              <p:cond delay="1500"/>
                            </p:stCondLst>
                            <p:childTnLst>
                              <p:par>
                                <p:cTn id="19" presetID="42" presetClass="path" presetSubtype="0" accel="50000" decel="50000" fill="hold" nodeType="afterEffect">
                                  <p:stCondLst>
                                    <p:cond delay="0"/>
                                  </p:stCondLst>
                                  <p:childTnLst>
                                    <p:animMotion origin="layout" path="M -2.08333E-7 1.85185E-6 L -2.08333E-7 -0.22639 " pathEditMode="relative" rAng="0" ptsTypes="AA">
                                      <p:cBhvr>
                                        <p:cTn id="20" dur="1500" spd="-100000" fill="hold"/>
                                        <p:tgtEl>
                                          <p:spTgt spid="15"/>
                                        </p:tgtEl>
                                        <p:attrNameLst>
                                          <p:attrName>ppt_x</p:attrName>
                                          <p:attrName>ppt_y</p:attrName>
                                        </p:attrNameLst>
                                      </p:cBhvr>
                                      <p:rCtr x="0" y="-11319"/>
                                    </p:animMotion>
                                  </p:childTnLst>
                                </p:cTn>
                              </p:par>
                            </p:childTnLst>
                          </p:cTn>
                        </p:par>
                        <p:par>
                          <p:cTn id="21" fill="hold">
                            <p:stCondLst>
                              <p:cond delay="3000"/>
                            </p:stCondLst>
                            <p:childTnLst>
                              <p:par>
                                <p:cTn id="22" presetID="1" presetClass="entr" presetSubtype="0" fill="hold" nodeType="afterEffect">
                                  <p:stCondLst>
                                    <p:cond delay="0"/>
                                  </p:stCondLst>
                                  <p:childTnLst>
                                    <p:set>
                                      <p:cBhvr>
                                        <p:cTn id="23" dur="1" fill="hold">
                                          <p:stCondLst>
                                            <p:cond delay="0"/>
                                          </p:stCondLst>
                                        </p:cTn>
                                        <p:tgtEl>
                                          <p:spTgt spid="2"/>
                                        </p:tgtEl>
                                        <p:attrNameLst>
                                          <p:attrName>style.visibility</p:attrName>
                                        </p:attrNameLst>
                                      </p:cBhvr>
                                      <p:to>
                                        <p:strVal val="visible"/>
                                      </p:to>
                                    </p:set>
                                  </p:childTnLst>
                                </p:cTn>
                              </p:par>
                            </p:childTnLst>
                          </p:cTn>
                        </p:par>
                        <p:par>
                          <p:cTn id="24" fill="hold">
                            <p:stCondLst>
                              <p:cond delay="3000"/>
                            </p:stCondLst>
                            <p:childTnLst>
                              <p:par>
                                <p:cTn id="25" presetID="42" presetClass="path" presetSubtype="0" accel="50000" decel="50000" fill="hold" nodeType="afterEffect">
                                  <p:stCondLst>
                                    <p:cond delay="0"/>
                                  </p:stCondLst>
                                  <p:childTnLst>
                                    <p:animMotion origin="layout" path="M -2.08333E-7 2.96296E-6 L -2.08333E-7 -0.22639 " pathEditMode="relative" rAng="0" ptsTypes="AA">
                                      <p:cBhvr>
                                        <p:cTn id="26" dur="1500" spd="-100000" fill="hold"/>
                                        <p:tgtEl>
                                          <p:spTgt spid="2"/>
                                        </p:tgtEl>
                                        <p:attrNameLst>
                                          <p:attrName>ppt_x</p:attrName>
                                          <p:attrName>ppt_y</p:attrName>
                                        </p:attrNameLst>
                                      </p:cBhvr>
                                      <p:rCtr x="0" y="-11319"/>
                                    </p:animMotion>
                                  </p:childTnLst>
                                </p:cTn>
                              </p:par>
                            </p:childTnLst>
                          </p:cTn>
                        </p:par>
                        <p:par>
                          <p:cTn id="27" fill="hold">
                            <p:stCondLst>
                              <p:cond delay="4500"/>
                            </p:stCondLst>
                            <p:childTnLst>
                              <p:par>
                                <p:cTn id="28" presetID="2" presetClass="entr" presetSubtype="2" fill="hold" grpId="0" nodeType="afterEffect">
                                  <p:stCondLst>
                                    <p:cond delay="0"/>
                                  </p:stCondLst>
                                  <p:iterate type="lt">
                                    <p:tmPct val="10000"/>
                                  </p:iterate>
                                  <p:childTnLst>
                                    <p:set>
                                      <p:cBhvr>
                                        <p:cTn id="29" dur="1" fill="hold">
                                          <p:stCondLst>
                                            <p:cond delay="0"/>
                                          </p:stCondLst>
                                        </p:cTn>
                                        <p:tgtEl>
                                          <p:spTgt spid="27"/>
                                        </p:tgtEl>
                                        <p:attrNameLst>
                                          <p:attrName>style.visibility</p:attrName>
                                        </p:attrNameLst>
                                      </p:cBhvr>
                                      <p:to>
                                        <p:strVal val="visible"/>
                                      </p:to>
                                    </p:set>
                                    <p:anim calcmode="lin" valueType="num">
                                      <p:cBhvr additive="base">
                                        <p:cTn id="30" dur="500" fill="hold"/>
                                        <p:tgtEl>
                                          <p:spTgt spid="27"/>
                                        </p:tgtEl>
                                        <p:attrNameLst>
                                          <p:attrName>ppt_x</p:attrName>
                                        </p:attrNameLst>
                                      </p:cBhvr>
                                      <p:tavLst>
                                        <p:tav tm="0">
                                          <p:val>
                                            <p:strVal val="1+#ppt_w/2"/>
                                          </p:val>
                                        </p:tav>
                                        <p:tav tm="100000">
                                          <p:val>
                                            <p:strVal val="#ppt_x"/>
                                          </p:val>
                                        </p:tav>
                                      </p:tavLst>
                                    </p:anim>
                                    <p:anim calcmode="lin" valueType="num">
                                      <p:cBhvr additive="base">
                                        <p:cTn id="31" dur="500" fill="hold"/>
                                        <p:tgtEl>
                                          <p:spTgt spid="2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5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3" name="组合 32">
            <a:extLst>
              <a:ext uri="{FF2B5EF4-FFF2-40B4-BE49-F238E27FC236}">
                <a16:creationId xmlns:a16="http://schemas.microsoft.com/office/drawing/2014/main" id="{628EC6B2-3A39-45CC-998D-46962A5F9E92}"/>
              </a:ext>
            </a:extLst>
          </p:cNvPr>
          <p:cNvGrpSpPr/>
          <p:nvPr/>
        </p:nvGrpSpPr>
        <p:grpSpPr>
          <a:xfrm flipH="1">
            <a:off x="6722529" y="1729085"/>
            <a:ext cx="3312368" cy="453534"/>
            <a:chOff x="-380931" y="1470144"/>
            <a:chExt cx="3312368" cy="453534"/>
          </a:xfrm>
        </p:grpSpPr>
        <p:cxnSp>
          <p:nvCxnSpPr>
            <p:cNvPr id="35" name="直接连接符 34">
              <a:extLst>
                <a:ext uri="{FF2B5EF4-FFF2-40B4-BE49-F238E27FC236}">
                  <a16:creationId xmlns:a16="http://schemas.microsoft.com/office/drawing/2014/main" id="{BBB40310-C205-4A9A-A505-124DE7D56E9B}"/>
                </a:ext>
              </a:extLst>
            </p:cNvPr>
            <p:cNvCxnSpPr/>
            <p:nvPr/>
          </p:nvCxnSpPr>
          <p:spPr>
            <a:xfrm>
              <a:off x="2483767" y="1470144"/>
              <a:ext cx="447670" cy="453534"/>
            </a:xfrm>
            <a:prstGeom prst="line">
              <a:avLst/>
            </a:prstGeom>
            <a:ln w="6350">
              <a:solidFill>
                <a:srgbClr val="013B6D"/>
              </a:solidFill>
            </a:ln>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E5632F5F-4A3A-4C2A-9CD7-2E3A2EC6D44A}"/>
                </a:ext>
              </a:extLst>
            </p:cNvPr>
            <p:cNvCxnSpPr/>
            <p:nvPr/>
          </p:nvCxnSpPr>
          <p:spPr>
            <a:xfrm>
              <a:off x="-380931" y="1470144"/>
              <a:ext cx="2864699" cy="0"/>
            </a:xfrm>
            <a:prstGeom prst="line">
              <a:avLst/>
            </a:prstGeom>
            <a:ln w="6350">
              <a:solidFill>
                <a:srgbClr val="013B6D"/>
              </a:solidFill>
            </a:ln>
          </p:spPr>
          <p:style>
            <a:lnRef idx="1">
              <a:schemeClr val="accent1"/>
            </a:lnRef>
            <a:fillRef idx="0">
              <a:schemeClr val="accent1"/>
            </a:fillRef>
            <a:effectRef idx="0">
              <a:schemeClr val="accent1"/>
            </a:effectRef>
            <a:fontRef idx="minor">
              <a:schemeClr val="tx1"/>
            </a:fontRef>
          </p:style>
        </p:cxnSp>
      </p:grpSp>
      <p:cxnSp>
        <p:nvCxnSpPr>
          <p:cNvPr id="37" name="直接连接符 36">
            <a:extLst>
              <a:ext uri="{FF2B5EF4-FFF2-40B4-BE49-F238E27FC236}">
                <a16:creationId xmlns:a16="http://schemas.microsoft.com/office/drawing/2014/main" id="{4032F059-88F5-4566-8456-1220A51CF97D}"/>
              </a:ext>
            </a:extLst>
          </p:cNvPr>
          <p:cNvCxnSpPr/>
          <p:nvPr/>
        </p:nvCxnSpPr>
        <p:spPr>
          <a:xfrm flipH="1">
            <a:off x="8403941" y="3719585"/>
            <a:ext cx="2132459" cy="0"/>
          </a:xfrm>
          <a:prstGeom prst="line">
            <a:avLst/>
          </a:prstGeom>
          <a:ln w="6350">
            <a:solidFill>
              <a:srgbClr val="344F66"/>
            </a:solidFill>
          </a:ln>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129836B7-B32F-4E84-A949-E6AD15F84546}"/>
              </a:ext>
            </a:extLst>
          </p:cNvPr>
          <p:cNvCxnSpPr/>
          <p:nvPr/>
        </p:nvCxnSpPr>
        <p:spPr>
          <a:xfrm>
            <a:off x="2167485" y="4742773"/>
            <a:ext cx="3168352" cy="0"/>
          </a:xfrm>
          <a:prstGeom prst="line">
            <a:avLst/>
          </a:prstGeom>
          <a:ln w="6350">
            <a:solidFill>
              <a:srgbClr val="013B6D"/>
            </a:solidFill>
          </a:ln>
        </p:spPr>
        <p:style>
          <a:lnRef idx="1">
            <a:schemeClr val="accent1"/>
          </a:lnRef>
          <a:fillRef idx="0">
            <a:schemeClr val="accent1"/>
          </a:fillRef>
          <a:effectRef idx="0">
            <a:schemeClr val="accent1"/>
          </a:effectRef>
          <a:fontRef idx="minor">
            <a:schemeClr val="tx1"/>
          </a:fontRef>
        </p:style>
      </p:cxnSp>
      <p:grpSp>
        <p:nvGrpSpPr>
          <p:cNvPr id="30" name="组合 29">
            <a:extLst>
              <a:ext uri="{FF2B5EF4-FFF2-40B4-BE49-F238E27FC236}">
                <a16:creationId xmlns:a16="http://schemas.microsoft.com/office/drawing/2014/main" id="{0CB715B2-08C3-4C33-9557-11F662F206BA}"/>
              </a:ext>
            </a:extLst>
          </p:cNvPr>
          <p:cNvGrpSpPr/>
          <p:nvPr/>
        </p:nvGrpSpPr>
        <p:grpSpPr>
          <a:xfrm>
            <a:off x="1569921" y="2578495"/>
            <a:ext cx="2440674" cy="856274"/>
            <a:chOff x="611560" y="1470144"/>
            <a:chExt cx="2440674" cy="856274"/>
          </a:xfrm>
        </p:grpSpPr>
        <p:cxnSp>
          <p:nvCxnSpPr>
            <p:cNvPr id="31" name="直接连接符 30">
              <a:extLst>
                <a:ext uri="{FF2B5EF4-FFF2-40B4-BE49-F238E27FC236}">
                  <a16:creationId xmlns:a16="http://schemas.microsoft.com/office/drawing/2014/main" id="{7808F67C-BAFD-456F-A0D5-7C8587546F55}"/>
                </a:ext>
              </a:extLst>
            </p:cNvPr>
            <p:cNvCxnSpPr/>
            <p:nvPr/>
          </p:nvCxnSpPr>
          <p:spPr>
            <a:xfrm>
              <a:off x="611560" y="1470144"/>
              <a:ext cx="1872208" cy="0"/>
            </a:xfrm>
            <a:prstGeom prst="line">
              <a:avLst/>
            </a:prstGeom>
            <a:ln w="6350">
              <a:solidFill>
                <a:srgbClr val="344F66"/>
              </a:solidFill>
            </a:ln>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B5154155-6A9B-4CAD-8F67-B53F694F0B5F}"/>
                </a:ext>
              </a:extLst>
            </p:cNvPr>
            <p:cNvCxnSpPr/>
            <p:nvPr/>
          </p:nvCxnSpPr>
          <p:spPr>
            <a:xfrm>
              <a:off x="2483768" y="1470144"/>
              <a:ext cx="568466" cy="856274"/>
            </a:xfrm>
            <a:prstGeom prst="line">
              <a:avLst/>
            </a:prstGeom>
            <a:ln w="6350">
              <a:solidFill>
                <a:srgbClr val="344F66"/>
              </a:solidFill>
            </a:ln>
          </p:spPr>
          <p:style>
            <a:lnRef idx="1">
              <a:schemeClr val="accent1"/>
            </a:lnRef>
            <a:fillRef idx="0">
              <a:schemeClr val="accent1"/>
            </a:fillRef>
            <a:effectRef idx="0">
              <a:schemeClr val="accent1"/>
            </a:effectRef>
            <a:fontRef idx="minor">
              <a:schemeClr val="tx1"/>
            </a:fontRef>
          </p:style>
        </p:cxnSp>
      </p:grpSp>
      <p:grpSp>
        <p:nvGrpSpPr>
          <p:cNvPr id="2" name="组合 1">
            <a:extLst>
              <a:ext uri="{FF2B5EF4-FFF2-40B4-BE49-F238E27FC236}">
                <a16:creationId xmlns:a16="http://schemas.microsoft.com/office/drawing/2014/main" id="{06111A98-50D4-48E8-BFB4-4C857064CF1A}"/>
              </a:ext>
            </a:extLst>
          </p:cNvPr>
          <p:cNvGrpSpPr>
            <a:grpSpLocks noChangeAspect="1"/>
          </p:cNvGrpSpPr>
          <p:nvPr/>
        </p:nvGrpSpPr>
        <p:grpSpPr>
          <a:xfrm>
            <a:off x="5153166" y="1697216"/>
            <a:ext cx="2020575" cy="1683815"/>
            <a:chOff x="1017666" y="1460660"/>
            <a:chExt cx="1241816" cy="1034848"/>
          </a:xfrm>
        </p:grpSpPr>
        <p:grpSp>
          <p:nvGrpSpPr>
            <p:cNvPr id="3" name="组合 2">
              <a:extLst>
                <a:ext uri="{FF2B5EF4-FFF2-40B4-BE49-F238E27FC236}">
                  <a16:creationId xmlns:a16="http://schemas.microsoft.com/office/drawing/2014/main" id="{F072B3C7-21C1-4080-8773-B5333D4DB8B1}"/>
                </a:ext>
              </a:extLst>
            </p:cNvPr>
            <p:cNvGrpSpPr/>
            <p:nvPr/>
          </p:nvGrpSpPr>
          <p:grpSpPr>
            <a:xfrm>
              <a:off x="1017666" y="1460660"/>
              <a:ext cx="1241816" cy="1034848"/>
              <a:chOff x="1017666" y="1609725"/>
              <a:chExt cx="1241816" cy="1034848"/>
            </a:xfrm>
          </p:grpSpPr>
          <p:sp>
            <p:nvSpPr>
              <p:cNvPr id="5" name="六边形 4">
                <a:extLst>
                  <a:ext uri="{FF2B5EF4-FFF2-40B4-BE49-F238E27FC236}">
                    <a16:creationId xmlns:a16="http://schemas.microsoft.com/office/drawing/2014/main" id="{EF0B20B0-DC90-4481-A13E-685ECF395D9E}"/>
                  </a:ext>
                </a:extLst>
              </p:cNvPr>
              <p:cNvSpPr>
                <a:spLocks noChangeAspect="1"/>
              </p:cNvSpPr>
              <p:nvPr/>
            </p:nvSpPr>
            <p:spPr>
              <a:xfrm>
                <a:off x="1017666" y="1609725"/>
                <a:ext cx="1241816" cy="1034848"/>
              </a:xfrm>
              <a:prstGeom prst="hexagon">
                <a:avLst/>
              </a:prstGeom>
              <a:solidFill>
                <a:schemeClr val="bg1"/>
              </a:solidFill>
              <a:ln w="6350">
                <a:solidFill>
                  <a:srgbClr val="013B6D"/>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 name="六边形 5">
                <a:extLst>
                  <a:ext uri="{FF2B5EF4-FFF2-40B4-BE49-F238E27FC236}">
                    <a16:creationId xmlns:a16="http://schemas.microsoft.com/office/drawing/2014/main" id="{54402FA9-DB69-4E35-B7FC-43123478E1C1}"/>
                  </a:ext>
                </a:extLst>
              </p:cNvPr>
              <p:cNvSpPr>
                <a:spLocks noChangeAspect="1"/>
              </p:cNvSpPr>
              <p:nvPr/>
            </p:nvSpPr>
            <p:spPr>
              <a:xfrm>
                <a:off x="1120174" y="1695149"/>
                <a:ext cx="1036800" cy="864000"/>
              </a:xfrm>
              <a:prstGeom prst="hexagon">
                <a:avLst/>
              </a:prstGeom>
              <a:solidFill>
                <a:srgbClr val="344F6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4" name="TextBox 10">
              <a:extLst>
                <a:ext uri="{FF2B5EF4-FFF2-40B4-BE49-F238E27FC236}">
                  <a16:creationId xmlns:a16="http://schemas.microsoft.com/office/drawing/2014/main" id="{1EF883BA-B124-4154-9BFA-9AC5C2B9A0E0}"/>
                </a:ext>
              </a:extLst>
            </p:cNvPr>
            <p:cNvSpPr txBox="1"/>
            <p:nvPr/>
          </p:nvSpPr>
          <p:spPr>
            <a:xfrm>
              <a:off x="1331582" y="1808549"/>
              <a:ext cx="586380" cy="245902"/>
            </a:xfrm>
            <a:prstGeom prst="rect">
              <a:avLst/>
            </a:prstGeom>
            <a:noFill/>
          </p:spPr>
          <p:txBody>
            <a:bodyPr wrap="none" rtlCol="0">
              <a:spAutoFit/>
            </a:bodyPr>
            <a:lstStyle/>
            <a:p>
              <a:pPr algn="r"/>
              <a:r>
                <a:rPr lang="zh-CN" altLang="en-US" sz="2000" dirty="0">
                  <a:solidFill>
                    <a:schemeClr val="bg1"/>
                  </a:solidFill>
                  <a:cs typeface="+mn-ea"/>
                  <a:sym typeface="+mn-lt"/>
                </a:rPr>
                <a:t>方法二</a:t>
              </a:r>
            </a:p>
          </p:txBody>
        </p:sp>
      </p:grpSp>
      <p:grpSp>
        <p:nvGrpSpPr>
          <p:cNvPr id="7" name="组合 6">
            <a:extLst>
              <a:ext uri="{FF2B5EF4-FFF2-40B4-BE49-F238E27FC236}">
                <a16:creationId xmlns:a16="http://schemas.microsoft.com/office/drawing/2014/main" id="{89C321A1-D3D6-42A0-8918-053947CC9F40}"/>
              </a:ext>
            </a:extLst>
          </p:cNvPr>
          <p:cNvGrpSpPr>
            <a:grpSpLocks noChangeAspect="1"/>
          </p:cNvGrpSpPr>
          <p:nvPr/>
        </p:nvGrpSpPr>
        <p:grpSpPr>
          <a:xfrm>
            <a:off x="3318547" y="2569908"/>
            <a:ext cx="2020575" cy="1683815"/>
            <a:chOff x="1017666" y="2695004"/>
            <a:chExt cx="1241816" cy="1034848"/>
          </a:xfrm>
        </p:grpSpPr>
        <p:grpSp>
          <p:nvGrpSpPr>
            <p:cNvPr id="8" name="组合 7">
              <a:extLst>
                <a:ext uri="{FF2B5EF4-FFF2-40B4-BE49-F238E27FC236}">
                  <a16:creationId xmlns:a16="http://schemas.microsoft.com/office/drawing/2014/main" id="{302140B1-97C1-49DC-B07E-571A0937F17F}"/>
                </a:ext>
              </a:extLst>
            </p:cNvPr>
            <p:cNvGrpSpPr/>
            <p:nvPr/>
          </p:nvGrpSpPr>
          <p:grpSpPr>
            <a:xfrm>
              <a:off x="1017666" y="2695004"/>
              <a:ext cx="1241816" cy="1034848"/>
              <a:chOff x="1017666" y="1609725"/>
              <a:chExt cx="1241816" cy="1034848"/>
            </a:xfrm>
          </p:grpSpPr>
          <p:sp>
            <p:nvSpPr>
              <p:cNvPr id="10" name="六边形 9">
                <a:extLst>
                  <a:ext uri="{FF2B5EF4-FFF2-40B4-BE49-F238E27FC236}">
                    <a16:creationId xmlns:a16="http://schemas.microsoft.com/office/drawing/2014/main" id="{6AA4199B-1C6E-4836-AA3B-600F1FF80E53}"/>
                  </a:ext>
                </a:extLst>
              </p:cNvPr>
              <p:cNvSpPr>
                <a:spLocks noChangeAspect="1"/>
              </p:cNvSpPr>
              <p:nvPr/>
            </p:nvSpPr>
            <p:spPr>
              <a:xfrm>
                <a:off x="1017666" y="1609725"/>
                <a:ext cx="1241816" cy="1034848"/>
              </a:xfrm>
              <a:prstGeom prst="hexagon">
                <a:avLst/>
              </a:prstGeom>
              <a:solidFill>
                <a:schemeClr val="bg1"/>
              </a:solidFill>
              <a:ln w="6350">
                <a:solidFill>
                  <a:schemeClr val="bg1">
                    <a:lumMod val="6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六边形 10">
                <a:extLst>
                  <a:ext uri="{FF2B5EF4-FFF2-40B4-BE49-F238E27FC236}">
                    <a16:creationId xmlns:a16="http://schemas.microsoft.com/office/drawing/2014/main" id="{A6400FD7-8A93-4BC3-A06A-7C2668E6950F}"/>
                  </a:ext>
                </a:extLst>
              </p:cNvPr>
              <p:cNvSpPr>
                <a:spLocks noChangeAspect="1"/>
              </p:cNvSpPr>
              <p:nvPr/>
            </p:nvSpPr>
            <p:spPr>
              <a:xfrm>
                <a:off x="1120174" y="1695149"/>
                <a:ext cx="1036800" cy="864000"/>
              </a:xfrm>
              <a:prstGeom prst="hexagon">
                <a:avLst/>
              </a:prstGeom>
              <a:solidFill>
                <a:srgbClr val="CF3B4C"/>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9" name="TextBox 15">
              <a:extLst>
                <a:ext uri="{FF2B5EF4-FFF2-40B4-BE49-F238E27FC236}">
                  <a16:creationId xmlns:a16="http://schemas.microsoft.com/office/drawing/2014/main" id="{932B1D76-5E56-49FB-A811-C76B30479D4D}"/>
                </a:ext>
              </a:extLst>
            </p:cNvPr>
            <p:cNvSpPr txBox="1"/>
            <p:nvPr/>
          </p:nvSpPr>
          <p:spPr>
            <a:xfrm>
              <a:off x="1330868" y="3062229"/>
              <a:ext cx="586380" cy="245902"/>
            </a:xfrm>
            <a:prstGeom prst="rect">
              <a:avLst/>
            </a:prstGeom>
            <a:noFill/>
          </p:spPr>
          <p:txBody>
            <a:bodyPr wrap="none" rtlCol="0">
              <a:spAutoFit/>
            </a:bodyPr>
            <a:lstStyle/>
            <a:p>
              <a:pPr algn="r"/>
              <a:r>
                <a:rPr lang="zh-CN" altLang="en-US" sz="2000" dirty="0">
                  <a:solidFill>
                    <a:schemeClr val="bg1"/>
                  </a:solidFill>
                  <a:cs typeface="+mn-ea"/>
                  <a:sym typeface="+mn-lt"/>
                </a:rPr>
                <a:t>方法一</a:t>
              </a:r>
            </a:p>
          </p:txBody>
        </p:sp>
      </p:grpSp>
      <p:grpSp>
        <p:nvGrpSpPr>
          <p:cNvPr id="12" name="组合 11">
            <a:extLst>
              <a:ext uri="{FF2B5EF4-FFF2-40B4-BE49-F238E27FC236}">
                <a16:creationId xmlns:a16="http://schemas.microsoft.com/office/drawing/2014/main" id="{C11600DD-6A11-41B1-AC66-873124E90499}"/>
              </a:ext>
            </a:extLst>
          </p:cNvPr>
          <p:cNvGrpSpPr>
            <a:grpSpLocks noChangeAspect="1"/>
          </p:cNvGrpSpPr>
          <p:nvPr/>
        </p:nvGrpSpPr>
        <p:grpSpPr>
          <a:xfrm>
            <a:off x="4937395" y="3669097"/>
            <a:ext cx="2020575" cy="1683815"/>
            <a:chOff x="1017666" y="3929062"/>
            <a:chExt cx="1241816" cy="1034848"/>
          </a:xfrm>
        </p:grpSpPr>
        <p:grpSp>
          <p:nvGrpSpPr>
            <p:cNvPr id="13" name="组合 12">
              <a:extLst>
                <a:ext uri="{FF2B5EF4-FFF2-40B4-BE49-F238E27FC236}">
                  <a16:creationId xmlns:a16="http://schemas.microsoft.com/office/drawing/2014/main" id="{C1AC2530-A519-44A0-97A0-758CDB9B586A}"/>
                </a:ext>
              </a:extLst>
            </p:cNvPr>
            <p:cNvGrpSpPr/>
            <p:nvPr/>
          </p:nvGrpSpPr>
          <p:grpSpPr>
            <a:xfrm>
              <a:off x="1017666" y="3929062"/>
              <a:ext cx="1241816" cy="1034848"/>
              <a:chOff x="1017666" y="1609725"/>
              <a:chExt cx="1241816" cy="1034848"/>
            </a:xfrm>
          </p:grpSpPr>
          <p:sp>
            <p:nvSpPr>
              <p:cNvPr id="15" name="六边形 14">
                <a:extLst>
                  <a:ext uri="{FF2B5EF4-FFF2-40B4-BE49-F238E27FC236}">
                    <a16:creationId xmlns:a16="http://schemas.microsoft.com/office/drawing/2014/main" id="{A4C71CA1-5272-470D-ACD8-08A334194EAF}"/>
                  </a:ext>
                </a:extLst>
              </p:cNvPr>
              <p:cNvSpPr>
                <a:spLocks noChangeAspect="1"/>
              </p:cNvSpPr>
              <p:nvPr/>
            </p:nvSpPr>
            <p:spPr>
              <a:xfrm>
                <a:off x="1017666" y="1609725"/>
                <a:ext cx="1241816" cy="1034848"/>
              </a:xfrm>
              <a:prstGeom prst="hexagon">
                <a:avLst/>
              </a:prstGeom>
              <a:solidFill>
                <a:schemeClr val="bg1"/>
              </a:solidFill>
              <a:ln w="6350">
                <a:solidFill>
                  <a:srgbClr val="013B6D"/>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6" name="六边形 15">
                <a:extLst>
                  <a:ext uri="{FF2B5EF4-FFF2-40B4-BE49-F238E27FC236}">
                    <a16:creationId xmlns:a16="http://schemas.microsoft.com/office/drawing/2014/main" id="{46A4A480-565D-4714-8246-3F9F8FDF183F}"/>
                  </a:ext>
                </a:extLst>
              </p:cNvPr>
              <p:cNvSpPr>
                <a:spLocks noChangeAspect="1"/>
              </p:cNvSpPr>
              <p:nvPr/>
            </p:nvSpPr>
            <p:spPr>
              <a:xfrm>
                <a:off x="1120174" y="1695149"/>
                <a:ext cx="1036800" cy="864000"/>
              </a:xfrm>
              <a:prstGeom prst="hexagon">
                <a:avLst/>
              </a:prstGeom>
              <a:solidFill>
                <a:srgbClr val="344F6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14" name="TextBox 20">
              <a:extLst>
                <a:ext uri="{FF2B5EF4-FFF2-40B4-BE49-F238E27FC236}">
                  <a16:creationId xmlns:a16="http://schemas.microsoft.com/office/drawing/2014/main" id="{F6A0AF17-DF54-40F1-9597-2F9B148A6A4D}"/>
                </a:ext>
              </a:extLst>
            </p:cNvPr>
            <p:cNvSpPr txBox="1"/>
            <p:nvPr/>
          </p:nvSpPr>
          <p:spPr>
            <a:xfrm>
              <a:off x="1334690" y="4312512"/>
              <a:ext cx="586380" cy="245902"/>
            </a:xfrm>
            <a:prstGeom prst="rect">
              <a:avLst/>
            </a:prstGeom>
            <a:noFill/>
          </p:spPr>
          <p:txBody>
            <a:bodyPr wrap="none" rtlCol="0">
              <a:spAutoFit/>
            </a:bodyPr>
            <a:lstStyle/>
            <a:p>
              <a:pPr algn="r"/>
              <a:r>
                <a:rPr lang="zh-CN" altLang="en-US" sz="2000" dirty="0">
                  <a:solidFill>
                    <a:schemeClr val="bg1"/>
                  </a:solidFill>
                  <a:cs typeface="+mn-ea"/>
                  <a:sym typeface="+mn-lt"/>
                </a:rPr>
                <a:t>方法四</a:t>
              </a:r>
            </a:p>
          </p:txBody>
        </p:sp>
      </p:grpSp>
      <p:grpSp>
        <p:nvGrpSpPr>
          <p:cNvPr id="17" name="组合 16">
            <a:extLst>
              <a:ext uri="{FF2B5EF4-FFF2-40B4-BE49-F238E27FC236}">
                <a16:creationId xmlns:a16="http://schemas.microsoft.com/office/drawing/2014/main" id="{95E02974-E85D-43FC-8BFF-0719F989B79F}"/>
              </a:ext>
            </a:extLst>
          </p:cNvPr>
          <p:cNvGrpSpPr>
            <a:grpSpLocks noChangeAspect="1"/>
          </p:cNvGrpSpPr>
          <p:nvPr/>
        </p:nvGrpSpPr>
        <p:grpSpPr>
          <a:xfrm>
            <a:off x="6683882" y="2949890"/>
            <a:ext cx="2020575" cy="1683815"/>
            <a:chOff x="1017666" y="2695004"/>
            <a:chExt cx="1241816" cy="1034848"/>
          </a:xfrm>
        </p:grpSpPr>
        <p:grpSp>
          <p:nvGrpSpPr>
            <p:cNvPr id="18" name="组合 17">
              <a:extLst>
                <a:ext uri="{FF2B5EF4-FFF2-40B4-BE49-F238E27FC236}">
                  <a16:creationId xmlns:a16="http://schemas.microsoft.com/office/drawing/2014/main" id="{D6C12EDB-7FF4-4177-8BFD-25AFFE418972}"/>
                </a:ext>
              </a:extLst>
            </p:cNvPr>
            <p:cNvGrpSpPr/>
            <p:nvPr/>
          </p:nvGrpSpPr>
          <p:grpSpPr>
            <a:xfrm>
              <a:off x="1017666" y="2695004"/>
              <a:ext cx="1241816" cy="1034848"/>
              <a:chOff x="1017666" y="1609725"/>
              <a:chExt cx="1241816" cy="1034848"/>
            </a:xfrm>
          </p:grpSpPr>
          <p:sp>
            <p:nvSpPr>
              <p:cNvPr id="20" name="六边形 19">
                <a:extLst>
                  <a:ext uri="{FF2B5EF4-FFF2-40B4-BE49-F238E27FC236}">
                    <a16:creationId xmlns:a16="http://schemas.microsoft.com/office/drawing/2014/main" id="{B1257DCE-0B75-4D3F-8CA6-B2A9FFD76001}"/>
                  </a:ext>
                </a:extLst>
              </p:cNvPr>
              <p:cNvSpPr>
                <a:spLocks noChangeAspect="1"/>
              </p:cNvSpPr>
              <p:nvPr/>
            </p:nvSpPr>
            <p:spPr>
              <a:xfrm>
                <a:off x="1017666" y="1609725"/>
                <a:ext cx="1241816" cy="1034848"/>
              </a:xfrm>
              <a:prstGeom prst="hexagon">
                <a:avLst/>
              </a:prstGeom>
              <a:solidFill>
                <a:schemeClr val="bg1"/>
              </a:solidFill>
              <a:ln w="6350">
                <a:solidFill>
                  <a:schemeClr val="bg1">
                    <a:lumMod val="6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1" name="六边形 20">
                <a:extLst>
                  <a:ext uri="{FF2B5EF4-FFF2-40B4-BE49-F238E27FC236}">
                    <a16:creationId xmlns:a16="http://schemas.microsoft.com/office/drawing/2014/main" id="{7A51A15E-615B-413A-B9FC-0E26040185AF}"/>
                  </a:ext>
                </a:extLst>
              </p:cNvPr>
              <p:cNvSpPr>
                <a:spLocks noChangeAspect="1"/>
              </p:cNvSpPr>
              <p:nvPr/>
            </p:nvSpPr>
            <p:spPr>
              <a:xfrm>
                <a:off x="1120174" y="1695149"/>
                <a:ext cx="1036800" cy="864000"/>
              </a:xfrm>
              <a:prstGeom prst="hexagon">
                <a:avLst/>
              </a:prstGeom>
              <a:solidFill>
                <a:srgbClr val="CF3B4C"/>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sp>
          <p:nvSpPr>
            <p:cNvPr id="19" name="TextBox 25">
              <a:extLst>
                <a:ext uri="{FF2B5EF4-FFF2-40B4-BE49-F238E27FC236}">
                  <a16:creationId xmlns:a16="http://schemas.microsoft.com/office/drawing/2014/main" id="{FC795368-9A10-4F1E-A457-27278B8C4D28}"/>
                </a:ext>
              </a:extLst>
            </p:cNvPr>
            <p:cNvSpPr txBox="1"/>
            <p:nvPr/>
          </p:nvSpPr>
          <p:spPr>
            <a:xfrm>
              <a:off x="1323698" y="3082283"/>
              <a:ext cx="586380" cy="245902"/>
            </a:xfrm>
            <a:prstGeom prst="rect">
              <a:avLst/>
            </a:prstGeom>
            <a:noFill/>
          </p:spPr>
          <p:txBody>
            <a:bodyPr wrap="none" rtlCol="0">
              <a:spAutoFit/>
            </a:bodyPr>
            <a:lstStyle/>
            <a:p>
              <a:pPr algn="r"/>
              <a:r>
                <a:rPr lang="zh-CN" altLang="en-US" sz="2000" dirty="0">
                  <a:solidFill>
                    <a:schemeClr val="bg1"/>
                  </a:solidFill>
                  <a:cs typeface="+mn-ea"/>
                  <a:sym typeface="+mn-lt"/>
                </a:rPr>
                <a:t>方法三</a:t>
              </a:r>
            </a:p>
          </p:txBody>
        </p:sp>
      </p:grpSp>
      <p:sp>
        <p:nvSpPr>
          <p:cNvPr id="22" name="Rectangle 13" descr="FD1DDF730CE4456e89755B07FE1653D0# #Rectangle 13">
            <a:extLst>
              <a:ext uri="{FF2B5EF4-FFF2-40B4-BE49-F238E27FC236}">
                <a16:creationId xmlns:a16="http://schemas.microsoft.com/office/drawing/2014/main" id="{751843B4-AA84-4868-94F1-FFDD25308143}"/>
              </a:ext>
            </a:extLst>
          </p:cNvPr>
          <p:cNvSpPr>
            <a:spLocks noChangeArrowheads="1"/>
          </p:cNvSpPr>
          <p:nvPr/>
        </p:nvSpPr>
        <p:spPr bwMode="auto">
          <a:xfrm>
            <a:off x="1474152" y="2239941"/>
            <a:ext cx="335419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Font typeface="Arial" charset="0"/>
              <a:buChar char="•"/>
              <a:defRPr sz="3200">
                <a:solidFill>
                  <a:schemeClr val="tx1"/>
                </a:solidFill>
                <a:latin typeface="Calibri" pitchFamily="34" charset="0"/>
                <a:ea typeface="宋体" pitchFamily="2" charset="-122"/>
              </a:defRPr>
            </a:lvl1pPr>
            <a:lvl2pPr marL="742950" indent="-285750" eaLnBrk="0" hangingPunct="0">
              <a:spcBef>
                <a:spcPct val="20000"/>
              </a:spcBef>
              <a:buFont typeface="Arial" charset="0"/>
              <a:buChar char="–"/>
              <a:defRPr sz="2800">
                <a:solidFill>
                  <a:schemeClr val="tx1"/>
                </a:solidFill>
                <a:latin typeface="Calibri" pitchFamily="34" charset="0"/>
                <a:ea typeface="宋体" pitchFamily="2" charset="-122"/>
              </a:defRPr>
            </a:lvl2pPr>
            <a:lvl3pPr marL="1143000" indent="-228600" eaLnBrk="0" hangingPunct="0">
              <a:spcBef>
                <a:spcPct val="20000"/>
              </a:spcBef>
              <a:buFont typeface="Arial" charset="0"/>
              <a:buChar char="•"/>
              <a:defRPr sz="2400">
                <a:solidFill>
                  <a:schemeClr val="tx1"/>
                </a:solidFill>
                <a:latin typeface="Calibri" pitchFamily="34" charset="0"/>
                <a:ea typeface="宋体" pitchFamily="2" charset="-122"/>
              </a:defRPr>
            </a:lvl3pPr>
            <a:lvl4pPr marL="1600200" indent="-228600" eaLnBrk="0" hangingPunct="0">
              <a:spcBef>
                <a:spcPct val="20000"/>
              </a:spcBef>
              <a:buFont typeface="Arial" charset="0"/>
              <a:buChar char="–"/>
              <a:defRPr sz="2000">
                <a:solidFill>
                  <a:schemeClr val="tx1"/>
                </a:solidFill>
                <a:latin typeface="Calibri" pitchFamily="34" charset="0"/>
                <a:ea typeface="宋体" pitchFamily="2" charset="-122"/>
              </a:defRPr>
            </a:lvl4pPr>
            <a:lvl5pPr marL="2057400" indent="-228600" eaLnBrk="0" hangingPunct="0">
              <a:spcBef>
                <a:spcPct val="20000"/>
              </a:spcBef>
              <a:buFont typeface="Arial" charset="0"/>
              <a:buChar char="»"/>
              <a:defRPr sz="2000">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9pPr>
          </a:lstStyle>
          <a:p>
            <a:pPr eaLnBrk="1" hangingPunct="1">
              <a:spcBef>
                <a:spcPct val="0"/>
              </a:spcBef>
              <a:buNone/>
              <a:defRPr/>
            </a:pPr>
            <a:r>
              <a:rPr lang="zh-CN" altLang="en-US" sz="1600" dirty="0">
                <a:solidFill>
                  <a:srgbClr val="344F66"/>
                </a:solidFill>
                <a:latin typeface="+mn-lt"/>
                <a:ea typeface="+mn-ea"/>
                <a:cs typeface="+mn-ea"/>
                <a:sym typeface="+mn-lt"/>
              </a:rPr>
              <a:t>面向司法“一案多罪”的建模视角</a:t>
            </a:r>
            <a:endParaRPr lang="en-US" altLang="zh-CN" sz="1600" dirty="0">
              <a:solidFill>
                <a:srgbClr val="344F66"/>
              </a:solidFill>
              <a:latin typeface="+mn-lt"/>
              <a:ea typeface="+mn-ea"/>
              <a:cs typeface="+mn-ea"/>
              <a:sym typeface="+mn-lt"/>
            </a:endParaRPr>
          </a:p>
        </p:txBody>
      </p:sp>
      <p:sp>
        <p:nvSpPr>
          <p:cNvPr id="23" name="Rectangle 13" descr="FD1DDF730CE4456e89755B07FE1653D0# #Rectangle 13">
            <a:extLst>
              <a:ext uri="{FF2B5EF4-FFF2-40B4-BE49-F238E27FC236}">
                <a16:creationId xmlns:a16="http://schemas.microsoft.com/office/drawing/2014/main" id="{63B0C939-28FA-480D-8619-BA62CD5BCF0D}"/>
              </a:ext>
            </a:extLst>
          </p:cNvPr>
          <p:cNvSpPr>
            <a:spLocks noChangeArrowheads="1"/>
          </p:cNvSpPr>
          <p:nvPr/>
        </p:nvSpPr>
        <p:spPr bwMode="auto">
          <a:xfrm>
            <a:off x="1474152" y="2597276"/>
            <a:ext cx="1491630" cy="82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Font typeface="Arial" charset="0"/>
              <a:buChar char="•"/>
              <a:defRPr sz="3200">
                <a:solidFill>
                  <a:schemeClr val="tx1"/>
                </a:solidFill>
                <a:latin typeface="Calibri" pitchFamily="34" charset="0"/>
                <a:ea typeface="宋体" pitchFamily="2" charset="-122"/>
              </a:defRPr>
            </a:lvl1pPr>
            <a:lvl2pPr marL="742950" indent="-285750" eaLnBrk="0" hangingPunct="0">
              <a:spcBef>
                <a:spcPct val="20000"/>
              </a:spcBef>
              <a:buFont typeface="Arial" charset="0"/>
              <a:buChar char="–"/>
              <a:defRPr sz="2800">
                <a:solidFill>
                  <a:schemeClr val="tx1"/>
                </a:solidFill>
                <a:latin typeface="Calibri" pitchFamily="34" charset="0"/>
                <a:ea typeface="宋体" pitchFamily="2" charset="-122"/>
              </a:defRPr>
            </a:lvl2pPr>
            <a:lvl3pPr marL="1143000" indent="-228600" eaLnBrk="0" hangingPunct="0">
              <a:spcBef>
                <a:spcPct val="20000"/>
              </a:spcBef>
              <a:buFont typeface="Arial" charset="0"/>
              <a:buChar char="•"/>
              <a:defRPr sz="2400">
                <a:solidFill>
                  <a:schemeClr val="tx1"/>
                </a:solidFill>
                <a:latin typeface="Calibri" pitchFamily="34" charset="0"/>
                <a:ea typeface="宋体" pitchFamily="2" charset="-122"/>
              </a:defRPr>
            </a:lvl3pPr>
            <a:lvl4pPr marL="1600200" indent="-228600" eaLnBrk="0" hangingPunct="0">
              <a:spcBef>
                <a:spcPct val="20000"/>
              </a:spcBef>
              <a:buFont typeface="Arial" charset="0"/>
              <a:buChar char="–"/>
              <a:defRPr sz="2000">
                <a:solidFill>
                  <a:schemeClr val="tx1"/>
                </a:solidFill>
                <a:latin typeface="Calibri" pitchFamily="34" charset="0"/>
                <a:ea typeface="宋体" pitchFamily="2" charset="-122"/>
              </a:defRPr>
            </a:lvl4pPr>
            <a:lvl5pPr marL="2057400" indent="-228600" eaLnBrk="0" hangingPunct="0">
              <a:spcBef>
                <a:spcPct val="20000"/>
              </a:spcBef>
              <a:buFont typeface="Arial" charset="0"/>
              <a:buChar char="»"/>
              <a:defRPr sz="2000">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9pPr>
          </a:lstStyle>
          <a:p>
            <a:pPr algn="just" eaLnBrk="1" hangingPunct="1">
              <a:lnSpc>
                <a:spcPct val="150000"/>
              </a:lnSpc>
              <a:spcBef>
                <a:spcPct val="0"/>
              </a:spcBef>
              <a:buNone/>
              <a:defRPr/>
            </a:pPr>
            <a:r>
              <a:rPr lang="zh-CN" altLang="en-US" sz="1100" dirty="0">
                <a:solidFill>
                  <a:srgbClr val="555555"/>
                </a:solidFill>
                <a:latin typeface="+mn-lt"/>
                <a:ea typeface="+mn-ea"/>
                <a:cs typeface="+mn-ea"/>
                <a:sym typeface="+mn-lt"/>
              </a:rPr>
              <a:t>针对 </a:t>
            </a:r>
            <a:r>
              <a:rPr lang="en-US" altLang="zh-CN" sz="1100" dirty="0">
                <a:solidFill>
                  <a:srgbClr val="555555"/>
                </a:solidFill>
                <a:latin typeface="+mn-lt"/>
                <a:ea typeface="+mn-ea"/>
                <a:cs typeface="+mn-ea"/>
                <a:sym typeface="+mn-lt"/>
              </a:rPr>
              <a:t>CAIL </a:t>
            </a:r>
            <a:r>
              <a:rPr lang="zh-CN" altLang="en-US" sz="1100" dirty="0">
                <a:solidFill>
                  <a:srgbClr val="555555"/>
                </a:solidFill>
                <a:latin typeface="+mn-lt"/>
                <a:ea typeface="+mn-ea"/>
                <a:cs typeface="+mn-ea"/>
                <a:sym typeface="+mn-lt"/>
              </a:rPr>
              <a:t>多罪名场景，将罪名依赖关系显式引入预测过程。</a:t>
            </a:r>
            <a:endParaRPr lang="en-US" altLang="zh-CN" sz="1100" dirty="0">
              <a:solidFill>
                <a:srgbClr val="555555"/>
              </a:solidFill>
              <a:latin typeface="+mn-lt"/>
              <a:ea typeface="+mn-ea"/>
              <a:cs typeface="+mn-ea"/>
              <a:sym typeface="+mn-lt"/>
            </a:endParaRPr>
          </a:p>
        </p:txBody>
      </p:sp>
      <p:sp>
        <p:nvSpPr>
          <p:cNvPr id="24" name="Rectangle 13" descr="FD1DDF730CE4456e89755B07FE1653D0# #Rectangle 13">
            <a:extLst>
              <a:ext uri="{FF2B5EF4-FFF2-40B4-BE49-F238E27FC236}">
                <a16:creationId xmlns:a16="http://schemas.microsoft.com/office/drawing/2014/main" id="{8CE95333-0167-4BC0-B23B-01D2F066DF3D}"/>
              </a:ext>
            </a:extLst>
          </p:cNvPr>
          <p:cNvSpPr>
            <a:spLocks noChangeArrowheads="1"/>
          </p:cNvSpPr>
          <p:nvPr/>
        </p:nvSpPr>
        <p:spPr bwMode="auto">
          <a:xfrm>
            <a:off x="7154577" y="1390531"/>
            <a:ext cx="342141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Font typeface="Arial" charset="0"/>
              <a:buChar char="•"/>
              <a:defRPr sz="3200">
                <a:solidFill>
                  <a:schemeClr val="tx1"/>
                </a:solidFill>
                <a:latin typeface="Calibri" pitchFamily="34" charset="0"/>
                <a:ea typeface="宋体" pitchFamily="2" charset="-122"/>
              </a:defRPr>
            </a:lvl1pPr>
            <a:lvl2pPr marL="742950" indent="-285750" eaLnBrk="0" hangingPunct="0">
              <a:spcBef>
                <a:spcPct val="20000"/>
              </a:spcBef>
              <a:buFont typeface="Arial" charset="0"/>
              <a:buChar char="–"/>
              <a:defRPr sz="2800">
                <a:solidFill>
                  <a:schemeClr val="tx1"/>
                </a:solidFill>
                <a:latin typeface="Calibri" pitchFamily="34" charset="0"/>
                <a:ea typeface="宋体" pitchFamily="2" charset="-122"/>
              </a:defRPr>
            </a:lvl2pPr>
            <a:lvl3pPr marL="1143000" indent="-228600" eaLnBrk="0" hangingPunct="0">
              <a:spcBef>
                <a:spcPct val="20000"/>
              </a:spcBef>
              <a:buFont typeface="Arial" charset="0"/>
              <a:buChar char="•"/>
              <a:defRPr sz="2400">
                <a:solidFill>
                  <a:schemeClr val="tx1"/>
                </a:solidFill>
                <a:latin typeface="Calibri" pitchFamily="34" charset="0"/>
                <a:ea typeface="宋体" pitchFamily="2" charset="-122"/>
              </a:defRPr>
            </a:lvl3pPr>
            <a:lvl4pPr marL="1600200" indent="-228600" eaLnBrk="0" hangingPunct="0">
              <a:spcBef>
                <a:spcPct val="20000"/>
              </a:spcBef>
              <a:buFont typeface="Arial" charset="0"/>
              <a:buChar char="–"/>
              <a:defRPr sz="2000">
                <a:solidFill>
                  <a:schemeClr val="tx1"/>
                </a:solidFill>
                <a:latin typeface="Calibri" pitchFamily="34" charset="0"/>
                <a:ea typeface="宋体" pitchFamily="2" charset="-122"/>
              </a:defRPr>
            </a:lvl4pPr>
            <a:lvl5pPr marL="2057400" indent="-228600" eaLnBrk="0" hangingPunct="0">
              <a:spcBef>
                <a:spcPct val="20000"/>
              </a:spcBef>
              <a:buFont typeface="Arial" charset="0"/>
              <a:buChar char="»"/>
              <a:defRPr sz="2000">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9pPr>
          </a:lstStyle>
          <a:p>
            <a:pPr eaLnBrk="1" hangingPunct="1">
              <a:spcBef>
                <a:spcPct val="0"/>
              </a:spcBef>
              <a:buNone/>
              <a:defRPr/>
            </a:pPr>
            <a:r>
              <a:rPr lang="en-US" altLang="zh-CN" sz="1600" dirty="0">
                <a:solidFill>
                  <a:srgbClr val="344F66"/>
                </a:solidFill>
                <a:latin typeface="+mn-lt"/>
                <a:ea typeface="+mn-ea"/>
                <a:cs typeface="+mn-ea"/>
                <a:sym typeface="+mn-lt"/>
              </a:rPr>
              <a:t>Transformer + GCN </a:t>
            </a:r>
            <a:r>
              <a:rPr lang="zh-CN" altLang="en-US" sz="1600" dirty="0">
                <a:solidFill>
                  <a:srgbClr val="344F66"/>
                </a:solidFill>
                <a:latin typeface="+mn-lt"/>
                <a:ea typeface="+mn-ea"/>
                <a:cs typeface="+mn-ea"/>
                <a:sym typeface="+mn-lt"/>
              </a:rPr>
              <a:t>的结构化融合</a:t>
            </a:r>
            <a:endParaRPr lang="en-US" altLang="zh-CN" sz="1600" dirty="0">
              <a:solidFill>
                <a:srgbClr val="344F66"/>
              </a:solidFill>
              <a:latin typeface="+mn-lt"/>
              <a:ea typeface="+mn-ea"/>
              <a:cs typeface="+mn-ea"/>
              <a:sym typeface="+mn-lt"/>
            </a:endParaRPr>
          </a:p>
        </p:txBody>
      </p:sp>
      <p:sp>
        <p:nvSpPr>
          <p:cNvPr id="25" name="Rectangle 13" descr="FD1DDF730CE4456e89755B07FE1653D0# #Rectangle 13">
            <a:extLst>
              <a:ext uri="{FF2B5EF4-FFF2-40B4-BE49-F238E27FC236}">
                <a16:creationId xmlns:a16="http://schemas.microsoft.com/office/drawing/2014/main" id="{9EC5ED2F-29D8-49F8-A029-16EECD59F840}"/>
              </a:ext>
            </a:extLst>
          </p:cNvPr>
          <p:cNvSpPr>
            <a:spLocks noChangeArrowheads="1"/>
          </p:cNvSpPr>
          <p:nvPr/>
        </p:nvSpPr>
        <p:spPr bwMode="auto">
          <a:xfrm>
            <a:off x="7154577" y="1747866"/>
            <a:ext cx="2880320" cy="854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Font typeface="Arial" charset="0"/>
              <a:buChar char="•"/>
              <a:defRPr sz="3200">
                <a:solidFill>
                  <a:schemeClr val="tx1"/>
                </a:solidFill>
                <a:latin typeface="Calibri" pitchFamily="34" charset="0"/>
                <a:ea typeface="宋体" pitchFamily="2" charset="-122"/>
              </a:defRPr>
            </a:lvl1pPr>
            <a:lvl2pPr marL="742950" indent="-285750" eaLnBrk="0" hangingPunct="0">
              <a:spcBef>
                <a:spcPct val="20000"/>
              </a:spcBef>
              <a:buFont typeface="Arial" charset="0"/>
              <a:buChar char="–"/>
              <a:defRPr sz="2800">
                <a:solidFill>
                  <a:schemeClr val="tx1"/>
                </a:solidFill>
                <a:latin typeface="Calibri" pitchFamily="34" charset="0"/>
                <a:ea typeface="宋体" pitchFamily="2" charset="-122"/>
              </a:defRPr>
            </a:lvl2pPr>
            <a:lvl3pPr marL="1143000" indent="-228600" eaLnBrk="0" hangingPunct="0">
              <a:spcBef>
                <a:spcPct val="20000"/>
              </a:spcBef>
              <a:buFont typeface="Arial" charset="0"/>
              <a:buChar char="•"/>
              <a:defRPr sz="2400">
                <a:solidFill>
                  <a:schemeClr val="tx1"/>
                </a:solidFill>
                <a:latin typeface="Calibri" pitchFamily="34" charset="0"/>
                <a:ea typeface="宋体" pitchFamily="2" charset="-122"/>
              </a:defRPr>
            </a:lvl3pPr>
            <a:lvl4pPr marL="1600200" indent="-228600" eaLnBrk="0" hangingPunct="0">
              <a:spcBef>
                <a:spcPct val="20000"/>
              </a:spcBef>
              <a:buFont typeface="Arial" charset="0"/>
              <a:buChar char="–"/>
              <a:defRPr sz="2000">
                <a:solidFill>
                  <a:schemeClr val="tx1"/>
                </a:solidFill>
                <a:latin typeface="Calibri" pitchFamily="34" charset="0"/>
                <a:ea typeface="宋体" pitchFamily="2" charset="-122"/>
              </a:defRPr>
            </a:lvl4pPr>
            <a:lvl5pPr marL="2057400" indent="-228600" eaLnBrk="0" hangingPunct="0">
              <a:spcBef>
                <a:spcPct val="20000"/>
              </a:spcBef>
              <a:buFont typeface="Arial" charset="0"/>
              <a:buChar char="»"/>
              <a:defRPr sz="2000">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9pPr>
          </a:lstStyle>
          <a:p>
            <a:pPr algn="just" eaLnBrk="1" hangingPunct="1">
              <a:lnSpc>
                <a:spcPct val="150000"/>
              </a:lnSpc>
              <a:spcBef>
                <a:spcPct val="0"/>
              </a:spcBef>
              <a:buNone/>
              <a:defRPr/>
            </a:pPr>
            <a:r>
              <a:rPr lang="zh-CN" altLang="en-US" sz="1100" dirty="0">
                <a:solidFill>
                  <a:srgbClr val="555555"/>
                </a:solidFill>
                <a:latin typeface="+mn-lt"/>
                <a:ea typeface="+mn-ea"/>
                <a:cs typeface="+mn-ea"/>
                <a:sym typeface="+mn-lt"/>
              </a:rPr>
              <a:t>将 </a:t>
            </a:r>
            <a:r>
              <a:rPr lang="en-US" altLang="zh-CN" sz="1100" dirty="0">
                <a:solidFill>
                  <a:srgbClr val="555555"/>
                </a:solidFill>
                <a:latin typeface="+mn-lt"/>
                <a:ea typeface="+mn-ea"/>
                <a:cs typeface="+mn-ea"/>
                <a:sym typeface="+mn-lt"/>
              </a:rPr>
              <a:t>Transformer </a:t>
            </a:r>
            <a:r>
              <a:rPr lang="zh-CN" altLang="en-US" sz="1100" dirty="0">
                <a:solidFill>
                  <a:srgbClr val="555555"/>
                </a:solidFill>
                <a:latin typeface="+mn-lt"/>
                <a:ea typeface="+mn-ea"/>
                <a:cs typeface="+mn-ea"/>
                <a:sym typeface="+mn-lt"/>
              </a:rPr>
              <a:t>的文本语义表示与 </a:t>
            </a:r>
            <a:r>
              <a:rPr lang="en-US" altLang="zh-CN" sz="1100" dirty="0">
                <a:solidFill>
                  <a:srgbClr val="555555"/>
                </a:solidFill>
                <a:latin typeface="+mn-lt"/>
                <a:ea typeface="+mn-ea"/>
                <a:cs typeface="+mn-ea"/>
                <a:sym typeface="+mn-lt"/>
              </a:rPr>
              <a:t>GCN </a:t>
            </a:r>
            <a:r>
              <a:rPr lang="zh-CN" altLang="en-US" sz="1100" dirty="0">
                <a:solidFill>
                  <a:srgbClr val="555555"/>
                </a:solidFill>
                <a:latin typeface="+mn-lt"/>
                <a:ea typeface="+mn-ea"/>
                <a:cs typeface="+mn-ea"/>
                <a:sym typeface="+mn-lt"/>
              </a:rPr>
              <a:t>的罪名关系建模进行联合建模，而非简单特征拼接。</a:t>
            </a:r>
            <a:endParaRPr lang="en-US" altLang="zh-CN" sz="1100" dirty="0">
              <a:solidFill>
                <a:srgbClr val="555555"/>
              </a:solidFill>
              <a:latin typeface="+mn-lt"/>
              <a:ea typeface="+mn-ea"/>
              <a:cs typeface="+mn-ea"/>
              <a:sym typeface="+mn-lt"/>
            </a:endParaRPr>
          </a:p>
        </p:txBody>
      </p:sp>
      <p:sp>
        <p:nvSpPr>
          <p:cNvPr id="26" name="Rectangle 13" descr="FD1DDF730CE4456e89755B07FE1653D0# #Rectangle 13">
            <a:extLst>
              <a:ext uri="{FF2B5EF4-FFF2-40B4-BE49-F238E27FC236}">
                <a16:creationId xmlns:a16="http://schemas.microsoft.com/office/drawing/2014/main" id="{13F38641-B4FC-44B9-8A1C-1B1340D49820}"/>
              </a:ext>
            </a:extLst>
          </p:cNvPr>
          <p:cNvSpPr>
            <a:spLocks noChangeArrowheads="1"/>
          </p:cNvSpPr>
          <p:nvPr/>
        </p:nvSpPr>
        <p:spPr bwMode="auto">
          <a:xfrm>
            <a:off x="2081623" y="4408065"/>
            <a:ext cx="263872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Font typeface="Arial" charset="0"/>
              <a:buChar char="•"/>
              <a:defRPr sz="3200">
                <a:solidFill>
                  <a:schemeClr val="tx1"/>
                </a:solidFill>
                <a:latin typeface="Calibri" pitchFamily="34" charset="0"/>
                <a:ea typeface="宋体" pitchFamily="2" charset="-122"/>
              </a:defRPr>
            </a:lvl1pPr>
            <a:lvl2pPr marL="742950" indent="-285750" eaLnBrk="0" hangingPunct="0">
              <a:spcBef>
                <a:spcPct val="20000"/>
              </a:spcBef>
              <a:buFont typeface="Arial" charset="0"/>
              <a:buChar char="–"/>
              <a:defRPr sz="2800">
                <a:solidFill>
                  <a:schemeClr val="tx1"/>
                </a:solidFill>
                <a:latin typeface="Calibri" pitchFamily="34" charset="0"/>
                <a:ea typeface="宋体" pitchFamily="2" charset="-122"/>
              </a:defRPr>
            </a:lvl2pPr>
            <a:lvl3pPr marL="1143000" indent="-228600" eaLnBrk="0" hangingPunct="0">
              <a:spcBef>
                <a:spcPct val="20000"/>
              </a:spcBef>
              <a:buFont typeface="Arial" charset="0"/>
              <a:buChar char="•"/>
              <a:defRPr sz="2400">
                <a:solidFill>
                  <a:schemeClr val="tx1"/>
                </a:solidFill>
                <a:latin typeface="Calibri" pitchFamily="34" charset="0"/>
                <a:ea typeface="宋体" pitchFamily="2" charset="-122"/>
              </a:defRPr>
            </a:lvl3pPr>
            <a:lvl4pPr marL="1600200" indent="-228600" eaLnBrk="0" hangingPunct="0">
              <a:spcBef>
                <a:spcPct val="20000"/>
              </a:spcBef>
              <a:buFont typeface="Arial" charset="0"/>
              <a:buChar char="–"/>
              <a:defRPr sz="2000">
                <a:solidFill>
                  <a:schemeClr val="tx1"/>
                </a:solidFill>
                <a:latin typeface="Calibri" pitchFamily="34" charset="0"/>
                <a:ea typeface="宋体" pitchFamily="2" charset="-122"/>
              </a:defRPr>
            </a:lvl4pPr>
            <a:lvl5pPr marL="2057400" indent="-228600" eaLnBrk="0" hangingPunct="0">
              <a:spcBef>
                <a:spcPct val="20000"/>
              </a:spcBef>
              <a:buFont typeface="Arial" charset="0"/>
              <a:buChar char="»"/>
              <a:defRPr sz="2000">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9pPr>
          </a:lstStyle>
          <a:p>
            <a:pPr eaLnBrk="1" hangingPunct="1">
              <a:spcBef>
                <a:spcPct val="0"/>
              </a:spcBef>
              <a:buNone/>
              <a:defRPr/>
            </a:pPr>
            <a:r>
              <a:rPr lang="zh-CN" altLang="en-US" sz="1600" dirty="0">
                <a:solidFill>
                  <a:srgbClr val="344F66"/>
                </a:solidFill>
                <a:latin typeface="+mn-lt"/>
                <a:ea typeface="+mn-ea"/>
                <a:cs typeface="+mn-ea"/>
                <a:sym typeface="+mn-lt"/>
              </a:rPr>
              <a:t>基于罪名体系的标签图构建</a:t>
            </a:r>
            <a:endParaRPr lang="en-US" altLang="zh-CN" sz="1600" dirty="0">
              <a:solidFill>
                <a:srgbClr val="344F66"/>
              </a:solidFill>
              <a:latin typeface="+mn-lt"/>
              <a:ea typeface="+mn-ea"/>
              <a:cs typeface="+mn-ea"/>
              <a:sym typeface="+mn-lt"/>
            </a:endParaRPr>
          </a:p>
        </p:txBody>
      </p:sp>
      <p:sp>
        <p:nvSpPr>
          <p:cNvPr id="27" name="Rectangle 13" descr="FD1DDF730CE4456e89755B07FE1653D0# #Rectangle 13">
            <a:extLst>
              <a:ext uri="{FF2B5EF4-FFF2-40B4-BE49-F238E27FC236}">
                <a16:creationId xmlns:a16="http://schemas.microsoft.com/office/drawing/2014/main" id="{A4E6AB30-EF9F-49E0-838B-1582A7226750}"/>
              </a:ext>
            </a:extLst>
          </p:cNvPr>
          <p:cNvSpPr>
            <a:spLocks noChangeArrowheads="1"/>
          </p:cNvSpPr>
          <p:nvPr/>
        </p:nvSpPr>
        <p:spPr bwMode="auto">
          <a:xfrm>
            <a:off x="2081623" y="4765400"/>
            <a:ext cx="2822166" cy="570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Font typeface="Arial" charset="0"/>
              <a:buChar char="•"/>
              <a:defRPr sz="3200">
                <a:solidFill>
                  <a:schemeClr val="tx1"/>
                </a:solidFill>
                <a:latin typeface="Calibri" pitchFamily="34" charset="0"/>
                <a:ea typeface="宋体" pitchFamily="2" charset="-122"/>
              </a:defRPr>
            </a:lvl1pPr>
            <a:lvl2pPr marL="742950" indent="-285750" eaLnBrk="0" hangingPunct="0">
              <a:spcBef>
                <a:spcPct val="20000"/>
              </a:spcBef>
              <a:buFont typeface="Arial" charset="0"/>
              <a:buChar char="–"/>
              <a:defRPr sz="2800">
                <a:solidFill>
                  <a:schemeClr val="tx1"/>
                </a:solidFill>
                <a:latin typeface="Calibri" pitchFamily="34" charset="0"/>
                <a:ea typeface="宋体" pitchFamily="2" charset="-122"/>
              </a:defRPr>
            </a:lvl2pPr>
            <a:lvl3pPr marL="1143000" indent="-228600" eaLnBrk="0" hangingPunct="0">
              <a:spcBef>
                <a:spcPct val="20000"/>
              </a:spcBef>
              <a:buFont typeface="Arial" charset="0"/>
              <a:buChar char="•"/>
              <a:defRPr sz="2400">
                <a:solidFill>
                  <a:schemeClr val="tx1"/>
                </a:solidFill>
                <a:latin typeface="Calibri" pitchFamily="34" charset="0"/>
                <a:ea typeface="宋体" pitchFamily="2" charset="-122"/>
              </a:defRPr>
            </a:lvl3pPr>
            <a:lvl4pPr marL="1600200" indent="-228600" eaLnBrk="0" hangingPunct="0">
              <a:spcBef>
                <a:spcPct val="20000"/>
              </a:spcBef>
              <a:buFont typeface="Arial" charset="0"/>
              <a:buChar char="–"/>
              <a:defRPr sz="2000">
                <a:solidFill>
                  <a:schemeClr val="tx1"/>
                </a:solidFill>
                <a:latin typeface="Calibri" pitchFamily="34" charset="0"/>
                <a:ea typeface="宋体" pitchFamily="2" charset="-122"/>
              </a:defRPr>
            </a:lvl4pPr>
            <a:lvl5pPr marL="2057400" indent="-228600" eaLnBrk="0" hangingPunct="0">
              <a:spcBef>
                <a:spcPct val="20000"/>
              </a:spcBef>
              <a:buFont typeface="Arial" charset="0"/>
              <a:buChar char="»"/>
              <a:defRPr sz="2000">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9pPr>
          </a:lstStyle>
          <a:p>
            <a:pPr algn="just" eaLnBrk="1" hangingPunct="1">
              <a:lnSpc>
                <a:spcPct val="150000"/>
              </a:lnSpc>
              <a:spcBef>
                <a:spcPct val="0"/>
              </a:spcBef>
              <a:buNone/>
              <a:defRPr/>
            </a:pPr>
            <a:r>
              <a:rPr lang="zh-CN" altLang="en-US" sz="1100" dirty="0">
                <a:solidFill>
                  <a:srgbClr val="555555"/>
                </a:solidFill>
                <a:latin typeface="+mn-lt"/>
                <a:ea typeface="+mn-ea"/>
                <a:cs typeface="+mn-ea"/>
                <a:sym typeface="+mn-lt"/>
              </a:rPr>
              <a:t>基于 </a:t>
            </a:r>
            <a:r>
              <a:rPr lang="en-US" altLang="zh-CN" sz="1100" dirty="0">
                <a:solidFill>
                  <a:srgbClr val="555555"/>
                </a:solidFill>
                <a:latin typeface="+mn-lt"/>
                <a:ea typeface="+mn-ea"/>
                <a:cs typeface="+mn-ea"/>
                <a:sym typeface="+mn-lt"/>
              </a:rPr>
              <a:t>CAIL </a:t>
            </a:r>
            <a:r>
              <a:rPr lang="zh-CN" altLang="en-US" sz="1100" dirty="0">
                <a:solidFill>
                  <a:srgbClr val="555555"/>
                </a:solidFill>
                <a:latin typeface="+mn-lt"/>
                <a:ea typeface="+mn-ea"/>
                <a:cs typeface="+mn-ea"/>
                <a:sym typeface="+mn-lt"/>
              </a:rPr>
              <a:t>罪名标签体系构建罪名关系图，刻画多罪名之间的潜在关联。</a:t>
            </a:r>
            <a:endParaRPr lang="en-US" altLang="zh-CN" sz="1100" dirty="0">
              <a:solidFill>
                <a:srgbClr val="555555"/>
              </a:solidFill>
              <a:latin typeface="+mn-lt"/>
              <a:ea typeface="+mn-ea"/>
              <a:cs typeface="+mn-ea"/>
              <a:sym typeface="+mn-lt"/>
            </a:endParaRPr>
          </a:p>
        </p:txBody>
      </p:sp>
      <p:sp>
        <p:nvSpPr>
          <p:cNvPr id="28" name="Rectangle 13" descr="FD1DDF730CE4456e89755B07FE1653D0# #Rectangle 13">
            <a:extLst>
              <a:ext uri="{FF2B5EF4-FFF2-40B4-BE49-F238E27FC236}">
                <a16:creationId xmlns:a16="http://schemas.microsoft.com/office/drawing/2014/main" id="{6DDCA453-D8FA-43B5-B898-D48494508A5F}"/>
              </a:ext>
            </a:extLst>
          </p:cNvPr>
          <p:cNvSpPr>
            <a:spLocks noChangeArrowheads="1"/>
          </p:cNvSpPr>
          <p:nvPr/>
        </p:nvSpPr>
        <p:spPr bwMode="auto">
          <a:xfrm>
            <a:off x="8847797" y="3381031"/>
            <a:ext cx="309596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Font typeface="Arial" charset="0"/>
              <a:buChar char="•"/>
              <a:defRPr sz="3200">
                <a:solidFill>
                  <a:schemeClr val="tx1"/>
                </a:solidFill>
                <a:latin typeface="Calibri" pitchFamily="34" charset="0"/>
                <a:ea typeface="宋体" pitchFamily="2" charset="-122"/>
              </a:defRPr>
            </a:lvl1pPr>
            <a:lvl2pPr marL="742950" indent="-285750" eaLnBrk="0" hangingPunct="0">
              <a:spcBef>
                <a:spcPct val="20000"/>
              </a:spcBef>
              <a:buFont typeface="Arial" charset="0"/>
              <a:buChar char="–"/>
              <a:defRPr sz="2800">
                <a:solidFill>
                  <a:schemeClr val="tx1"/>
                </a:solidFill>
                <a:latin typeface="Calibri" pitchFamily="34" charset="0"/>
                <a:ea typeface="宋体" pitchFamily="2" charset="-122"/>
              </a:defRPr>
            </a:lvl2pPr>
            <a:lvl3pPr marL="1143000" indent="-228600" eaLnBrk="0" hangingPunct="0">
              <a:spcBef>
                <a:spcPct val="20000"/>
              </a:spcBef>
              <a:buFont typeface="Arial" charset="0"/>
              <a:buChar char="•"/>
              <a:defRPr sz="2400">
                <a:solidFill>
                  <a:schemeClr val="tx1"/>
                </a:solidFill>
                <a:latin typeface="Calibri" pitchFamily="34" charset="0"/>
                <a:ea typeface="宋体" pitchFamily="2" charset="-122"/>
              </a:defRPr>
            </a:lvl3pPr>
            <a:lvl4pPr marL="1600200" indent="-228600" eaLnBrk="0" hangingPunct="0">
              <a:spcBef>
                <a:spcPct val="20000"/>
              </a:spcBef>
              <a:buFont typeface="Arial" charset="0"/>
              <a:buChar char="–"/>
              <a:defRPr sz="2000">
                <a:solidFill>
                  <a:schemeClr val="tx1"/>
                </a:solidFill>
                <a:latin typeface="Calibri" pitchFamily="34" charset="0"/>
                <a:ea typeface="宋体" pitchFamily="2" charset="-122"/>
              </a:defRPr>
            </a:lvl4pPr>
            <a:lvl5pPr marL="2057400" indent="-228600" eaLnBrk="0" hangingPunct="0">
              <a:spcBef>
                <a:spcPct val="20000"/>
              </a:spcBef>
              <a:buFont typeface="Arial" charset="0"/>
              <a:buChar char="»"/>
              <a:defRPr sz="2000">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9pPr>
          </a:lstStyle>
          <a:p>
            <a:pPr eaLnBrk="1" hangingPunct="1">
              <a:spcBef>
                <a:spcPct val="0"/>
              </a:spcBef>
              <a:buNone/>
              <a:defRPr/>
            </a:pPr>
            <a:r>
              <a:rPr lang="zh-CN" altLang="en-US" sz="1600" dirty="0">
                <a:solidFill>
                  <a:srgbClr val="344F66"/>
                </a:solidFill>
                <a:latin typeface="+mn-lt"/>
                <a:ea typeface="+mn-ea"/>
                <a:cs typeface="+mn-ea"/>
                <a:sym typeface="+mn-lt"/>
              </a:rPr>
              <a:t>在真实司法数据集上的系统验证</a:t>
            </a:r>
            <a:endParaRPr lang="en-US" altLang="zh-CN" sz="1600" dirty="0">
              <a:solidFill>
                <a:srgbClr val="344F66"/>
              </a:solidFill>
              <a:latin typeface="+mn-lt"/>
              <a:ea typeface="+mn-ea"/>
              <a:cs typeface="+mn-ea"/>
              <a:sym typeface="+mn-lt"/>
            </a:endParaRPr>
          </a:p>
        </p:txBody>
      </p:sp>
      <p:sp>
        <p:nvSpPr>
          <p:cNvPr id="29" name="Rectangle 13" descr="FD1DDF730CE4456e89755B07FE1653D0# #Rectangle 13">
            <a:extLst>
              <a:ext uri="{FF2B5EF4-FFF2-40B4-BE49-F238E27FC236}">
                <a16:creationId xmlns:a16="http://schemas.microsoft.com/office/drawing/2014/main" id="{4A902986-5A00-4527-9AB2-6E40FBF225DC}"/>
              </a:ext>
            </a:extLst>
          </p:cNvPr>
          <p:cNvSpPr>
            <a:spLocks noChangeArrowheads="1"/>
          </p:cNvSpPr>
          <p:nvPr/>
        </p:nvSpPr>
        <p:spPr bwMode="auto">
          <a:xfrm>
            <a:off x="8847797" y="3738366"/>
            <a:ext cx="1728192" cy="1078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Font typeface="Arial" charset="0"/>
              <a:buChar char="•"/>
              <a:defRPr sz="3200">
                <a:solidFill>
                  <a:schemeClr val="tx1"/>
                </a:solidFill>
                <a:latin typeface="Calibri" pitchFamily="34" charset="0"/>
                <a:ea typeface="宋体" pitchFamily="2" charset="-122"/>
              </a:defRPr>
            </a:lvl1pPr>
            <a:lvl2pPr marL="742950" indent="-285750" eaLnBrk="0" hangingPunct="0">
              <a:spcBef>
                <a:spcPct val="20000"/>
              </a:spcBef>
              <a:buFont typeface="Arial" charset="0"/>
              <a:buChar char="–"/>
              <a:defRPr sz="2800">
                <a:solidFill>
                  <a:schemeClr val="tx1"/>
                </a:solidFill>
                <a:latin typeface="Calibri" pitchFamily="34" charset="0"/>
                <a:ea typeface="宋体" pitchFamily="2" charset="-122"/>
              </a:defRPr>
            </a:lvl2pPr>
            <a:lvl3pPr marL="1143000" indent="-228600" eaLnBrk="0" hangingPunct="0">
              <a:spcBef>
                <a:spcPct val="20000"/>
              </a:spcBef>
              <a:buFont typeface="Arial" charset="0"/>
              <a:buChar char="•"/>
              <a:defRPr sz="2400">
                <a:solidFill>
                  <a:schemeClr val="tx1"/>
                </a:solidFill>
                <a:latin typeface="Calibri" pitchFamily="34" charset="0"/>
                <a:ea typeface="宋体" pitchFamily="2" charset="-122"/>
              </a:defRPr>
            </a:lvl3pPr>
            <a:lvl4pPr marL="1600200" indent="-228600" eaLnBrk="0" hangingPunct="0">
              <a:spcBef>
                <a:spcPct val="20000"/>
              </a:spcBef>
              <a:buFont typeface="Arial" charset="0"/>
              <a:buChar char="–"/>
              <a:defRPr sz="2000">
                <a:solidFill>
                  <a:schemeClr val="tx1"/>
                </a:solidFill>
                <a:latin typeface="Calibri" pitchFamily="34" charset="0"/>
                <a:ea typeface="宋体" pitchFamily="2" charset="-122"/>
              </a:defRPr>
            </a:lvl4pPr>
            <a:lvl5pPr marL="2057400" indent="-228600" eaLnBrk="0" hangingPunct="0">
              <a:spcBef>
                <a:spcPct val="20000"/>
              </a:spcBef>
              <a:buFont typeface="Arial" charset="0"/>
              <a:buChar char="»"/>
              <a:defRPr sz="2000">
                <a:solidFill>
                  <a:schemeClr val="tx1"/>
                </a:solidFill>
                <a:latin typeface="Calibri" pitchFamily="34" charset="0"/>
                <a:ea typeface="宋体" pitchFamily="2" charset="-122"/>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宋体" pitchFamily="2" charset="-122"/>
              </a:defRPr>
            </a:lvl9pPr>
          </a:lstStyle>
          <a:p>
            <a:pPr algn="just" eaLnBrk="1" hangingPunct="1">
              <a:lnSpc>
                <a:spcPct val="150000"/>
              </a:lnSpc>
              <a:spcBef>
                <a:spcPct val="0"/>
              </a:spcBef>
              <a:buNone/>
              <a:defRPr/>
            </a:pPr>
            <a:r>
              <a:rPr lang="zh-CN" altLang="en-US" sz="1100" dirty="0">
                <a:solidFill>
                  <a:srgbClr val="555555"/>
                </a:solidFill>
                <a:latin typeface="+mn-lt"/>
                <a:ea typeface="+mn-ea"/>
                <a:cs typeface="+mn-ea"/>
                <a:sym typeface="+mn-lt"/>
              </a:rPr>
              <a:t>在 </a:t>
            </a:r>
            <a:r>
              <a:rPr lang="en-US" altLang="zh-CN" sz="1100" dirty="0">
                <a:solidFill>
                  <a:srgbClr val="555555"/>
                </a:solidFill>
                <a:latin typeface="+mn-lt"/>
                <a:ea typeface="+mn-ea"/>
                <a:cs typeface="+mn-ea"/>
                <a:sym typeface="+mn-lt"/>
              </a:rPr>
              <a:t>CAIL </a:t>
            </a:r>
            <a:r>
              <a:rPr lang="zh-CN" altLang="en-US" sz="1100" dirty="0">
                <a:solidFill>
                  <a:srgbClr val="555555"/>
                </a:solidFill>
                <a:latin typeface="+mn-lt"/>
                <a:ea typeface="+mn-ea"/>
                <a:cs typeface="+mn-ea"/>
                <a:sym typeface="+mn-lt"/>
              </a:rPr>
              <a:t>真实司法数据集上系统评估融合模型在多罪名预测任务中的性能提升。</a:t>
            </a:r>
          </a:p>
        </p:txBody>
      </p:sp>
      <p:sp>
        <p:nvSpPr>
          <p:cNvPr id="39" name="TextBox 42">
            <a:extLst>
              <a:ext uri="{FF2B5EF4-FFF2-40B4-BE49-F238E27FC236}">
                <a16:creationId xmlns:a16="http://schemas.microsoft.com/office/drawing/2014/main" id="{A7DE3AED-57E0-464D-B841-68910D8A3A95}"/>
              </a:ext>
            </a:extLst>
          </p:cNvPr>
          <p:cNvSpPr txBox="1"/>
          <p:nvPr/>
        </p:nvSpPr>
        <p:spPr>
          <a:xfrm>
            <a:off x="1311470" y="315858"/>
            <a:ext cx="3649369" cy="430887"/>
          </a:xfrm>
          <a:prstGeom prst="rect">
            <a:avLst/>
          </a:prstGeom>
          <a:noFill/>
          <a:ln>
            <a:noFill/>
          </a:ln>
        </p:spPr>
        <p:txBody>
          <a:bodyPr vert="horz" wrap="square" lIns="0" tIns="0" rIns="0" bIns="0" numCol="1" anchor="t" anchorCtr="0" compatLnSpc="1">
            <a:spAutoFit/>
          </a:bodyPr>
          <a:lstStyle>
            <a:defPPr>
              <a:defRPr lang="zh-CN"/>
            </a:defPPr>
            <a:lvl1pPr marL="0" marR="0" lvl="0" indent="0" defTabSz="914400" eaLnBrk="1" latinLnBrk="0" hangingPunct="1">
              <a:lnSpc>
                <a:spcPct val="100000"/>
              </a:lnSpc>
              <a:buClrTx/>
              <a:buSzTx/>
              <a:buFontTx/>
              <a:buNone/>
              <a:defRPr kumimoji="0" sz="2800" b="1" i="0" u="none" strike="noStrike" cap="none" normalizeH="0" baseline="0">
                <a:ln>
                  <a:noFill/>
                </a:ln>
                <a:effectLst/>
                <a:latin typeface="微软雅黑" panose="020B0503020204020204" pitchFamily="34" charset="-122"/>
                <a:ea typeface="微软雅黑" panose="020B0503020204020204" pitchFamily="34" charset="-122"/>
                <a:cs typeface="宋体" panose="02010600030101010101" pitchFamily="2" charset="-122"/>
              </a:defRPr>
            </a:lvl1pPr>
          </a:lstStyle>
          <a:p>
            <a:r>
              <a:rPr lang="en-US" altLang="zh-CN" b="0" dirty="0">
                <a:solidFill>
                  <a:srgbClr val="444444"/>
                </a:solidFill>
                <a:latin typeface="+mn-lt"/>
                <a:ea typeface="+mn-ea"/>
                <a:cs typeface="+mn-ea"/>
                <a:sym typeface="+mn-lt"/>
              </a:rPr>
              <a:t>1.5 </a:t>
            </a:r>
            <a:r>
              <a:rPr lang="zh-CN" altLang="en-US" b="0" dirty="0">
                <a:solidFill>
                  <a:srgbClr val="444444"/>
                </a:solidFill>
                <a:latin typeface="+mn-lt"/>
                <a:ea typeface="+mn-ea"/>
                <a:cs typeface="+mn-ea"/>
                <a:sym typeface="+mn-lt"/>
              </a:rPr>
              <a:t>主要贡献与创新</a:t>
            </a:r>
          </a:p>
        </p:txBody>
      </p:sp>
    </p:spTree>
    <p:extLst>
      <p:ext uri="{BB962C8B-B14F-4D97-AF65-F5344CB8AC3E}">
        <p14:creationId xmlns:p14="http://schemas.microsoft.com/office/powerpoint/2010/main" val="3355286966"/>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8" fill="hold" grpId="0" nodeType="afterEffect">
                                  <p:stCondLst>
                                    <p:cond delay="0"/>
                                  </p:stCondLst>
                                  <p:childTnLst>
                                    <p:set>
                                      <p:cBhvr>
                                        <p:cTn id="6" dur="1" fill="hold">
                                          <p:stCondLst>
                                            <p:cond delay="0"/>
                                          </p:stCondLst>
                                        </p:cTn>
                                        <p:tgtEl>
                                          <p:spTgt spid="39"/>
                                        </p:tgtEl>
                                        <p:attrNameLst>
                                          <p:attrName>style.visibility</p:attrName>
                                        </p:attrNameLst>
                                      </p:cBhvr>
                                      <p:to>
                                        <p:strVal val="visible"/>
                                      </p:to>
                                    </p:set>
                                    <p:anim calcmode="lin" valueType="num">
                                      <p:cBhvr>
                                        <p:cTn id="7" dur="500" fill="hold"/>
                                        <p:tgtEl>
                                          <p:spTgt spid="39"/>
                                        </p:tgtEl>
                                        <p:attrNameLst>
                                          <p:attrName>ppt_x</p:attrName>
                                        </p:attrNameLst>
                                      </p:cBhvr>
                                      <p:tavLst>
                                        <p:tav tm="0">
                                          <p:val>
                                            <p:strVal val="#ppt_x-#ppt_w/2"/>
                                          </p:val>
                                        </p:tav>
                                        <p:tav tm="100000">
                                          <p:val>
                                            <p:strVal val="#ppt_x"/>
                                          </p:val>
                                        </p:tav>
                                      </p:tavLst>
                                    </p:anim>
                                    <p:anim calcmode="lin" valueType="num">
                                      <p:cBhvr>
                                        <p:cTn id="8" dur="500" fill="hold"/>
                                        <p:tgtEl>
                                          <p:spTgt spid="39"/>
                                        </p:tgtEl>
                                        <p:attrNameLst>
                                          <p:attrName>ppt_y</p:attrName>
                                        </p:attrNameLst>
                                      </p:cBhvr>
                                      <p:tavLst>
                                        <p:tav tm="0">
                                          <p:val>
                                            <p:strVal val="#ppt_y"/>
                                          </p:val>
                                        </p:tav>
                                        <p:tav tm="100000">
                                          <p:val>
                                            <p:strVal val="#ppt_y"/>
                                          </p:val>
                                        </p:tav>
                                      </p:tavLst>
                                    </p:anim>
                                    <p:anim calcmode="lin" valueType="num">
                                      <p:cBhvr>
                                        <p:cTn id="9" dur="500" fill="hold"/>
                                        <p:tgtEl>
                                          <p:spTgt spid="39"/>
                                        </p:tgtEl>
                                        <p:attrNameLst>
                                          <p:attrName>ppt_w</p:attrName>
                                        </p:attrNameLst>
                                      </p:cBhvr>
                                      <p:tavLst>
                                        <p:tav tm="0">
                                          <p:val>
                                            <p:fltVal val="0"/>
                                          </p:val>
                                        </p:tav>
                                        <p:tav tm="100000">
                                          <p:val>
                                            <p:strVal val="#ppt_w"/>
                                          </p:val>
                                        </p:tav>
                                      </p:tavLst>
                                    </p:anim>
                                    <p:anim calcmode="lin" valueType="num">
                                      <p:cBhvr>
                                        <p:cTn id="10" dur="500" fill="hold"/>
                                        <p:tgtEl>
                                          <p:spTgt spid="39"/>
                                        </p:tgtEl>
                                        <p:attrNameLst>
                                          <p:attrName>ppt_h</p:attrName>
                                        </p:attrNameLst>
                                      </p:cBhvr>
                                      <p:tavLst>
                                        <p:tav tm="0">
                                          <p:val>
                                            <p:strVal val="#ppt_h"/>
                                          </p:val>
                                        </p:tav>
                                        <p:tav tm="100000">
                                          <p:val>
                                            <p:strVal val="#ppt_h"/>
                                          </p:val>
                                        </p:tav>
                                      </p:tavLst>
                                    </p:anim>
                                  </p:childTnLst>
                                </p:cTn>
                              </p:par>
                            </p:childTnLst>
                          </p:cTn>
                        </p:par>
                        <p:par>
                          <p:cTn id="11" fill="hold">
                            <p:stCondLst>
                              <p:cond delay="500"/>
                            </p:stCondLst>
                            <p:childTnLst>
                              <p:par>
                                <p:cTn id="12" presetID="2" presetClass="entr" presetSubtype="1" fill="hold" nodeType="afterEffect">
                                  <p:stCondLst>
                                    <p:cond delay="0"/>
                                  </p:stCondLst>
                                  <p:childTnLst>
                                    <p:set>
                                      <p:cBhvr>
                                        <p:cTn id="13" dur="1" fill="hold">
                                          <p:stCondLst>
                                            <p:cond delay="0"/>
                                          </p:stCondLst>
                                        </p:cTn>
                                        <p:tgtEl>
                                          <p:spTgt spid="2"/>
                                        </p:tgtEl>
                                        <p:attrNameLst>
                                          <p:attrName>style.visibility</p:attrName>
                                        </p:attrNameLst>
                                      </p:cBhvr>
                                      <p:to>
                                        <p:strVal val="visible"/>
                                      </p:to>
                                    </p:set>
                                    <p:anim calcmode="lin" valueType="num">
                                      <p:cBhvr additive="base">
                                        <p:cTn id="14" dur="500" fill="hold"/>
                                        <p:tgtEl>
                                          <p:spTgt spid="2"/>
                                        </p:tgtEl>
                                        <p:attrNameLst>
                                          <p:attrName>ppt_x</p:attrName>
                                        </p:attrNameLst>
                                      </p:cBhvr>
                                      <p:tavLst>
                                        <p:tav tm="0">
                                          <p:val>
                                            <p:strVal val="#ppt_x"/>
                                          </p:val>
                                        </p:tav>
                                        <p:tav tm="100000">
                                          <p:val>
                                            <p:strVal val="#ppt_x"/>
                                          </p:val>
                                        </p:tav>
                                      </p:tavLst>
                                    </p:anim>
                                    <p:anim calcmode="lin" valueType="num">
                                      <p:cBhvr additive="base">
                                        <p:cTn id="15" dur="500" fill="hold"/>
                                        <p:tgtEl>
                                          <p:spTgt spid="2"/>
                                        </p:tgtEl>
                                        <p:attrNameLst>
                                          <p:attrName>ppt_y</p:attrName>
                                        </p:attrNameLst>
                                      </p:cBhvr>
                                      <p:tavLst>
                                        <p:tav tm="0">
                                          <p:val>
                                            <p:strVal val="0-#ppt_h/2"/>
                                          </p:val>
                                        </p:tav>
                                        <p:tav tm="100000">
                                          <p:val>
                                            <p:strVal val="#ppt_y"/>
                                          </p:val>
                                        </p:tav>
                                      </p:tavLst>
                                    </p:anim>
                                  </p:childTnLst>
                                </p:cTn>
                              </p:par>
                              <p:par>
                                <p:cTn id="16" presetID="2" presetClass="entr" presetSubtype="8"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 calcmode="lin" valueType="num">
                                      <p:cBhvr additive="base">
                                        <p:cTn id="18" dur="500" fill="hold"/>
                                        <p:tgtEl>
                                          <p:spTgt spid="7"/>
                                        </p:tgtEl>
                                        <p:attrNameLst>
                                          <p:attrName>ppt_x</p:attrName>
                                        </p:attrNameLst>
                                      </p:cBhvr>
                                      <p:tavLst>
                                        <p:tav tm="0">
                                          <p:val>
                                            <p:strVal val="0-#ppt_w/2"/>
                                          </p:val>
                                        </p:tav>
                                        <p:tav tm="100000">
                                          <p:val>
                                            <p:strVal val="#ppt_x"/>
                                          </p:val>
                                        </p:tav>
                                      </p:tavLst>
                                    </p:anim>
                                    <p:anim calcmode="lin" valueType="num">
                                      <p:cBhvr additive="base">
                                        <p:cTn id="19" dur="500" fill="hold"/>
                                        <p:tgtEl>
                                          <p:spTgt spid="7"/>
                                        </p:tgtEl>
                                        <p:attrNameLst>
                                          <p:attrName>ppt_y</p:attrName>
                                        </p:attrNameLst>
                                      </p:cBhvr>
                                      <p:tavLst>
                                        <p:tav tm="0">
                                          <p:val>
                                            <p:strVal val="#ppt_y"/>
                                          </p:val>
                                        </p:tav>
                                        <p:tav tm="100000">
                                          <p:val>
                                            <p:strVal val="#ppt_y"/>
                                          </p:val>
                                        </p:tav>
                                      </p:tavLst>
                                    </p:anim>
                                  </p:childTnLst>
                                </p:cTn>
                              </p:par>
                              <p:par>
                                <p:cTn id="20" presetID="2" presetClass="entr" presetSubtype="4" fill="hold" nodeType="withEffect">
                                  <p:stCondLst>
                                    <p:cond delay="0"/>
                                  </p:stCondLst>
                                  <p:childTnLst>
                                    <p:set>
                                      <p:cBhvr>
                                        <p:cTn id="21" dur="1" fill="hold">
                                          <p:stCondLst>
                                            <p:cond delay="0"/>
                                          </p:stCondLst>
                                        </p:cTn>
                                        <p:tgtEl>
                                          <p:spTgt spid="12"/>
                                        </p:tgtEl>
                                        <p:attrNameLst>
                                          <p:attrName>style.visibility</p:attrName>
                                        </p:attrNameLst>
                                      </p:cBhvr>
                                      <p:to>
                                        <p:strVal val="visible"/>
                                      </p:to>
                                    </p:set>
                                    <p:anim calcmode="lin" valueType="num">
                                      <p:cBhvr additive="base">
                                        <p:cTn id="22" dur="500" fill="hold"/>
                                        <p:tgtEl>
                                          <p:spTgt spid="12"/>
                                        </p:tgtEl>
                                        <p:attrNameLst>
                                          <p:attrName>ppt_x</p:attrName>
                                        </p:attrNameLst>
                                      </p:cBhvr>
                                      <p:tavLst>
                                        <p:tav tm="0">
                                          <p:val>
                                            <p:strVal val="#ppt_x"/>
                                          </p:val>
                                        </p:tav>
                                        <p:tav tm="100000">
                                          <p:val>
                                            <p:strVal val="#ppt_x"/>
                                          </p:val>
                                        </p:tav>
                                      </p:tavLst>
                                    </p:anim>
                                    <p:anim calcmode="lin" valueType="num">
                                      <p:cBhvr additive="base">
                                        <p:cTn id="23" dur="500" fill="hold"/>
                                        <p:tgtEl>
                                          <p:spTgt spid="12"/>
                                        </p:tgtEl>
                                        <p:attrNameLst>
                                          <p:attrName>ppt_y</p:attrName>
                                        </p:attrNameLst>
                                      </p:cBhvr>
                                      <p:tavLst>
                                        <p:tav tm="0">
                                          <p:val>
                                            <p:strVal val="1+#ppt_h/2"/>
                                          </p:val>
                                        </p:tav>
                                        <p:tav tm="100000">
                                          <p:val>
                                            <p:strVal val="#ppt_y"/>
                                          </p:val>
                                        </p:tav>
                                      </p:tavLst>
                                    </p:anim>
                                  </p:childTnLst>
                                </p:cTn>
                              </p:par>
                              <p:par>
                                <p:cTn id="24" presetID="2" presetClass="entr" presetSubtype="2" fill="hold" nodeType="withEffect">
                                  <p:stCondLst>
                                    <p:cond delay="0"/>
                                  </p:stCondLst>
                                  <p:childTnLst>
                                    <p:set>
                                      <p:cBhvr>
                                        <p:cTn id="25" dur="1" fill="hold">
                                          <p:stCondLst>
                                            <p:cond delay="0"/>
                                          </p:stCondLst>
                                        </p:cTn>
                                        <p:tgtEl>
                                          <p:spTgt spid="17"/>
                                        </p:tgtEl>
                                        <p:attrNameLst>
                                          <p:attrName>style.visibility</p:attrName>
                                        </p:attrNameLst>
                                      </p:cBhvr>
                                      <p:to>
                                        <p:strVal val="visible"/>
                                      </p:to>
                                    </p:set>
                                    <p:anim calcmode="lin" valueType="num">
                                      <p:cBhvr additive="base">
                                        <p:cTn id="26" dur="500" fill="hold"/>
                                        <p:tgtEl>
                                          <p:spTgt spid="17"/>
                                        </p:tgtEl>
                                        <p:attrNameLst>
                                          <p:attrName>ppt_x</p:attrName>
                                        </p:attrNameLst>
                                      </p:cBhvr>
                                      <p:tavLst>
                                        <p:tav tm="0">
                                          <p:val>
                                            <p:strVal val="1+#ppt_w/2"/>
                                          </p:val>
                                        </p:tav>
                                        <p:tav tm="100000">
                                          <p:val>
                                            <p:strVal val="#ppt_x"/>
                                          </p:val>
                                        </p:tav>
                                      </p:tavLst>
                                    </p:anim>
                                    <p:anim calcmode="lin" valueType="num">
                                      <p:cBhvr additive="base">
                                        <p:cTn id="27" dur="500" fill="hold"/>
                                        <p:tgtEl>
                                          <p:spTgt spid="17"/>
                                        </p:tgtEl>
                                        <p:attrNameLst>
                                          <p:attrName>ppt_y</p:attrName>
                                        </p:attrNameLst>
                                      </p:cBhvr>
                                      <p:tavLst>
                                        <p:tav tm="0">
                                          <p:val>
                                            <p:strVal val="#ppt_y"/>
                                          </p:val>
                                        </p:tav>
                                        <p:tav tm="100000">
                                          <p:val>
                                            <p:strVal val="#ppt_y"/>
                                          </p:val>
                                        </p:tav>
                                      </p:tavLst>
                                    </p:anim>
                                  </p:childTnLst>
                                </p:cTn>
                              </p:par>
                            </p:childTnLst>
                          </p:cTn>
                        </p:par>
                        <p:par>
                          <p:cTn id="28" fill="hold">
                            <p:stCondLst>
                              <p:cond delay="1000"/>
                            </p:stCondLst>
                            <p:childTnLst>
                              <p:par>
                                <p:cTn id="29" presetID="22" presetClass="entr" presetSubtype="2" fill="hold" nodeType="afterEffect">
                                  <p:stCondLst>
                                    <p:cond delay="0"/>
                                  </p:stCondLst>
                                  <p:childTnLst>
                                    <p:set>
                                      <p:cBhvr>
                                        <p:cTn id="30" dur="1" fill="hold">
                                          <p:stCondLst>
                                            <p:cond delay="0"/>
                                          </p:stCondLst>
                                        </p:cTn>
                                        <p:tgtEl>
                                          <p:spTgt spid="30"/>
                                        </p:tgtEl>
                                        <p:attrNameLst>
                                          <p:attrName>style.visibility</p:attrName>
                                        </p:attrNameLst>
                                      </p:cBhvr>
                                      <p:to>
                                        <p:strVal val="visible"/>
                                      </p:to>
                                    </p:set>
                                    <p:animEffect transition="in" filter="wipe(right)">
                                      <p:cBhvr>
                                        <p:cTn id="31" dur="1000"/>
                                        <p:tgtEl>
                                          <p:spTgt spid="30"/>
                                        </p:tgtEl>
                                      </p:cBhvr>
                                    </p:animEffect>
                                  </p:childTnLst>
                                </p:cTn>
                              </p:par>
                              <p:par>
                                <p:cTn id="32" presetID="42" presetClass="entr" presetSubtype="0" fill="hold" grpId="0" nodeType="withEffect">
                                  <p:stCondLst>
                                    <p:cond delay="0"/>
                                  </p:stCondLst>
                                  <p:childTnLst>
                                    <p:set>
                                      <p:cBhvr>
                                        <p:cTn id="33" dur="1" fill="hold">
                                          <p:stCondLst>
                                            <p:cond delay="0"/>
                                          </p:stCondLst>
                                        </p:cTn>
                                        <p:tgtEl>
                                          <p:spTgt spid="23"/>
                                        </p:tgtEl>
                                        <p:attrNameLst>
                                          <p:attrName>style.visibility</p:attrName>
                                        </p:attrNameLst>
                                      </p:cBhvr>
                                      <p:to>
                                        <p:strVal val="visible"/>
                                      </p:to>
                                    </p:set>
                                    <p:animEffect transition="in" filter="fade">
                                      <p:cBhvr>
                                        <p:cTn id="34" dur="1000"/>
                                        <p:tgtEl>
                                          <p:spTgt spid="23"/>
                                        </p:tgtEl>
                                      </p:cBhvr>
                                    </p:animEffect>
                                    <p:anim calcmode="lin" valueType="num">
                                      <p:cBhvr>
                                        <p:cTn id="35" dur="1000" fill="hold"/>
                                        <p:tgtEl>
                                          <p:spTgt spid="23"/>
                                        </p:tgtEl>
                                        <p:attrNameLst>
                                          <p:attrName>ppt_x</p:attrName>
                                        </p:attrNameLst>
                                      </p:cBhvr>
                                      <p:tavLst>
                                        <p:tav tm="0">
                                          <p:val>
                                            <p:strVal val="#ppt_x"/>
                                          </p:val>
                                        </p:tav>
                                        <p:tav tm="100000">
                                          <p:val>
                                            <p:strVal val="#ppt_x"/>
                                          </p:val>
                                        </p:tav>
                                      </p:tavLst>
                                    </p:anim>
                                    <p:anim calcmode="lin" valueType="num">
                                      <p:cBhvr>
                                        <p:cTn id="36" dur="1000" fill="hold"/>
                                        <p:tgtEl>
                                          <p:spTgt spid="23"/>
                                        </p:tgtEl>
                                        <p:attrNameLst>
                                          <p:attrName>ppt_y</p:attrName>
                                        </p:attrNameLst>
                                      </p:cBhvr>
                                      <p:tavLst>
                                        <p:tav tm="0">
                                          <p:val>
                                            <p:strVal val="#ppt_y+.1"/>
                                          </p:val>
                                        </p:tav>
                                        <p:tav tm="100000">
                                          <p:val>
                                            <p:strVal val="#ppt_y"/>
                                          </p:val>
                                        </p:tav>
                                      </p:tavLst>
                                    </p:anim>
                                  </p:childTnLst>
                                </p:cTn>
                              </p:par>
                              <p:par>
                                <p:cTn id="37" presetID="47" presetClass="entr" presetSubtype="0" fill="hold" grpId="0" nodeType="withEffect">
                                  <p:stCondLst>
                                    <p:cond delay="0"/>
                                  </p:stCondLst>
                                  <p:childTnLst>
                                    <p:set>
                                      <p:cBhvr>
                                        <p:cTn id="38" dur="1" fill="hold">
                                          <p:stCondLst>
                                            <p:cond delay="0"/>
                                          </p:stCondLst>
                                        </p:cTn>
                                        <p:tgtEl>
                                          <p:spTgt spid="22"/>
                                        </p:tgtEl>
                                        <p:attrNameLst>
                                          <p:attrName>style.visibility</p:attrName>
                                        </p:attrNameLst>
                                      </p:cBhvr>
                                      <p:to>
                                        <p:strVal val="visible"/>
                                      </p:to>
                                    </p:set>
                                    <p:animEffect transition="in" filter="fade">
                                      <p:cBhvr>
                                        <p:cTn id="39" dur="1000"/>
                                        <p:tgtEl>
                                          <p:spTgt spid="22"/>
                                        </p:tgtEl>
                                      </p:cBhvr>
                                    </p:animEffect>
                                    <p:anim calcmode="lin" valueType="num">
                                      <p:cBhvr>
                                        <p:cTn id="40" dur="1000" fill="hold"/>
                                        <p:tgtEl>
                                          <p:spTgt spid="22"/>
                                        </p:tgtEl>
                                        <p:attrNameLst>
                                          <p:attrName>ppt_x</p:attrName>
                                        </p:attrNameLst>
                                      </p:cBhvr>
                                      <p:tavLst>
                                        <p:tav tm="0">
                                          <p:val>
                                            <p:strVal val="#ppt_x"/>
                                          </p:val>
                                        </p:tav>
                                        <p:tav tm="100000">
                                          <p:val>
                                            <p:strVal val="#ppt_x"/>
                                          </p:val>
                                        </p:tav>
                                      </p:tavLst>
                                    </p:anim>
                                    <p:anim calcmode="lin" valueType="num">
                                      <p:cBhvr>
                                        <p:cTn id="41" dur="1000" fill="hold"/>
                                        <p:tgtEl>
                                          <p:spTgt spid="22"/>
                                        </p:tgtEl>
                                        <p:attrNameLst>
                                          <p:attrName>ppt_y</p:attrName>
                                        </p:attrNameLst>
                                      </p:cBhvr>
                                      <p:tavLst>
                                        <p:tav tm="0">
                                          <p:val>
                                            <p:strVal val="#ppt_y-.1"/>
                                          </p:val>
                                        </p:tav>
                                        <p:tav tm="100000">
                                          <p:val>
                                            <p:strVal val="#ppt_y"/>
                                          </p:val>
                                        </p:tav>
                                      </p:tavLst>
                                    </p:anim>
                                  </p:childTnLst>
                                </p:cTn>
                              </p:par>
                            </p:childTnLst>
                          </p:cTn>
                        </p:par>
                        <p:par>
                          <p:cTn id="42" fill="hold">
                            <p:stCondLst>
                              <p:cond delay="2000"/>
                            </p:stCondLst>
                            <p:childTnLst>
                              <p:par>
                                <p:cTn id="43" presetID="22" presetClass="entr" presetSubtype="4" fill="hold" nodeType="afterEffect">
                                  <p:stCondLst>
                                    <p:cond delay="0"/>
                                  </p:stCondLst>
                                  <p:childTnLst>
                                    <p:set>
                                      <p:cBhvr>
                                        <p:cTn id="44" dur="1" fill="hold">
                                          <p:stCondLst>
                                            <p:cond delay="0"/>
                                          </p:stCondLst>
                                        </p:cTn>
                                        <p:tgtEl>
                                          <p:spTgt spid="33"/>
                                        </p:tgtEl>
                                        <p:attrNameLst>
                                          <p:attrName>style.visibility</p:attrName>
                                        </p:attrNameLst>
                                      </p:cBhvr>
                                      <p:to>
                                        <p:strVal val="visible"/>
                                      </p:to>
                                    </p:set>
                                    <p:animEffect transition="in" filter="wipe(down)">
                                      <p:cBhvr>
                                        <p:cTn id="45" dur="1000"/>
                                        <p:tgtEl>
                                          <p:spTgt spid="33"/>
                                        </p:tgtEl>
                                      </p:cBhvr>
                                    </p:animEffect>
                                  </p:childTnLst>
                                </p:cTn>
                              </p:par>
                              <p:par>
                                <p:cTn id="46" presetID="42" presetClass="entr" presetSubtype="0" fill="hold" grpId="0" nodeType="withEffect">
                                  <p:stCondLst>
                                    <p:cond delay="0"/>
                                  </p:stCondLst>
                                  <p:childTnLst>
                                    <p:set>
                                      <p:cBhvr>
                                        <p:cTn id="47" dur="1" fill="hold">
                                          <p:stCondLst>
                                            <p:cond delay="0"/>
                                          </p:stCondLst>
                                        </p:cTn>
                                        <p:tgtEl>
                                          <p:spTgt spid="25"/>
                                        </p:tgtEl>
                                        <p:attrNameLst>
                                          <p:attrName>style.visibility</p:attrName>
                                        </p:attrNameLst>
                                      </p:cBhvr>
                                      <p:to>
                                        <p:strVal val="visible"/>
                                      </p:to>
                                    </p:set>
                                    <p:animEffect transition="in" filter="fade">
                                      <p:cBhvr>
                                        <p:cTn id="48" dur="1000"/>
                                        <p:tgtEl>
                                          <p:spTgt spid="25"/>
                                        </p:tgtEl>
                                      </p:cBhvr>
                                    </p:animEffect>
                                    <p:anim calcmode="lin" valueType="num">
                                      <p:cBhvr>
                                        <p:cTn id="49" dur="1000" fill="hold"/>
                                        <p:tgtEl>
                                          <p:spTgt spid="25"/>
                                        </p:tgtEl>
                                        <p:attrNameLst>
                                          <p:attrName>ppt_x</p:attrName>
                                        </p:attrNameLst>
                                      </p:cBhvr>
                                      <p:tavLst>
                                        <p:tav tm="0">
                                          <p:val>
                                            <p:strVal val="#ppt_x"/>
                                          </p:val>
                                        </p:tav>
                                        <p:tav tm="100000">
                                          <p:val>
                                            <p:strVal val="#ppt_x"/>
                                          </p:val>
                                        </p:tav>
                                      </p:tavLst>
                                    </p:anim>
                                    <p:anim calcmode="lin" valueType="num">
                                      <p:cBhvr>
                                        <p:cTn id="50" dur="1000" fill="hold"/>
                                        <p:tgtEl>
                                          <p:spTgt spid="25"/>
                                        </p:tgtEl>
                                        <p:attrNameLst>
                                          <p:attrName>ppt_y</p:attrName>
                                        </p:attrNameLst>
                                      </p:cBhvr>
                                      <p:tavLst>
                                        <p:tav tm="0">
                                          <p:val>
                                            <p:strVal val="#ppt_y+.1"/>
                                          </p:val>
                                        </p:tav>
                                        <p:tav tm="100000">
                                          <p:val>
                                            <p:strVal val="#ppt_y"/>
                                          </p:val>
                                        </p:tav>
                                      </p:tavLst>
                                    </p:anim>
                                  </p:childTnLst>
                                </p:cTn>
                              </p:par>
                              <p:par>
                                <p:cTn id="51" presetID="47" presetClass="entr" presetSubtype="0" fill="hold" grpId="0" nodeType="withEffect">
                                  <p:stCondLst>
                                    <p:cond delay="0"/>
                                  </p:stCondLst>
                                  <p:childTnLst>
                                    <p:set>
                                      <p:cBhvr>
                                        <p:cTn id="52" dur="1" fill="hold">
                                          <p:stCondLst>
                                            <p:cond delay="0"/>
                                          </p:stCondLst>
                                        </p:cTn>
                                        <p:tgtEl>
                                          <p:spTgt spid="24"/>
                                        </p:tgtEl>
                                        <p:attrNameLst>
                                          <p:attrName>style.visibility</p:attrName>
                                        </p:attrNameLst>
                                      </p:cBhvr>
                                      <p:to>
                                        <p:strVal val="visible"/>
                                      </p:to>
                                    </p:set>
                                    <p:animEffect transition="in" filter="fade">
                                      <p:cBhvr>
                                        <p:cTn id="53" dur="1000"/>
                                        <p:tgtEl>
                                          <p:spTgt spid="24"/>
                                        </p:tgtEl>
                                      </p:cBhvr>
                                    </p:animEffect>
                                    <p:anim calcmode="lin" valueType="num">
                                      <p:cBhvr>
                                        <p:cTn id="54" dur="1000" fill="hold"/>
                                        <p:tgtEl>
                                          <p:spTgt spid="24"/>
                                        </p:tgtEl>
                                        <p:attrNameLst>
                                          <p:attrName>ppt_x</p:attrName>
                                        </p:attrNameLst>
                                      </p:cBhvr>
                                      <p:tavLst>
                                        <p:tav tm="0">
                                          <p:val>
                                            <p:strVal val="#ppt_x"/>
                                          </p:val>
                                        </p:tav>
                                        <p:tav tm="100000">
                                          <p:val>
                                            <p:strVal val="#ppt_x"/>
                                          </p:val>
                                        </p:tav>
                                      </p:tavLst>
                                    </p:anim>
                                    <p:anim calcmode="lin" valueType="num">
                                      <p:cBhvr>
                                        <p:cTn id="55" dur="1000" fill="hold"/>
                                        <p:tgtEl>
                                          <p:spTgt spid="24"/>
                                        </p:tgtEl>
                                        <p:attrNameLst>
                                          <p:attrName>ppt_y</p:attrName>
                                        </p:attrNameLst>
                                      </p:cBhvr>
                                      <p:tavLst>
                                        <p:tav tm="0">
                                          <p:val>
                                            <p:strVal val="#ppt_y-.1"/>
                                          </p:val>
                                        </p:tav>
                                        <p:tav tm="100000">
                                          <p:val>
                                            <p:strVal val="#ppt_y"/>
                                          </p:val>
                                        </p:tav>
                                      </p:tavLst>
                                    </p:anim>
                                  </p:childTnLst>
                                </p:cTn>
                              </p:par>
                            </p:childTnLst>
                          </p:cTn>
                        </p:par>
                        <p:par>
                          <p:cTn id="56" fill="hold">
                            <p:stCondLst>
                              <p:cond delay="3000"/>
                            </p:stCondLst>
                            <p:childTnLst>
                              <p:par>
                                <p:cTn id="57" presetID="22" presetClass="entr" presetSubtype="2" fill="hold" nodeType="afterEffect">
                                  <p:stCondLst>
                                    <p:cond delay="0"/>
                                  </p:stCondLst>
                                  <p:childTnLst>
                                    <p:set>
                                      <p:cBhvr>
                                        <p:cTn id="58" dur="1" fill="hold">
                                          <p:stCondLst>
                                            <p:cond delay="0"/>
                                          </p:stCondLst>
                                        </p:cTn>
                                        <p:tgtEl>
                                          <p:spTgt spid="36"/>
                                        </p:tgtEl>
                                        <p:attrNameLst>
                                          <p:attrName>style.visibility</p:attrName>
                                        </p:attrNameLst>
                                      </p:cBhvr>
                                      <p:to>
                                        <p:strVal val="visible"/>
                                      </p:to>
                                    </p:set>
                                    <p:animEffect transition="in" filter="wipe(right)">
                                      <p:cBhvr>
                                        <p:cTn id="59" dur="1000"/>
                                        <p:tgtEl>
                                          <p:spTgt spid="36"/>
                                        </p:tgtEl>
                                      </p:cBhvr>
                                    </p:animEffect>
                                  </p:childTnLst>
                                </p:cTn>
                              </p:par>
                              <p:par>
                                <p:cTn id="60" presetID="47" presetClass="entr" presetSubtype="0" fill="hold" grpId="0" nodeType="withEffect">
                                  <p:stCondLst>
                                    <p:cond delay="0"/>
                                  </p:stCondLst>
                                  <p:childTnLst>
                                    <p:set>
                                      <p:cBhvr>
                                        <p:cTn id="61" dur="1" fill="hold">
                                          <p:stCondLst>
                                            <p:cond delay="0"/>
                                          </p:stCondLst>
                                        </p:cTn>
                                        <p:tgtEl>
                                          <p:spTgt spid="26"/>
                                        </p:tgtEl>
                                        <p:attrNameLst>
                                          <p:attrName>style.visibility</p:attrName>
                                        </p:attrNameLst>
                                      </p:cBhvr>
                                      <p:to>
                                        <p:strVal val="visible"/>
                                      </p:to>
                                    </p:set>
                                    <p:animEffect transition="in" filter="fade">
                                      <p:cBhvr>
                                        <p:cTn id="62" dur="1000"/>
                                        <p:tgtEl>
                                          <p:spTgt spid="26"/>
                                        </p:tgtEl>
                                      </p:cBhvr>
                                    </p:animEffect>
                                    <p:anim calcmode="lin" valueType="num">
                                      <p:cBhvr>
                                        <p:cTn id="63" dur="1000" fill="hold"/>
                                        <p:tgtEl>
                                          <p:spTgt spid="26"/>
                                        </p:tgtEl>
                                        <p:attrNameLst>
                                          <p:attrName>ppt_x</p:attrName>
                                        </p:attrNameLst>
                                      </p:cBhvr>
                                      <p:tavLst>
                                        <p:tav tm="0">
                                          <p:val>
                                            <p:strVal val="#ppt_x"/>
                                          </p:val>
                                        </p:tav>
                                        <p:tav tm="100000">
                                          <p:val>
                                            <p:strVal val="#ppt_x"/>
                                          </p:val>
                                        </p:tav>
                                      </p:tavLst>
                                    </p:anim>
                                    <p:anim calcmode="lin" valueType="num">
                                      <p:cBhvr>
                                        <p:cTn id="64" dur="1000" fill="hold"/>
                                        <p:tgtEl>
                                          <p:spTgt spid="26"/>
                                        </p:tgtEl>
                                        <p:attrNameLst>
                                          <p:attrName>ppt_y</p:attrName>
                                        </p:attrNameLst>
                                      </p:cBhvr>
                                      <p:tavLst>
                                        <p:tav tm="0">
                                          <p:val>
                                            <p:strVal val="#ppt_y-.1"/>
                                          </p:val>
                                        </p:tav>
                                        <p:tav tm="100000">
                                          <p:val>
                                            <p:strVal val="#ppt_y"/>
                                          </p:val>
                                        </p:tav>
                                      </p:tavLst>
                                    </p:anim>
                                  </p:childTnLst>
                                </p:cTn>
                              </p:par>
                              <p:par>
                                <p:cTn id="65" presetID="42" presetClass="entr" presetSubtype="0" fill="hold" grpId="0" nodeType="withEffect">
                                  <p:stCondLst>
                                    <p:cond delay="0"/>
                                  </p:stCondLst>
                                  <p:childTnLst>
                                    <p:set>
                                      <p:cBhvr>
                                        <p:cTn id="66" dur="1" fill="hold">
                                          <p:stCondLst>
                                            <p:cond delay="0"/>
                                          </p:stCondLst>
                                        </p:cTn>
                                        <p:tgtEl>
                                          <p:spTgt spid="27"/>
                                        </p:tgtEl>
                                        <p:attrNameLst>
                                          <p:attrName>style.visibility</p:attrName>
                                        </p:attrNameLst>
                                      </p:cBhvr>
                                      <p:to>
                                        <p:strVal val="visible"/>
                                      </p:to>
                                    </p:set>
                                    <p:animEffect transition="in" filter="fade">
                                      <p:cBhvr>
                                        <p:cTn id="67" dur="1000"/>
                                        <p:tgtEl>
                                          <p:spTgt spid="27"/>
                                        </p:tgtEl>
                                      </p:cBhvr>
                                    </p:animEffect>
                                    <p:anim calcmode="lin" valueType="num">
                                      <p:cBhvr>
                                        <p:cTn id="68" dur="1000" fill="hold"/>
                                        <p:tgtEl>
                                          <p:spTgt spid="27"/>
                                        </p:tgtEl>
                                        <p:attrNameLst>
                                          <p:attrName>ppt_x</p:attrName>
                                        </p:attrNameLst>
                                      </p:cBhvr>
                                      <p:tavLst>
                                        <p:tav tm="0">
                                          <p:val>
                                            <p:strVal val="#ppt_x"/>
                                          </p:val>
                                        </p:tav>
                                        <p:tav tm="100000">
                                          <p:val>
                                            <p:strVal val="#ppt_x"/>
                                          </p:val>
                                        </p:tav>
                                      </p:tavLst>
                                    </p:anim>
                                    <p:anim calcmode="lin" valueType="num">
                                      <p:cBhvr>
                                        <p:cTn id="69" dur="1000" fill="hold"/>
                                        <p:tgtEl>
                                          <p:spTgt spid="27"/>
                                        </p:tgtEl>
                                        <p:attrNameLst>
                                          <p:attrName>ppt_y</p:attrName>
                                        </p:attrNameLst>
                                      </p:cBhvr>
                                      <p:tavLst>
                                        <p:tav tm="0">
                                          <p:val>
                                            <p:strVal val="#ppt_y+.1"/>
                                          </p:val>
                                        </p:tav>
                                        <p:tav tm="100000">
                                          <p:val>
                                            <p:strVal val="#ppt_y"/>
                                          </p:val>
                                        </p:tav>
                                      </p:tavLst>
                                    </p:anim>
                                  </p:childTnLst>
                                </p:cTn>
                              </p:par>
                            </p:childTnLst>
                          </p:cTn>
                        </p:par>
                        <p:par>
                          <p:cTn id="70" fill="hold">
                            <p:stCondLst>
                              <p:cond delay="4000"/>
                            </p:stCondLst>
                            <p:childTnLst>
                              <p:par>
                                <p:cTn id="71" presetID="22" presetClass="entr" presetSubtype="8" fill="hold" nodeType="afterEffect">
                                  <p:stCondLst>
                                    <p:cond delay="0"/>
                                  </p:stCondLst>
                                  <p:childTnLst>
                                    <p:set>
                                      <p:cBhvr>
                                        <p:cTn id="72" dur="1" fill="hold">
                                          <p:stCondLst>
                                            <p:cond delay="0"/>
                                          </p:stCondLst>
                                        </p:cTn>
                                        <p:tgtEl>
                                          <p:spTgt spid="37"/>
                                        </p:tgtEl>
                                        <p:attrNameLst>
                                          <p:attrName>style.visibility</p:attrName>
                                        </p:attrNameLst>
                                      </p:cBhvr>
                                      <p:to>
                                        <p:strVal val="visible"/>
                                      </p:to>
                                    </p:set>
                                    <p:animEffect transition="in" filter="wipe(left)">
                                      <p:cBhvr>
                                        <p:cTn id="73" dur="1000"/>
                                        <p:tgtEl>
                                          <p:spTgt spid="37"/>
                                        </p:tgtEl>
                                      </p:cBhvr>
                                    </p:animEffect>
                                  </p:childTnLst>
                                </p:cTn>
                              </p:par>
                              <p:par>
                                <p:cTn id="74" presetID="42" presetClass="entr" presetSubtype="0" fill="hold" grpId="0" nodeType="withEffect">
                                  <p:stCondLst>
                                    <p:cond delay="0"/>
                                  </p:stCondLst>
                                  <p:childTnLst>
                                    <p:set>
                                      <p:cBhvr>
                                        <p:cTn id="75" dur="1" fill="hold">
                                          <p:stCondLst>
                                            <p:cond delay="0"/>
                                          </p:stCondLst>
                                        </p:cTn>
                                        <p:tgtEl>
                                          <p:spTgt spid="29"/>
                                        </p:tgtEl>
                                        <p:attrNameLst>
                                          <p:attrName>style.visibility</p:attrName>
                                        </p:attrNameLst>
                                      </p:cBhvr>
                                      <p:to>
                                        <p:strVal val="visible"/>
                                      </p:to>
                                    </p:set>
                                    <p:animEffect transition="in" filter="fade">
                                      <p:cBhvr>
                                        <p:cTn id="76" dur="1000"/>
                                        <p:tgtEl>
                                          <p:spTgt spid="29"/>
                                        </p:tgtEl>
                                      </p:cBhvr>
                                    </p:animEffect>
                                    <p:anim calcmode="lin" valueType="num">
                                      <p:cBhvr>
                                        <p:cTn id="77" dur="1000" fill="hold"/>
                                        <p:tgtEl>
                                          <p:spTgt spid="29"/>
                                        </p:tgtEl>
                                        <p:attrNameLst>
                                          <p:attrName>ppt_x</p:attrName>
                                        </p:attrNameLst>
                                      </p:cBhvr>
                                      <p:tavLst>
                                        <p:tav tm="0">
                                          <p:val>
                                            <p:strVal val="#ppt_x"/>
                                          </p:val>
                                        </p:tav>
                                        <p:tav tm="100000">
                                          <p:val>
                                            <p:strVal val="#ppt_x"/>
                                          </p:val>
                                        </p:tav>
                                      </p:tavLst>
                                    </p:anim>
                                    <p:anim calcmode="lin" valueType="num">
                                      <p:cBhvr>
                                        <p:cTn id="78" dur="1000" fill="hold"/>
                                        <p:tgtEl>
                                          <p:spTgt spid="29"/>
                                        </p:tgtEl>
                                        <p:attrNameLst>
                                          <p:attrName>ppt_y</p:attrName>
                                        </p:attrNameLst>
                                      </p:cBhvr>
                                      <p:tavLst>
                                        <p:tav tm="0">
                                          <p:val>
                                            <p:strVal val="#ppt_y+.1"/>
                                          </p:val>
                                        </p:tav>
                                        <p:tav tm="100000">
                                          <p:val>
                                            <p:strVal val="#ppt_y"/>
                                          </p:val>
                                        </p:tav>
                                      </p:tavLst>
                                    </p:anim>
                                  </p:childTnLst>
                                </p:cTn>
                              </p:par>
                              <p:par>
                                <p:cTn id="79" presetID="47" presetClass="entr" presetSubtype="0" fill="hold" grpId="0" nodeType="withEffect">
                                  <p:stCondLst>
                                    <p:cond delay="0"/>
                                  </p:stCondLst>
                                  <p:childTnLst>
                                    <p:set>
                                      <p:cBhvr>
                                        <p:cTn id="80" dur="1" fill="hold">
                                          <p:stCondLst>
                                            <p:cond delay="0"/>
                                          </p:stCondLst>
                                        </p:cTn>
                                        <p:tgtEl>
                                          <p:spTgt spid="28"/>
                                        </p:tgtEl>
                                        <p:attrNameLst>
                                          <p:attrName>style.visibility</p:attrName>
                                        </p:attrNameLst>
                                      </p:cBhvr>
                                      <p:to>
                                        <p:strVal val="visible"/>
                                      </p:to>
                                    </p:set>
                                    <p:animEffect transition="in" filter="fade">
                                      <p:cBhvr>
                                        <p:cTn id="81" dur="1000"/>
                                        <p:tgtEl>
                                          <p:spTgt spid="28"/>
                                        </p:tgtEl>
                                      </p:cBhvr>
                                    </p:animEffect>
                                    <p:anim calcmode="lin" valueType="num">
                                      <p:cBhvr>
                                        <p:cTn id="82" dur="1000" fill="hold"/>
                                        <p:tgtEl>
                                          <p:spTgt spid="28"/>
                                        </p:tgtEl>
                                        <p:attrNameLst>
                                          <p:attrName>ppt_x</p:attrName>
                                        </p:attrNameLst>
                                      </p:cBhvr>
                                      <p:tavLst>
                                        <p:tav tm="0">
                                          <p:val>
                                            <p:strVal val="#ppt_x"/>
                                          </p:val>
                                        </p:tav>
                                        <p:tav tm="100000">
                                          <p:val>
                                            <p:strVal val="#ppt_x"/>
                                          </p:val>
                                        </p:tav>
                                      </p:tavLst>
                                    </p:anim>
                                    <p:anim calcmode="lin" valueType="num">
                                      <p:cBhvr>
                                        <p:cTn id="83"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P spid="24" grpId="0"/>
      <p:bldP spid="25" grpId="0"/>
      <p:bldP spid="26" grpId="0"/>
      <p:bldP spid="27" grpId="0"/>
      <p:bldP spid="28" grpId="0"/>
      <p:bldP spid="29" grpId="0"/>
      <p:bldP spid="3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 name="图片 55">
            <a:extLst>
              <a:ext uri="{FF2B5EF4-FFF2-40B4-BE49-F238E27FC236}">
                <a16:creationId xmlns:a16="http://schemas.microsoft.com/office/drawing/2014/main" id="{1F2CD67A-B099-47BB-A39B-54BFFB77D3B7}"/>
              </a:ext>
            </a:extLst>
          </p:cNvPr>
          <p:cNvPicPr>
            <a:picLocks noChangeAspect="1"/>
          </p:cNvPicPr>
          <p:nvPr/>
        </p:nvPicPr>
        <p:blipFill rotWithShape="1">
          <a:blip r:embed="rId2">
            <a:extLst>
              <a:ext uri="{BEBA8EAE-BF5A-486C-A8C5-ECC9F3942E4B}">
                <a14:imgProps xmlns:a14="http://schemas.microsoft.com/office/drawing/2010/main">
                  <a14:imgLayer>
                    <a14:imgEffect>
                      <a14:brightnessContrast contrast="40000"/>
                    </a14:imgEffect>
                  </a14:imgLayer>
                </a14:imgProps>
              </a:ext>
            </a:extLst>
          </a:blip>
          <a:srcRect l="6659" t="6677" r="6720" b="6693"/>
          <a:stretch/>
        </p:blipFill>
        <p:spPr>
          <a:xfrm>
            <a:off x="-1" y="0"/>
            <a:ext cx="12192001" cy="6858000"/>
          </a:xfrm>
          <a:prstGeom prst="rect">
            <a:avLst/>
          </a:prstGeom>
        </p:spPr>
      </p:pic>
      <p:pic>
        <p:nvPicPr>
          <p:cNvPr id="5" name="图片 4">
            <a:extLst>
              <a:ext uri="{FF2B5EF4-FFF2-40B4-BE49-F238E27FC236}">
                <a16:creationId xmlns:a16="http://schemas.microsoft.com/office/drawing/2014/main" id="{06A0E1BF-1728-479F-B549-3663266EC38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274592" y="6060713"/>
            <a:ext cx="2734062" cy="539497"/>
          </a:xfrm>
          <a:prstGeom prst="rect">
            <a:avLst/>
          </a:prstGeom>
        </p:spPr>
      </p:pic>
      <p:pic>
        <p:nvPicPr>
          <p:cNvPr id="6" name="图片 5">
            <a:extLst>
              <a:ext uri="{FF2B5EF4-FFF2-40B4-BE49-F238E27FC236}">
                <a16:creationId xmlns:a16="http://schemas.microsoft.com/office/drawing/2014/main" id="{F514C474-AAB9-4151-BAC9-FD20AEE29029}"/>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6510" t="24114" r="34678" b="22737"/>
          <a:stretch/>
        </p:blipFill>
        <p:spPr>
          <a:xfrm>
            <a:off x="1651394" y="1134208"/>
            <a:ext cx="2094129" cy="2172731"/>
          </a:xfrm>
          <a:prstGeom prst="rect">
            <a:avLst/>
          </a:prstGeom>
        </p:spPr>
      </p:pic>
      <p:sp>
        <p:nvSpPr>
          <p:cNvPr id="7" name="TextBox 12">
            <a:extLst>
              <a:ext uri="{FF2B5EF4-FFF2-40B4-BE49-F238E27FC236}">
                <a16:creationId xmlns:a16="http://schemas.microsoft.com/office/drawing/2014/main" id="{E8043F6F-DD71-4645-8971-26F34E1D6B15}"/>
              </a:ext>
            </a:extLst>
          </p:cNvPr>
          <p:cNvSpPr txBox="1"/>
          <p:nvPr/>
        </p:nvSpPr>
        <p:spPr>
          <a:xfrm>
            <a:off x="2472996" y="1849942"/>
            <a:ext cx="8067610" cy="1107996"/>
          </a:xfrm>
          <a:prstGeom prst="rect">
            <a:avLst/>
          </a:prstGeom>
          <a:noFill/>
        </p:spPr>
        <p:txBody>
          <a:bodyPr wrap="square" rtlCol="0">
            <a:spAutoFit/>
          </a:bodyPr>
          <a:lstStyle>
            <a:defPPr>
              <a:defRPr lang="zh-CN"/>
            </a:defPPr>
            <a:lvl1pPr algn="ctr">
              <a:defRPr sz="5400" b="1">
                <a:latin typeface="微软雅黑" panose="020B0503020204020204" pitchFamily="34" charset="-122"/>
                <a:ea typeface="微软雅黑" panose="020B0503020204020204" pitchFamily="34" charset="-122"/>
              </a:defRPr>
            </a:lvl1pPr>
          </a:lstStyle>
          <a:p>
            <a:r>
              <a:rPr lang="zh-CN" altLang="en-US" sz="6600" dirty="0">
                <a:solidFill>
                  <a:srgbClr val="484848"/>
                </a:solidFill>
                <a:latin typeface="+mn-lt"/>
                <a:ea typeface="+mn-ea"/>
                <a:cs typeface="+mn-ea"/>
                <a:sym typeface="+mn-lt"/>
              </a:rPr>
              <a:t>第二部分</a:t>
            </a:r>
          </a:p>
        </p:txBody>
      </p:sp>
      <p:grpSp>
        <p:nvGrpSpPr>
          <p:cNvPr id="18" name="组合 17">
            <a:extLst>
              <a:ext uri="{FF2B5EF4-FFF2-40B4-BE49-F238E27FC236}">
                <a16:creationId xmlns:a16="http://schemas.microsoft.com/office/drawing/2014/main" id="{AB369D6C-C612-49B5-93B3-5EE8AD9E8D07}"/>
              </a:ext>
            </a:extLst>
          </p:cNvPr>
          <p:cNvGrpSpPr/>
          <p:nvPr/>
        </p:nvGrpSpPr>
        <p:grpSpPr>
          <a:xfrm>
            <a:off x="-4151" y="0"/>
            <a:ext cx="12196151" cy="6858000"/>
            <a:chOff x="-4151" y="0"/>
            <a:chExt cx="12196151" cy="6858000"/>
          </a:xfrm>
        </p:grpSpPr>
        <p:grpSp>
          <p:nvGrpSpPr>
            <p:cNvPr id="19" name="组合 18">
              <a:extLst>
                <a:ext uri="{FF2B5EF4-FFF2-40B4-BE49-F238E27FC236}">
                  <a16:creationId xmlns:a16="http://schemas.microsoft.com/office/drawing/2014/main" id="{3297A512-334C-4BB2-8100-59F63C0B3CD1}"/>
                </a:ext>
              </a:extLst>
            </p:cNvPr>
            <p:cNvGrpSpPr/>
            <p:nvPr/>
          </p:nvGrpSpPr>
          <p:grpSpPr>
            <a:xfrm>
              <a:off x="0" y="0"/>
              <a:ext cx="3001030" cy="109728"/>
              <a:chOff x="0" y="0"/>
              <a:chExt cx="3001030" cy="109728"/>
            </a:xfrm>
          </p:grpSpPr>
          <p:sp>
            <p:nvSpPr>
              <p:cNvPr id="53" name="矩形 52">
                <a:extLst>
                  <a:ext uri="{FF2B5EF4-FFF2-40B4-BE49-F238E27FC236}">
                    <a16:creationId xmlns:a16="http://schemas.microsoft.com/office/drawing/2014/main" id="{5D604D0F-DF26-4DF4-BA56-421E2073D19E}"/>
                  </a:ext>
                </a:extLst>
              </p:cNvPr>
              <p:cNvSpPr/>
              <p:nvPr/>
            </p:nvSpPr>
            <p:spPr>
              <a:xfrm flipV="1">
                <a:off x="0" y="0"/>
                <a:ext cx="1367596" cy="109728"/>
              </a:xfrm>
              <a:prstGeom prst="rect">
                <a:avLst/>
              </a:prstGeom>
              <a:solidFill>
                <a:srgbClr val="062845">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4" name="矩形 53">
                <a:extLst>
                  <a:ext uri="{FF2B5EF4-FFF2-40B4-BE49-F238E27FC236}">
                    <a16:creationId xmlns:a16="http://schemas.microsoft.com/office/drawing/2014/main" id="{2112ED3F-CA9D-4831-9620-B2AECEBE2151}"/>
                  </a:ext>
                </a:extLst>
              </p:cNvPr>
              <p:cNvSpPr/>
              <p:nvPr/>
            </p:nvSpPr>
            <p:spPr>
              <a:xfrm flipV="1">
                <a:off x="1367596" y="0"/>
                <a:ext cx="1633434" cy="109728"/>
              </a:xfrm>
              <a:prstGeom prst="rect">
                <a:avLst/>
              </a:prstGeom>
              <a:solidFill>
                <a:srgbClr val="C70E23">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20" name="组合 19">
              <a:extLst>
                <a:ext uri="{FF2B5EF4-FFF2-40B4-BE49-F238E27FC236}">
                  <a16:creationId xmlns:a16="http://schemas.microsoft.com/office/drawing/2014/main" id="{707573DA-7C8A-4295-9645-089699C5CF94}"/>
                </a:ext>
              </a:extLst>
            </p:cNvPr>
            <p:cNvGrpSpPr/>
            <p:nvPr/>
          </p:nvGrpSpPr>
          <p:grpSpPr>
            <a:xfrm>
              <a:off x="8994788" y="0"/>
              <a:ext cx="3197212" cy="109728"/>
              <a:chOff x="0" y="0"/>
              <a:chExt cx="3001030" cy="109728"/>
            </a:xfrm>
          </p:grpSpPr>
          <p:sp>
            <p:nvSpPr>
              <p:cNvPr id="51" name="矩形 50">
                <a:extLst>
                  <a:ext uri="{FF2B5EF4-FFF2-40B4-BE49-F238E27FC236}">
                    <a16:creationId xmlns:a16="http://schemas.microsoft.com/office/drawing/2014/main" id="{1ED0E2D4-0F71-4678-9520-FC43D98FBCD5}"/>
                  </a:ext>
                </a:extLst>
              </p:cNvPr>
              <p:cNvSpPr/>
              <p:nvPr/>
            </p:nvSpPr>
            <p:spPr>
              <a:xfrm flipV="1">
                <a:off x="0" y="0"/>
                <a:ext cx="1367596" cy="109728"/>
              </a:xfrm>
              <a:prstGeom prst="rect">
                <a:avLst/>
              </a:prstGeom>
              <a:solidFill>
                <a:srgbClr val="062845">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2" name="矩形 51">
                <a:extLst>
                  <a:ext uri="{FF2B5EF4-FFF2-40B4-BE49-F238E27FC236}">
                    <a16:creationId xmlns:a16="http://schemas.microsoft.com/office/drawing/2014/main" id="{4D5A5A30-B7BE-4761-BDC3-5F291ADA11AF}"/>
                  </a:ext>
                </a:extLst>
              </p:cNvPr>
              <p:cNvSpPr/>
              <p:nvPr/>
            </p:nvSpPr>
            <p:spPr>
              <a:xfrm flipV="1">
                <a:off x="1367596" y="0"/>
                <a:ext cx="1633434" cy="109728"/>
              </a:xfrm>
              <a:prstGeom prst="rect">
                <a:avLst/>
              </a:prstGeom>
              <a:solidFill>
                <a:srgbClr val="C70E23">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21" name="组合 20">
              <a:extLst>
                <a:ext uri="{FF2B5EF4-FFF2-40B4-BE49-F238E27FC236}">
                  <a16:creationId xmlns:a16="http://schemas.microsoft.com/office/drawing/2014/main" id="{E65EDA0B-7BE6-40F0-B01F-EECD80B2FF21}"/>
                </a:ext>
              </a:extLst>
            </p:cNvPr>
            <p:cNvGrpSpPr/>
            <p:nvPr/>
          </p:nvGrpSpPr>
          <p:grpSpPr>
            <a:xfrm>
              <a:off x="5997909" y="0"/>
              <a:ext cx="3001030" cy="109728"/>
              <a:chOff x="0" y="0"/>
              <a:chExt cx="3001030" cy="109728"/>
            </a:xfrm>
          </p:grpSpPr>
          <p:sp>
            <p:nvSpPr>
              <p:cNvPr id="49" name="矩形 48">
                <a:extLst>
                  <a:ext uri="{FF2B5EF4-FFF2-40B4-BE49-F238E27FC236}">
                    <a16:creationId xmlns:a16="http://schemas.microsoft.com/office/drawing/2014/main" id="{178E8E22-A759-417F-9D08-159AE357DBFD}"/>
                  </a:ext>
                </a:extLst>
              </p:cNvPr>
              <p:cNvSpPr/>
              <p:nvPr/>
            </p:nvSpPr>
            <p:spPr>
              <a:xfrm flipV="1">
                <a:off x="0" y="0"/>
                <a:ext cx="1367596" cy="109728"/>
              </a:xfrm>
              <a:prstGeom prst="rect">
                <a:avLst/>
              </a:prstGeom>
              <a:solidFill>
                <a:srgbClr val="062845">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0" name="矩形 49">
                <a:extLst>
                  <a:ext uri="{FF2B5EF4-FFF2-40B4-BE49-F238E27FC236}">
                    <a16:creationId xmlns:a16="http://schemas.microsoft.com/office/drawing/2014/main" id="{96064E53-8C3E-4625-9499-E9A2367FB43C}"/>
                  </a:ext>
                </a:extLst>
              </p:cNvPr>
              <p:cNvSpPr/>
              <p:nvPr/>
            </p:nvSpPr>
            <p:spPr>
              <a:xfrm flipV="1">
                <a:off x="1367596" y="0"/>
                <a:ext cx="1633434" cy="109728"/>
              </a:xfrm>
              <a:prstGeom prst="rect">
                <a:avLst/>
              </a:prstGeom>
              <a:solidFill>
                <a:srgbClr val="C70E23">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22" name="组合 21">
              <a:extLst>
                <a:ext uri="{FF2B5EF4-FFF2-40B4-BE49-F238E27FC236}">
                  <a16:creationId xmlns:a16="http://schemas.microsoft.com/office/drawing/2014/main" id="{9CD63B54-8877-4555-B605-D02460D92FC7}"/>
                </a:ext>
              </a:extLst>
            </p:cNvPr>
            <p:cNvGrpSpPr/>
            <p:nvPr/>
          </p:nvGrpSpPr>
          <p:grpSpPr>
            <a:xfrm>
              <a:off x="2996879" y="0"/>
              <a:ext cx="3001030" cy="109728"/>
              <a:chOff x="0" y="0"/>
              <a:chExt cx="3001030" cy="109728"/>
            </a:xfrm>
          </p:grpSpPr>
          <p:sp>
            <p:nvSpPr>
              <p:cNvPr id="47" name="矩形 46">
                <a:extLst>
                  <a:ext uri="{FF2B5EF4-FFF2-40B4-BE49-F238E27FC236}">
                    <a16:creationId xmlns:a16="http://schemas.microsoft.com/office/drawing/2014/main" id="{295CC89B-78CA-4C82-B5D6-6DE0D1866A2A}"/>
                  </a:ext>
                </a:extLst>
              </p:cNvPr>
              <p:cNvSpPr/>
              <p:nvPr/>
            </p:nvSpPr>
            <p:spPr>
              <a:xfrm flipV="1">
                <a:off x="0" y="0"/>
                <a:ext cx="1367596" cy="109728"/>
              </a:xfrm>
              <a:prstGeom prst="rect">
                <a:avLst/>
              </a:prstGeom>
              <a:solidFill>
                <a:srgbClr val="062845">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8" name="矩形 47">
                <a:extLst>
                  <a:ext uri="{FF2B5EF4-FFF2-40B4-BE49-F238E27FC236}">
                    <a16:creationId xmlns:a16="http://schemas.microsoft.com/office/drawing/2014/main" id="{DADCAB0D-4CD3-4151-8C74-64D4D056592F}"/>
                  </a:ext>
                </a:extLst>
              </p:cNvPr>
              <p:cNvSpPr/>
              <p:nvPr/>
            </p:nvSpPr>
            <p:spPr>
              <a:xfrm flipV="1">
                <a:off x="1367596" y="0"/>
                <a:ext cx="1633434" cy="109728"/>
              </a:xfrm>
              <a:prstGeom prst="rect">
                <a:avLst/>
              </a:prstGeom>
              <a:solidFill>
                <a:srgbClr val="C70E23">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23" name="组合 22">
              <a:extLst>
                <a:ext uri="{FF2B5EF4-FFF2-40B4-BE49-F238E27FC236}">
                  <a16:creationId xmlns:a16="http://schemas.microsoft.com/office/drawing/2014/main" id="{95A38C03-944C-458B-A486-0DCE30FDF237}"/>
                </a:ext>
              </a:extLst>
            </p:cNvPr>
            <p:cNvGrpSpPr/>
            <p:nvPr/>
          </p:nvGrpSpPr>
          <p:grpSpPr>
            <a:xfrm>
              <a:off x="-4151" y="6748272"/>
              <a:ext cx="3001030" cy="109728"/>
              <a:chOff x="0" y="0"/>
              <a:chExt cx="3001030" cy="109728"/>
            </a:xfrm>
          </p:grpSpPr>
          <p:sp>
            <p:nvSpPr>
              <p:cNvPr id="45" name="矩形 44">
                <a:extLst>
                  <a:ext uri="{FF2B5EF4-FFF2-40B4-BE49-F238E27FC236}">
                    <a16:creationId xmlns:a16="http://schemas.microsoft.com/office/drawing/2014/main" id="{C6775FAD-AC6E-4B11-A7D6-08C26B52044C}"/>
                  </a:ext>
                </a:extLst>
              </p:cNvPr>
              <p:cNvSpPr/>
              <p:nvPr/>
            </p:nvSpPr>
            <p:spPr>
              <a:xfrm flipV="1">
                <a:off x="0" y="0"/>
                <a:ext cx="1367596" cy="109728"/>
              </a:xfrm>
              <a:prstGeom prst="rect">
                <a:avLst/>
              </a:prstGeom>
              <a:solidFill>
                <a:srgbClr val="062845">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6" name="矩形 45">
                <a:extLst>
                  <a:ext uri="{FF2B5EF4-FFF2-40B4-BE49-F238E27FC236}">
                    <a16:creationId xmlns:a16="http://schemas.microsoft.com/office/drawing/2014/main" id="{BEA3CE06-701C-4DDC-A81F-E5A65B3FA9E2}"/>
                  </a:ext>
                </a:extLst>
              </p:cNvPr>
              <p:cNvSpPr/>
              <p:nvPr/>
            </p:nvSpPr>
            <p:spPr>
              <a:xfrm flipV="1">
                <a:off x="1367596" y="0"/>
                <a:ext cx="1633434" cy="109728"/>
              </a:xfrm>
              <a:prstGeom prst="rect">
                <a:avLst/>
              </a:prstGeom>
              <a:solidFill>
                <a:srgbClr val="C70E23">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24" name="组合 23">
              <a:extLst>
                <a:ext uri="{FF2B5EF4-FFF2-40B4-BE49-F238E27FC236}">
                  <a16:creationId xmlns:a16="http://schemas.microsoft.com/office/drawing/2014/main" id="{36BCCE02-56D2-45A9-8F79-91B03E2CD5A6}"/>
                </a:ext>
              </a:extLst>
            </p:cNvPr>
            <p:cNvGrpSpPr/>
            <p:nvPr/>
          </p:nvGrpSpPr>
          <p:grpSpPr>
            <a:xfrm>
              <a:off x="5993758" y="6748272"/>
              <a:ext cx="3001030" cy="109728"/>
              <a:chOff x="0" y="0"/>
              <a:chExt cx="3001030" cy="109728"/>
            </a:xfrm>
          </p:grpSpPr>
          <p:sp>
            <p:nvSpPr>
              <p:cNvPr id="43" name="矩形 42">
                <a:extLst>
                  <a:ext uri="{FF2B5EF4-FFF2-40B4-BE49-F238E27FC236}">
                    <a16:creationId xmlns:a16="http://schemas.microsoft.com/office/drawing/2014/main" id="{DD19CD7E-0DD2-4D83-92D8-E01BFA82B92B}"/>
                  </a:ext>
                </a:extLst>
              </p:cNvPr>
              <p:cNvSpPr/>
              <p:nvPr/>
            </p:nvSpPr>
            <p:spPr>
              <a:xfrm flipV="1">
                <a:off x="0" y="0"/>
                <a:ext cx="1367596" cy="109728"/>
              </a:xfrm>
              <a:prstGeom prst="rect">
                <a:avLst/>
              </a:prstGeom>
              <a:solidFill>
                <a:srgbClr val="062845">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4" name="矩形 43">
                <a:extLst>
                  <a:ext uri="{FF2B5EF4-FFF2-40B4-BE49-F238E27FC236}">
                    <a16:creationId xmlns:a16="http://schemas.microsoft.com/office/drawing/2014/main" id="{A3B2F5F0-03A5-4391-B7A9-7C34A10B6085}"/>
                  </a:ext>
                </a:extLst>
              </p:cNvPr>
              <p:cNvSpPr/>
              <p:nvPr/>
            </p:nvSpPr>
            <p:spPr>
              <a:xfrm flipV="1">
                <a:off x="1367596" y="0"/>
                <a:ext cx="1633434" cy="109728"/>
              </a:xfrm>
              <a:prstGeom prst="rect">
                <a:avLst/>
              </a:prstGeom>
              <a:solidFill>
                <a:srgbClr val="C70E23">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25" name="组合 24">
              <a:extLst>
                <a:ext uri="{FF2B5EF4-FFF2-40B4-BE49-F238E27FC236}">
                  <a16:creationId xmlns:a16="http://schemas.microsoft.com/office/drawing/2014/main" id="{899A0142-FBF5-4236-956C-346CD1851CA0}"/>
                </a:ext>
              </a:extLst>
            </p:cNvPr>
            <p:cNvGrpSpPr/>
            <p:nvPr/>
          </p:nvGrpSpPr>
          <p:grpSpPr>
            <a:xfrm>
              <a:off x="2992728" y="6748272"/>
              <a:ext cx="3001030" cy="109728"/>
              <a:chOff x="0" y="0"/>
              <a:chExt cx="3001030" cy="109728"/>
            </a:xfrm>
          </p:grpSpPr>
          <p:sp>
            <p:nvSpPr>
              <p:cNvPr id="41" name="矩形 40">
                <a:extLst>
                  <a:ext uri="{FF2B5EF4-FFF2-40B4-BE49-F238E27FC236}">
                    <a16:creationId xmlns:a16="http://schemas.microsoft.com/office/drawing/2014/main" id="{57AE3187-F330-4265-A1B6-6FA443D16529}"/>
                  </a:ext>
                </a:extLst>
              </p:cNvPr>
              <p:cNvSpPr/>
              <p:nvPr/>
            </p:nvSpPr>
            <p:spPr>
              <a:xfrm flipV="1">
                <a:off x="0" y="0"/>
                <a:ext cx="1367596" cy="109728"/>
              </a:xfrm>
              <a:prstGeom prst="rect">
                <a:avLst/>
              </a:prstGeom>
              <a:solidFill>
                <a:srgbClr val="062845">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2" name="矩形 41">
                <a:extLst>
                  <a:ext uri="{FF2B5EF4-FFF2-40B4-BE49-F238E27FC236}">
                    <a16:creationId xmlns:a16="http://schemas.microsoft.com/office/drawing/2014/main" id="{1C0F31F2-AE40-431E-B7C4-29C1DFC7771C}"/>
                  </a:ext>
                </a:extLst>
              </p:cNvPr>
              <p:cNvSpPr/>
              <p:nvPr/>
            </p:nvSpPr>
            <p:spPr>
              <a:xfrm flipV="1">
                <a:off x="1367596" y="0"/>
                <a:ext cx="1633434" cy="109728"/>
              </a:xfrm>
              <a:prstGeom prst="rect">
                <a:avLst/>
              </a:prstGeom>
              <a:solidFill>
                <a:srgbClr val="C70E23">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26" name="组合 25">
              <a:extLst>
                <a:ext uri="{FF2B5EF4-FFF2-40B4-BE49-F238E27FC236}">
                  <a16:creationId xmlns:a16="http://schemas.microsoft.com/office/drawing/2014/main" id="{EE7125E5-B37E-43C0-8339-FEF90D76DBCC}"/>
                </a:ext>
              </a:extLst>
            </p:cNvPr>
            <p:cNvGrpSpPr/>
            <p:nvPr/>
          </p:nvGrpSpPr>
          <p:grpSpPr>
            <a:xfrm>
              <a:off x="8994788" y="6748272"/>
              <a:ext cx="3197212" cy="109728"/>
              <a:chOff x="0" y="0"/>
              <a:chExt cx="3001030" cy="109728"/>
            </a:xfrm>
          </p:grpSpPr>
          <p:sp>
            <p:nvSpPr>
              <p:cNvPr id="39" name="矩形 38">
                <a:extLst>
                  <a:ext uri="{FF2B5EF4-FFF2-40B4-BE49-F238E27FC236}">
                    <a16:creationId xmlns:a16="http://schemas.microsoft.com/office/drawing/2014/main" id="{3C16523F-6B1E-4561-BBF7-2058BD36336F}"/>
                  </a:ext>
                </a:extLst>
              </p:cNvPr>
              <p:cNvSpPr/>
              <p:nvPr/>
            </p:nvSpPr>
            <p:spPr>
              <a:xfrm flipV="1">
                <a:off x="0" y="0"/>
                <a:ext cx="1367596" cy="109728"/>
              </a:xfrm>
              <a:prstGeom prst="rect">
                <a:avLst/>
              </a:prstGeom>
              <a:solidFill>
                <a:srgbClr val="062845">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0" name="矩形 39">
                <a:extLst>
                  <a:ext uri="{FF2B5EF4-FFF2-40B4-BE49-F238E27FC236}">
                    <a16:creationId xmlns:a16="http://schemas.microsoft.com/office/drawing/2014/main" id="{EED1299B-32F9-407E-94A7-3A38E9874799}"/>
                  </a:ext>
                </a:extLst>
              </p:cNvPr>
              <p:cNvSpPr/>
              <p:nvPr/>
            </p:nvSpPr>
            <p:spPr>
              <a:xfrm flipV="1">
                <a:off x="1367596" y="0"/>
                <a:ext cx="1633434" cy="109728"/>
              </a:xfrm>
              <a:prstGeom prst="rect">
                <a:avLst/>
              </a:prstGeom>
              <a:solidFill>
                <a:srgbClr val="C70E23">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27" name="组合 26">
              <a:extLst>
                <a:ext uri="{FF2B5EF4-FFF2-40B4-BE49-F238E27FC236}">
                  <a16:creationId xmlns:a16="http://schemas.microsoft.com/office/drawing/2014/main" id="{D13C5C57-4A7B-4D8C-982E-09700291C688}"/>
                </a:ext>
              </a:extLst>
            </p:cNvPr>
            <p:cNvGrpSpPr/>
            <p:nvPr/>
          </p:nvGrpSpPr>
          <p:grpSpPr>
            <a:xfrm rot="16200000">
              <a:off x="-1543742" y="1653470"/>
              <a:ext cx="3197212" cy="109728"/>
              <a:chOff x="0" y="0"/>
              <a:chExt cx="3001030" cy="109728"/>
            </a:xfrm>
          </p:grpSpPr>
          <p:sp>
            <p:nvSpPr>
              <p:cNvPr id="37" name="矩形 36">
                <a:extLst>
                  <a:ext uri="{FF2B5EF4-FFF2-40B4-BE49-F238E27FC236}">
                    <a16:creationId xmlns:a16="http://schemas.microsoft.com/office/drawing/2014/main" id="{50CD75AB-957E-4F80-AD9F-BEAD9C69AEED}"/>
                  </a:ext>
                </a:extLst>
              </p:cNvPr>
              <p:cNvSpPr/>
              <p:nvPr/>
            </p:nvSpPr>
            <p:spPr>
              <a:xfrm flipV="1">
                <a:off x="0" y="0"/>
                <a:ext cx="1367596" cy="109728"/>
              </a:xfrm>
              <a:prstGeom prst="rect">
                <a:avLst/>
              </a:prstGeom>
              <a:solidFill>
                <a:srgbClr val="062845">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8" name="矩形 37">
                <a:extLst>
                  <a:ext uri="{FF2B5EF4-FFF2-40B4-BE49-F238E27FC236}">
                    <a16:creationId xmlns:a16="http://schemas.microsoft.com/office/drawing/2014/main" id="{CE540AB2-8CEF-4A54-B988-285BF448A924}"/>
                  </a:ext>
                </a:extLst>
              </p:cNvPr>
              <p:cNvSpPr/>
              <p:nvPr/>
            </p:nvSpPr>
            <p:spPr>
              <a:xfrm flipV="1">
                <a:off x="1367596" y="0"/>
                <a:ext cx="1633434" cy="109728"/>
              </a:xfrm>
              <a:prstGeom prst="rect">
                <a:avLst/>
              </a:prstGeom>
              <a:solidFill>
                <a:srgbClr val="C70E23">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28" name="组合 27">
              <a:extLst>
                <a:ext uri="{FF2B5EF4-FFF2-40B4-BE49-F238E27FC236}">
                  <a16:creationId xmlns:a16="http://schemas.microsoft.com/office/drawing/2014/main" id="{5323858F-2BEE-4A07-8760-BA3F2BCA6A00}"/>
                </a:ext>
              </a:extLst>
            </p:cNvPr>
            <p:cNvGrpSpPr/>
            <p:nvPr/>
          </p:nvGrpSpPr>
          <p:grpSpPr>
            <a:xfrm rot="16200000">
              <a:off x="-1667877" y="4970666"/>
              <a:ext cx="3441332" cy="113879"/>
              <a:chOff x="0" y="0"/>
              <a:chExt cx="3001030" cy="109728"/>
            </a:xfrm>
          </p:grpSpPr>
          <p:sp>
            <p:nvSpPr>
              <p:cNvPr id="35" name="矩形 34">
                <a:extLst>
                  <a:ext uri="{FF2B5EF4-FFF2-40B4-BE49-F238E27FC236}">
                    <a16:creationId xmlns:a16="http://schemas.microsoft.com/office/drawing/2014/main" id="{0617FDD5-F223-4DB1-9021-7A1905D2CA8F}"/>
                  </a:ext>
                </a:extLst>
              </p:cNvPr>
              <p:cNvSpPr/>
              <p:nvPr/>
            </p:nvSpPr>
            <p:spPr>
              <a:xfrm flipV="1">
                <a:off x="0" y="0"/>
                <a:ext cx="1367596" cy="109728"/>
              </a:xfrm>
              <a:prstGeom prst="rect">
                <a:avLst/>
              </a:prstGeom>
              <a:solidFill>
                <a:srgbClr val="062845">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6" name="矩形 35">
                <a:extLst>
                  <a:ext uri="{FF2B5EF4-FFF2-40B4-BE49-F238E27FC236}">
                    <a16:creationId xmlns:a16="http://schemas.microsoft.com/office/drawing/2014/main" id="{43A28B4B-7691-4C2F-A0B8-1774443D79B1}"/>
                  </a:ext>
                </a:extLst>
              </p:cNvPr>
              <p:cNvSpPr/>
              <p:nvPr/>
            </p:nvSpPr>
            <p:spPr>
              <a:xfrm flipV="1">
                <a:off x="1367596" y="0"/>
                <a:ext cx="1633434" cy="109728"/>
              </a:xfrm>
              <a:prstGeom prst="rect">
                <a:avLst/>
              </a:prstGeom>
              <a:solidFill>
                <a:srgbClr val="C70E23">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29" name="组合 28">
              <a:extLst>
                <a:ext uri="{FF2B5EF4-FFF2-40B4-BE49-F238E27FC236}">
                  <a16:creationId xmlns:a16="http://schemas.microsoft.com/office/drawing/2014/main" id="{12B1BB0C-F546-40B3-ABB0-145C7A878C20}"/>
                </a:ext>
              </a:extLst>
            </p:cNvPr>
            <p:cNvGrpSpPr/>
            <p:nvPr/>
          </p:nvGrpSpPr>
          <p:grpSpPr>
            <a:xfrm rot="16200000">
              <a:off x="10538530" y="1653470"/>
              <a:ext cx="3197212" cy="109728"/>
              <a:chOff x="0" y="0"/>
              <a:chExt cx="3001030" cy="109728"/>
            </a:xfrm>
          </p:grpSpPr>
          <p:sp>
            <p:nvSpPr>
              <p:cNvPr id="33" name="矩形 32">
                <a:extLst>
                  <a:ext uri="{FF2B5EF4-FFF2-40B4-BE49-F238E27FC236}">
                    <a16:creationId xmlns:a16="http://schemas.microsoft.com/office/drawing/2014/main" id="{39F86426-CDD7-4F6E-9EC9-8FCEE939D761}"/>
                  </a:ext>
                </a:extLst>
              </p:cNvPr>
              <p:cNvSpPr/>
              <p:nvPr/>
            </p:nvSpPr>
            <p:spPr>
              <a:xfrm flipV="1">
                <a:off x="0" y="0"/>
                <a:ext cx="1367596" cy="109728"/>
              </a:xfrm>
              <a:prstGeom prst="rect">
                <a:avLst/>
              </a:prstGeom>
              <a:solidFill>
                <a:srgbClr val="062845">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4" name="矩形 33">
                <a:extLst>
                  <a:ext uri="{FF2B5EF4-FFF2-40B4-BE49-F238E27FC236}">
                    <a16:creationId xmlns:a16="http://schemas.microsoft.com/office/drawing/2014/main" id="{D37BF6F2-09D7-41CE-8FD1-F88B6D644AEA}"/>
                  </a:ext>
                </a:extLst>
              </p:cNvPr>
              <p:cNvSpPr/>
              <p:nvPr/>
            </p:nvSpPr>
            <p:spPr>
              <a:xfrm flipV="1">
                <a:off x="1367596" y="0"/>
                <a:ext cx="1633434" cy="109728"/>
              </a:xfrm>
              <a:prstGeom prst="rect">
                <a:avLst/>
              </a:prstGeom>
              <a:solidFill>
                <a:srgbClr val="C70E23">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30" name="组合 29">
              <a:extLst>
                <a:ext uri="{FF2B5EF4-FFF2-40B4-BE49-F238E27FC236}">
                  <a16:creationId xmlns:a16="http://schemas.microsoft.com/office/drawing/2014/main" id="{6F464884-B34C-4B24-AD08-5622359221A6}"/>
                </a:ext>
              </a:extLst>
            </p:cNvPr>
            <p:cNvGrpSpPr/>
            <p:nvPr/>
          </p:nvGrpSpPr>
          <p:grpSpPr>
            <a:xfrm rot="16200000">
              <a:off x="10414395" y="4970666"/>
              <a:ext cx="3441332" cy="113879"/>
              <a:chOff x="0" y="0"/>
              <a:chExt cx="3001030" cy="109728"/>
            </a:xfrm>
          </p:grpSpPr>
          <p:sp>
            <p:nvSpPr>
              <p:cNvPr id="31" name="矩形 30">
                <a:extLst>
                  <a:ext uri="{FF2B5EF4-FFF2-40B4-BE49-F238E27FC236}">
                    <a16:creationId xmlns:a16="http://schemas.microsoft.com/office/drawing/2014/main" id="{5B964A98-CB9E-4C18-85C1-7A89E652D13F}"/>
                  </a:ext>
                </a:extLst>
              </p:cNvPr>
              <p:cNvSpPr/>
              <p:nvPr/>
            </p:nvSpPr>
            <p:spPr>
              <a:xfrm flipV="1">
                <a:off x="0" y="0"/>
                <a:ext cx="1367596" cy="109728"/>
              </a:xfrm>
              <a:prstGeom prst="rect">
                <a:avLst/>
              </a:prstGeom>
              <a:solidFill>
                <a:srgbClr val="062845">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2" name="矩形 31">
                <a:extLst>
                  <a:ext uri="{FF2B5EF4-FFF2-40B4-BE49-F238E27FC236}">
                    <a16:creationId xmlns:a16="http://schemas.microsoft.com/office/drawing/2014/main" id="{F37D85CA-E6C4-497D-B8A0-95DCAD7BC970}"/>
                  </a:ext>
                </a:extLst>
              </p:cNvPr>
              <p:cNvSpPr/>
              <p:nvPr/>
            </p:nvSpPr>
            <p:spPr>
              <a:xfrm flipV="1">
                <a:off x="1367596" y="0"/>
                <a:ext cx="1633434" cy="109728"/>
              </a:xfrm>
              <a:prstGeom prst="rect">
                <a:avLst/>
              </a:prstGeom>
              <a:solidFill>
                <a:srgbClr val="C70E23">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pic>
        <p:nvPicPr>
          <p:cNvPr id="55" name="图片 54">
            <a:extLst>
              <a:ext uri="{FF2B5EF4-FFF2-40B4-BE49-F238E27FC236}">
                <a16:creationId xmlns:a16="http://schemas.microsoft.com/office/drawing/2014/main" id="{EFACDAAF-B3C5-47A8-81D2-D0B711311CB4}"/>
              </a:ext>
            </a:extLst>
          </p:cNvPr>
          <p:cNvPicPr>
            <a:picLocks noChangeAspect="1"/>
          </p:cNvPicPr>
          <p:nvPr/>
        </p:nvPicPr>
        <p:blipFill>
          <a:blip r:embed="rId5" cstate="print">
            <a:duotone>
              <a:prstClr val="black"/>
              <a:srgbClr val="38536A">
                <a:tint val="45000"/>
                <a:satMod val="400000"/>
              </a:srgbClr>
            </a:duotone>
            <a:extLst>
              <a:ext uri="{28A0092B-C50C-407E-A947-70E740481C1C}">
                <a14:useLocalDpi xmlns:a14="http://schemas.microsoft.com/office/drawing/2010/main" val="0"/>
              </a:ext>
            </a:extLst>
          </a:blip>
          <a:stretch>
            <a:fillRect/>
          </a:stretch>
        </p:blipFill>
        <p:spPr>
          <a:xfrm>
            <a:off x="3856300" y="2960980"/>
            <a:ext cx="5301002" cy="145020"/>
          </a:xfrm>
          <a:prstGeom prst="rect">
            <a:avLst/>
          </a:prstGeom>
        </p:spPr>
      </p:pic>
      <p:sp>
        <p:nvSpPr>
          <p:cNvPr id="57" name="TextBox 12">
            <a:extLst>
              <a:ext uri="{FF2B5EF4-FFF2-40B4-BE49-F238E27FC236}">
                <a16:creationId xmlns:a16="http://schemas.microsoft.com/office/drawing/2014/main" id="{B7D692BB-98D4-4846-A3AB-3BE0897A580C}"/>
              </a:ext>
            </a:extLst>
          </p:cNvPr>
          <p:cNvSpPr txBox="1"/>
          <p:nvPr/>
        </p:nvSpPr>
        <p:spPr>
          <a:xfrm>
            <a:off x="2232214" y="3346064"/>
            <a:ext cx="8067610" cy="1107996"/>
          </a:xfrm>
          <a:prstGeom prst="rect">
            <a:avLst/>
          </a:prstGeom>
          <a:noFill/>
        </p:spPr>
        <p:txBody>
          <a:bodyPr wrap="square" rtlCol="0">
            <a:spAutoFit/>
          </a:bodyPr>
          <a:lstStyle>
            <a:defPPr>
              <a:defRPr lang="zh-CN"/>
            </a:defPPr>
            <a:lvl1pPr algn="ctr">
              <a:defRPr sz="5400" b="1">
                <a:latin typeface="微软雅黑" panose="020B0503020204020204" pitchFamily="34" charset="-122"/>
                <a:ea typeface="微软雅黑" panose="020B0503020204020204" pitchFamily="34" charset="-122"/>
              </a:defRPr>
            </a:lvl1pPr>
          </a:lstStyle>
          <a:p>
            <a:r>
              <a:rPr lang="zh-CN" altLang="en-US" sz="6600" dirty="0">
                <a:solidFill>
                  <a:srgbClr val="484848"/>
                </a:solidFill>
                <a:latin typeface="+mn-lt"/>
                <a:ea typeface="+mn-ea"/>
                <a:cs typeface="+mn-ea"/>
                <a:sym typeface="+mn-lt"/>
              </a:rPr>
              <a:t>研究思路与方法</a:t>
            </a:r>
          </a:p>
        </p:txBody>
      </p:sp>
    </p:spTree>
    <p:extLst>
      <p:ext uri="{BB962C8B-B14F-4D97-AF65-F5344CB8AC3E}">
        <p14:creationId xmlns:p14="http://schemas.microsoft.com/office/powerpoint/2010/main" val="3983557469"/>
      </p:ext>
    </p:extLst>
  </p:cSld>
  <p:clrMapOvr>
    <a:masterClrMapping/>
  </p:clrMapOvr>
  <mc:AlternateContent xmlns:mc="http://schemas.openxmlformats.org/markup-compatibility/2006" xmlns:p14="http://schemas.microsoft.com/office/powerpoint/2010/main">
    <mc:Choice Requires="p14">
      <p:transition spd="slow" p14:dur="2000">
        <p14:ferris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heel(1)">
                                      <p:cBhvr>
                                        <p:cTn id="7" dur="2000"/>
                                        <p:tgtEl>
                                          <p:spTgt spid="18"/>
                                        </p:tgtEl>
                                      </p:cBhvr>
                                    </p:animEffect>
                                  </p:childTnLst>
                                </p:cTn>
                              </p:par>
                            </p:childTnLst>
                          </p:cTn>
                        </p:par>
                        <p:par>
                          <p:cTn id="8" fill="hold">
                            <p:stCondLst>
                              <p:cond delay="2000"/>
                            </p:stCondLst>
                            <p:childTnLst>
                              <p:par>
                                <p:cTn id="9" presetID="53" presetClass="entr" presetSubtype="16"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p:cTn id="11" dur="500" fill="hold"/>
                                        <p:tgtEl>
                                          <p:spTgt spid="6"/>
                                        </p:tgtEl>
                                        <p:attrNameLst>
                                          <p:attrName>ppt_w</p:attrName>
                                        </p:attrNameLst>
                                      </p:cBhvr>
                                      <p:tavLst>
                                        <p:tav tm="0">
                                          <p:val>
                                            <p:fltVal val="0"/>
                                          </p:val>
                                        </p:tav>
                                        <p:tav tm="100000">
                                          <p:val>
                                            <p:strVal val="#ppt_w"/>
                                          </p:val>
                                        </p:tav>
                                      </p:tavLst>
                                    </p:anim>
                                    <p:anim calcmode="lin" valueType="num">
                                      <p:cBhvr>
                                        <p:cTn id="12" dur="500" fill="hold"/>
                                        <p:tgtEl>
                                          <p:spTgt spid="6"/>
                                        </p:tgtEl>
                                        <p:attrNameLst>
                                          <p:attrName>ppt_h</p:attrName>
                                        </p:attrNameLst>
                                      </p:cBhvr>
                                      <p:tavLst>
                                        <p:tav tm="0">
                                          <p:val>
                                            <p:fltVal val="0"/>
                                          </p:val>
                                        </p:tav>
                                        <p:tav tm="100000">
                                          <p:val>
                                            <p:strVal val="#ppt_h"/>
                                          </p:val>
                                        </p:tav>
                                      </p:tavLst>
                                    </p:anim>
                                    <p:animEffect transition="in" filter="fade">
                                      <p:cBhvr>
                                        <p:cTn id="13" dur="500"/>
                                        <p:tgtEl>
                                          <p:spTgt spid="6"/>
                                        </p:tgtEl>
                                      </p:cBhvr>
                                    </p:animEffect>
                                  </p:childTnLst>
                                </p:cTn>
                              </p:par>
                            </p:childTnLst>
                          </p:cTn>
                        </p:par>
                        <p:par>
                          <p:cTn id="14" fill="hold">
                            <p:stCondLst>
                              <p:cond delay="2500"/>
                            </p:stCondLst>
                            <p:childTnLst>
                              <p:par>
                                <p:cTn id="15" presetID="53" presetClass="entr" presetSubtype="16" fill="hold" grpId="0" nodeType="after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p:cTn id="17" dur="500" fill="hold"/>
                                        <p:tgtEl>
                                          <p:spTgt spid="7"/>
                                        </p:tgtEl>
                                        <p:attrNameLst>
                                          <p:attrName>ppt_w</p:attrName>
                                        </p:attrNameLst>
                                      </p:cBhvr>
                                      <p:tavLst>
                                        <p:tav tm="0">
                                          <p:val>
                                            <p:fltVal val="0"/>
                                          </p:val>
                                        </p:tav>
                                        <p:tav tm="100000">
                                          <p:val>
                                            <p:strVal val="#ppt_w"/>
                                          </p:val>
                                        </p:tav>
                                      </p:tavLst>
                                    </p:anim>
                                    <p:anim calcmode="lin" valueType="num">
                                      <p:cBhvr>
                                        <p:cTn id="18" dur="500" fill="hold"/>
                                        <p:tgtEl>
                                          <p:spTgt spid="7"/>
                                        </p:tgtEl>
                                        <p:attrNameLst>
                                          <p:attrName>ppt_h</p:attrName>
                                        </p:attrNameLst>
                                      </p:cBhvr>
                                      <p:tavLst>
                                        <p:tav tm="0">
                                          <p:val>
                                            <p:fltVal val="0"/>
                                          </p:val>
                                        </p:tav>
                                        <p:tav tm="100000">
                                          <p:val>
                                            <p:strVal val="#ppt_h"/>
                                          </p:val>
                                        </p:tav>
                                      </p:tavLst>
                                    </p:anim>
                                    <p:animEffect transition="in" filter="fade">
                                      <p:cBhvr>
                                        <p:cTn id="19" dur="500"/>
                                        <p:tgtEl>
                                          <p:spTgt spid="7"/>
                                        </p:tgtEl>
                                      </p:cBhvr>
                                    </p:animEffect>
                                  </p:childTnLst>
                                </p:cTn>
                              </p:par>
                            </p:childTnLst>
                          </p:cTn>
                        </p:par>
                        <p:par>
                          <p:cTn id="20" fill="hold">
                            <p:stCondLst>
                              <p:cond delay="3000"/>
                            </p:stCondLst>
                            <p:childTnLst>
                              <p:par>
                                <p:cTn id="21" presetID="22" presetClass="entr" presetSubtype="8" fill="hold" nodeType="afterEffect">
                                  <p:stCondLst>
                                    <p:cond delay="0"/>
                                  </p:stCondLst>
                                  <p:childTnLst>
                                    <p:set>
                                      <p:cBhvr>
                                        <p:cTn id="22" dur="1" fill="hold">
                                          <p:stCondLst>
                                            <p:cond delay="0"/>
                                          </p:stCondLst>
                                        </p:cTn>
                                        <p:tgtEl>
                                          <p:spTgt spid="55"/>
                                        </p:tgtEl>
                                        <p:attrNameLst>
                                          <p:attrName>style.visibility</p:attrName>
                                        </p:attrNameLst>
                                      </p:cBhvr>
                                      <p:to>
                                        <p:strVal val="visible"/>
                                      </p:to>
                                    </p:set>
                                    <p:animEffect transition="in" filter="wipe(left)">
                                      <p:cBhvr>
                                        <p:cTn id="23" dur="500"/>
                                        <p:tgtEl>
                                          <p:spTgt spid="55"/>
                                        </p:tgtEl>
                                      </p:cBhvr>
                                    </p:animEffect>
                                  </p:childTnLst>
                                </p:cTn>
                              </p:par>
                            </p:childTnLst>
                          </p:cTn>
                        </p:par>
                        <p:par>
                          <p:cTn id="24" fill="hold">
                            <p:stCondLst>
                              <p:cond delay="3500"/>
                            </p:stCondLst>
                            <p:childTnLst>
                              <p:par>
                                <p:cTn id="25" presetID="41" presetClass="entr" presetSubtype="0" fill="hold" grpId="0" nodeType="afterEffect">
                                  <p:stCondLst>
                                    <p:cond delay="0"/>
                                  </p:stCondLst>
                                  <p:iterate type="lt">
                                    <p:tmPct val="10000"/>
                                  </p:iterate>
                                  <p:childTnLst>
                                    <p:set>
                                      <p:cBhvr>
                                        <p:cTn id="26" dur="1" fill="hold">
                                          <p:stCondLst>
                                            <p:cond delay="0"/>
                                          </p:stCondLst>
                                        </p:cTn>
                                        <p:tgtEl>
                                          <p:spTgt spid="57"/>
                                        </p:tgtEl>
                                        <p:attrNameLst>
                                          <p:attrName>style.visibility</p:attrName>
                                        </p:attrNameLst>
                                      </p:cBhvr>
                                      <p:to>
                                        <p:strVal val="visible"/>
                                      </p:to>
                                    </p:set>
                                    <p:anim calcmode="lin" valueType="num">
                                      <p:cBhvr>
                                        <p:cTn id="27" dur="500" fill="hold"/>
                                        <p:tgtEl>
                                          <p:spTgt spid="57"/>
                                        </p:tgtEl>
                                        <p:attrNameLst>
                                          <p:attrName>ppt_x</p:attrName>
                                        </p:attrNameLst>
                                      </p:cBhvr>
                                      <p:tavLst>
                                        <p:tav tm="0">
                                          <p:val>
                                            <p:strVal val="#ppt_x"/>
                                          </p:val>
                                        </p:tav>
                                        <p:tav tm="50000">
                                          <p:val>
                                            <p:strVal val="#ppt_x+.1"/>
                                          </p:val>
                                        </p:tav>
                                        <p:tav tm="100000">
                                          <p:val>
                                            <p:strVal val="#ppt_x"/>
                                          </p:val>
                                        </p:tav>
                                      </p:tavLst>
                                    </p:anim>
                                    <p:anim calcmode="lin" valueType="num">
                                      <p:cBhvr>
                                        <p:cTn id="28" dur="500" fill="hold"/>
                                        <p:tgtEl>
                                          <p:spTgt spid="57"/>
                                        </p:tgtEl>
                                        <p:attrNameLst>
                                          <p:attrName>ppt_y</p:attrName>
                                        </p:attrNameLst>
                                      </p:cBhvr>
                                      <p:tavLst>
                                        <p:tav tm="0">
                                          <p:val>
                                            <p:strVal val="#ppt_y"/>
                                          </p:val>
                                        </p:tav>
                                        <p:tav tm="100000">
                                          <p:val>
                                            <p:strVal val="#ppt_y"/>
                                          </p:val>
                                        </p:tav>
                                      </p:tavLst>
                                    </p:anim>
                                    <p:anim calcmode="lin" valueType="num">
                                      <p:cBhvr>
                                        <p:cTn id="29" dur="500" fill="hold"/>
                                        <p:tgtEl>
                                          <p:spTgt spid="57"/>
                                        </p:tgtEl>
                                        <p:attrNameLst>
                                          <p:attrName>ppt_h</p:attrName>
                                        </p:attrNameLst>
                                      </p:cBhvr>
                                      <p:tavLst>
                                        <p:tav tm="0">
                                          <p:val>
                                            <p:strVal val="#ppt_h/10"/>
                                          </p:val>
                                        </p:tav>
                                        <p:tav tm="50000">
                                          <p:val>
                                            <p:strVal val="#ppt_h+.01"/>
                                          </p:val>
                                        </p:tav>
                                        <p:tav tm="100000">
                                          <p:val>
                                            <p:strVal val="#ppt_h"/>
                                          </p:val>
                                        </p:tav>
                                      </p:tavLst>
                                    </p:anim>
                                    <p:anim calcmode="lin" valueType="num">
                                      <p:cBhvr>
                                        <p:cTn id="30" dur="500" fill="hold"/>
                                        <p:tgtEl>
                                          <p:spTgt spid="57"/>
                                        </p:tgtEl>
                                        <p:attrNameLst>
                                          <p:attrName>ppt_w</p:attrName>
                                        </p:attrNameLst>
                                      </p:cBhvr>
                                      <p:tavLst>
                                        <p:tav tm="0">
                                          <p:val>
                                            <p:strVal val="#ppt_w/10"/>
                                          </p:val>
                                        </p:tav>
                                        <p:tav tm="50000">
                                          <p:val>
                                            <p:strVal val="#ppt_w+.01"/>
                                          </p:val>
                                        </p:tav>
                                        <p:tav tm="100000">
                                          <p:val>
                                            <p:strVal val="#ppt_w"/>
                                          </p:val>
                                        </p:tav>
                                      </p:tavLst>
                                    </p:anim>
                                    <p:animEffect transition="in" filter="fade">
                                      <p:cBhvr>
                                        <p:cTn id="31" dur="500" tmFilter="0,0; .5, 1; 1, 1"/>
                                        <p:tgtEl>
                                          <p:spTgt spid="57"/>
                                        </p:tgtEl>
                                      </p:cBhvr>
                                    </p:animEffect>
                                  </p:childTnLst>
                                </p:cTn>
                              </p:par>
                            </p:childTnLst>
                          </p:cTn>
                        </p:par>
                        <p:par>
                          <p:cTn id="32" fill="hold">
                            <p:stCondLst>
                              <p:cond delay="4300"/>
                            </p:stCondLst>
                            <p:childTnLst>
                              <p:par>
                                <p:cTn id="33" presetID="22" presetClass="entr" presetSubtype="8" fill="hold" nodeType="afterEffect">
                                  <p:stCondLst>
                                    <p:cond delay="0"/>
                                  </p:stCondLst>
                                  <p:childTnLst>
                                    <p:set>
                                      <p:cBhvr>
                                        <p:cTn id="34" dur="1" fill="hold">
                                          <p:stCondLst>
                                            <p:cond delay="0"/>
                                          </p:stCondLst>
                                        </p:cTn>
                                        <p:tgtEl>
                                          <p:spTgt spid="5"/>
                                        </p:tgtEl>
                                        <p:attrNameLst>
                                          <p:attrName>style.visibility</p:attrName>
                                        </p:attrNameLst>
                                      </p:cBhvr>
                                      <p:to>
                                        <p:strVal val="visible"/>
                                      </p:to>
                                    </p:set>
                                    <p:animEffect transition="in" filter="wipe(left)">
                                      <p:cBhvr>
                                        <p:cTn id="3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5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箭头连接符 1">
            <a:extLst>
              <a:ext uri="{FF2B5EF4-FFF2-40B4-BE49-F238E27FC236}">
                <a16:creationId xmlns:a16="http://schemas.microsoft.com/office/drawing/2014/main" id="{7B4900DF-452D-4744-8BD2-5EC0B10B2D17}"/>
              </a:ext>
            </a:extLst>
          </p:cNvPr>
          <p:cNvCxnSpPr/>
          <p:nvPr/>
        </p:nvCxnSpPr>
        <p:spPr>
          <a:xfrm>
            <a:off x="1532950" y="2341324"/>
            <a:ext cx="9701500" cy="0"/>
          </a:xfrm>
          <a:prstGeom prst="straightConnector1">
            <a:avLst/>
          </a:prstGeom>
          <a:ln w="15875">
            <a:solidFill>
              <a:schemeClr val="tx1">
                <a:lumMod val="85000"/>
                <a:lumOff val="15000"/>
                <a:alpha val="70000"/>
              </a:schemeClr>
            </a:solidFill>
            <a:prstDash val="sysDash"/>
            <a:tailEnd type="triangle"/>
          </a:ln>
          <a:effectLst/>
        </p:spPr>
        <p:style>
          <a:lnRef idx="1">
            <a:schemeClr val="accent1"/>
          </a:lnRef>
          <a:fillRef idx="0">
            <a:schemeClr val="accent1"/>
          </a:fillRef>
          <a:effectRef idx="0">
            <a:schemeClr val="accent1"/>
          </a:effectRef>
          <a:fontRef idx="minor">
            <a:schemeClr val="tx1"/>
          </a:fontRef>
        </p:style>
      </p:cxnSp>
      <p:cxnSp>
        <p:nvCxnSpPr>
          <p:cNvPr id="3" name="直接连接符 2">
            <a:extLst>
              <a:ext uri="{FF2B5EF4-FFF2-40B4-BE49-F238E27FC236}">
                <a16:creationId xmlns:a16="http://schemas.microsoft.com/office/drawing/2014/main" id="{73F7E09C-9541-46D2-8959-585A945EFE82}"/>
              </a:ext>
            </a:extLst>
          </p:cNvPr>
          <p:cNvCxnSpPr/>
          <p:nvPr/>
        </p:nvCxnSpPr>
        <p:spPr>
          <a:xfrm>
            <a:off x="3273863" y="2341324"/>
            <a:ext cx="0" cy="2786205"/>
          </a:xfrm>
          <a:prstGeom prst="line">
            <a:avLst/>
          </a:prstGeom>
          <a:ln w="15875">
            <a:solidFill>
              <a:schemeClr val="tx1">
                <a:lumMod val="85000"/>
                <a:lumOff val="15000"/>
                <a:alpha val="70000"/>
              </a:schemeClr>
            </a:solidFill>
            <a:prstDash val="sysDash"/>
          </a:ln>
          <a:effectLst/>
        </p:spPr>
        <p:style>
          <a:lnRef idx="1">
            <a:schemeClr val="accent1"/>
          </a:lnRef>
          <a:fillRef idx="0">
            <a:schemeClr val="accent1"/>
          </a:fillRef>
          <a:effectRef idx="0">
            <a:schemeClr val="accent1"/>
          </a:effectRef>
          <a:fontRef idx="minor">
            <a:schemeClr val="tx1"/>
          </a:fontRef>
        </p:style>
      </p:cxnSp>
      <p:cxnSp>
        <p:nvCxnSpPr>
          <p:cNvPr id="4" name="直接连接符 3">
            <a:extLst>
              <a:ext uri="{FF2B5EF4-FFF2-40B4-BE49-F238E27FC236}">
                <a16:creationId xmlns:a16="http://schemas.microsoft.com/office/drawing/2014/main" id="{A2CD9B25-D11E-4792-9636-66C142323B31}"/>
              </a:ext>
            </a:extLst>
          </p:cNvPr>
          <p:cNvCxnSpPr/>
          <p:nvPr/>
        </p:nvCxnSpPr>
        <p:spPr>
          <a:xfrm>
            <a:off x="5020356" y="2341324"/>
            <a:ext cx="0" cy="2786205"/>
          </a:xfrm>
          <a:prstGeom prst="line">
            <a:avLst/>
          </a:prstGeom>
          <a:ln w="15875">
            <a:solidFill>
              <a:schemeClr val="tx1">
                <a:lumMod val="85000"/>
                <a:lumOff val="15000"/>
                <a:alpha val="70000"/>
              </a:schemeClr>
            </a:solidFill>
            <a:prstDash val="sysDash"/>
          </a:ln>
          <a:effectLst/>
        </p:spPr>
        <p:style>
          <a:lnRef idx="1">
            <a:schemeClr val="accent1"/>
          </a:lnRef>
          <a:fillRef idx="0">
            <a:schemeClr val="accent1"/>
          </a:fillRef>
          <a:effectRef idx="0">
            <a:schemeClr val="accent1"/>
          </a:effectRef>
          <a:fontRef idx="minor">
            <a:schemeClr val="tx1"/>
          </a:fontRef>
        </p:style>
      </p:cxnSp>
      <p:cxnSp>
        <p:nvCxnSpPr>
          <p:cNvPr id="5" name="直接连接符 4">
            <a:extLst>
              <a:ext uri="{FF2B5EF4-FFF2-40B4-BE49-F238E27FC236}">
                <a16:creationId xmlns:a16="http://schemas.microsoft.com/office/drawing/2014/main" id="{64E19BF9-BBD1-4EBE-B878-00637D711C19}"/>
              </a:ext>
            </a:extLst>
          </p:cNvPr>
          <p:cNvCxnSpPr/>
          <p:nvPr/>
        </p:nvCxnSpPr>
        <p:spPr>
          <a:xfrm>
            <a:off x="6748250" y="2341324"/>
            <a:ext cx="0" cy="2786205"/>
          </a:xfrm>
          <a:prstGeom prst="line">
            <a:avLst/>
          </a:prstGeom>
          <a:ln w="15875">
            <a:solidFill>
              <a:schemeClr val="tx1">
                <a:lumMod val="85000"/>
                <a:lumOff val="15000"/>
                <a:alpha val="70000"/>
              </a:schemeClr>
            </a:solidFill>
            <a:prstDash val="sysDash"/>
          </a:ln>
          <a:effectLst/>
        </p:spPr>
        <p:style>
          <a:lnRef idx="1">
            <a:schemeClr val="accent1"/>
          </a:lnRef>
          <a:fillRef idx="0">
            <a:schemeClr val="accent1"/>
          </a:fillRef>
          <a:effectRef idx="0">
            <a:schemeClr val="accent1"/>
          </a:effectRef>
          <a:fontRef idx="minor">
            <a:schemeClr val="tx1"/>
          </a:fontRef>
        </p:style>
      </p:cxnSp>
      <p:cxnSp>
        <p:nvCxnSpPr>
          <p:cNvPr id="6" name="直接连接符 5">
            <a:extLst>
              <a:ext uri="{FF2B5EF4-FFF2-40B4-BE49-F238E27FC236}">
                <a16:creationId xmlns:a16="http://schemas.microsoft.com/office/drawing/2014/main" id="{54DDC6D8-1DF6-4354-BACB-56D48524167D}"/>
              </a:ext>
            </a:extLst>
          </p:cNvPr>
          <p:cNvCxnSpPr/>
          <p:nvPr/>
        </p:nvCxnSpPr>
        <p:spPr>
          <a:xfrm>
            <a:off x="8494743" y="2341324"/>
            <a:ext cx="0" cy="2786205"/>
          </a:xfrm>
          <a:prstGeom prst="line">
            <a:avLst/>
          </a:prstGeom>
          <a:ln w="15875">
            <a:solidFill>
              <a:schemeClr val="tx1">
                <a:lumMod val="85000"/>
                <a:lumOff val="15000"/>
                <a:alpha val="70000"/>
              </a:schemeClr>
            </a:solidFill>
            <a:prstDash val="sysDash"/>
          </a:ln>
          <a:effectLst/>
        </p:spPr>
        <p:style>
          <a:lnRef idx="1">
            <a:schemeClr val="accent1"/>
          </a:lnRef>
          <a:fillRef idx="0">
            <a:schemeClr val="accent1"/>
          </a:fillRef>
          <a:effectRef idx="0">
            <a:schemeClr val="accent1"/>
          </a:effectRef>
          <a:fontRef idx="minor">
            <a:schemeClr val="tx1"/>
          </a:fontRef>
        </p:style>
      </p:cxnSp>
      <p:cxnSp>
        <p:nvCxnSpPr>
          <p:cNvPr id="7" name="直接连接符 6">
            <a:extLst>
              <a:ext uri="{FF2B5EF4-FFF2-40B4-BE49-F238E27FC236}">
                <a16:creationId xmlns:a16="http://schemas.microsoft.com/office/drawing/2014/main" id="{9DE2C3EB-3B5B-41DC-A56D-97EE243B3836}"/>
              </a:ext>
            </a:extLst>
          </p:cNvPr>
          <p:cNvCxnSpPr/>
          <p:nvPr/>
        </p:nvCxnSpPr>
        <p:spPr>
          <a:xfrm>
            <a:off x="10205897" y="2341324"/>
            <a:ext cx="0" cy="2786205"/>
          </a:xfrm>
          <a:prstGeom prst="line">
            <a:avLst/>
          </a:prstGeom>
          <a:ln w="15875">
            <a:solidFill>
              <a:schemeClr val="tx1">
                <a:lumMod val="85000"/>
                <a:lumOff val="15000"/>
                <a:alpha val="70000"/>
              </a:schemeClr>
            </a:solidFill>
            <a:prstDash val="sysDash"/>
          </a:ln>
          <a:effectLst/>
        </p:spPr>
        <p:style>
          <a:lnRef idx="1">
            <a:schemeClr val="accent1"/>
          </a:lnRef>
          <a:fillRef idx="0">
            <a:schemeClr val="accent1"/>
          </a:fillRef>
          <a:effectRef idx="0">
            <a:schemeClr val="accent1"/>
          </a:effectRef>
          <a:fontRef idx="minor">
            <a:schemeClr val="tx1"/>
          </a:fontRef>
        </p:style>
      </p:cxnSp>
      <p:sp>
        <p:nvSpPr>
          <p:cNvPr id="8" name="泪滴形 7">
            <a:extLst>
              <a:ext uri="{FF2B5EF4-FFF2-40B4-BE49-F238E27FC236}">
                <a16:creationId xmlns:a16="http://schemas.microsoft.com/office/drawing/2014/main" id="{81615A1B-CB81-4EE8-BF58-705E4BD7DCD1}"/>
              </a:ext>
            </a:extLst>
          </p:cNvPr>
          <p:cNvSpPr/>
          <p:nvPr/>
        </p:nvSpPr>
        <p:spPr>
          <a:xfrm>
            <a:off x="2202532" y="4647862"/>
            <a:ext cx="1088070" cy="1088070"/>
          </a:xfrm>
          <a:prstGeom prst="teardrop">
            <a:avLst/>
          </a:prstGeom>
          <a:solidFill>
            <a:srgbClr val="344F6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solidFill>
                <a:schemeClr val="bg1"/>
              </a:solidFill>
              <a:cs typeface="+mn-ea"/>
              <a:sym typeface="+mn-lt"/>
            </a:endParaRPr>
          </a:p>
        </p:txBody>
      </p:sp>
      <p:sp>
        <p:nvSpPr>
          <p:cNvPr id="9" name="椭圆 8">
            <a:extLst>
              <a:ext uri="{FF2B5EF4-FFF2-40B4-BE49-F238E27FC236}">
                <a16:creationId xmlns:a16="http://schemas.microsoft.com/office/drawing/2014/main" id="{408AA224-07A1-4231-A0C2-D7D3597CE087}"/>
              </a:ext>
            </a:extLst>
          </p:cNvPr>
          <p:cNvSpPr/>
          <p:nvPr/>
        </p:nvSpPr>
        <p:spPr>
          <a:xfrm>
            <a:off x="3134366" y="2218568"/>
            <a:ext cx="247374" cy="247373"/>
          </a:xfrm>
          <a:prstGeom prst="ellipse">
            <a:avLst/>
          </a:prstGeom>
          <a:solidFill>
            <a:srgbClr val="344F6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cs typeface="+mn-ea"/>
              <a:sym typeface="+mn-lt"/>
            </a:endParaRPr>
          </a:p>
        </p:txBody>
      </p:sp>
      <p:sp>
        <p:nvSpPr>
          <p:cNvPr id="10" name="泪滴形 9">
            <a:extLst>
              <a:ext uri="{FF2B5EF4-FFF2-40B4-BE49-F238E27FC236}">
                <a16:creationId xmlns:a16="http://schemas.microsoft.com/office/drawing/2014/main" id="{766728ED-A949-42B3-9950-DA2629D3ED41}"/>
              </a:ext>
            </a:extLst>
          </p:cNvPr>
          <p:cNvSpPr/>
          <p:nvPr/>
        </p:nvSpPr>
        <p:spPr>
          <a:xfrm>
            <a:off x="3949025" y="4649522"/>
            <a:ext cx="1086211" cy="1088071"/>
          </a:xfrm>
          <a:prstGeom prst="teardrop">
            <a:avLst/>
          </a:prstGeom>
          <a:solidFill>
            <a:srgbClr val="CF3B4C"/>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cs typeface="+mn-ea"/>
              <a:sym typeface="+mn-lt"/>
            </a:endParaRPr>
          </a:p>
        </p:txBody>
      </p:sp>
      <p:sp>
        <p:nvSpPr>
          <p:cNvPr id="11" name="椭圆 10">
            <a:extLst>
              <a:ext uri="{FF2B5EF4-FFF2-40B4-BE49-F238E27FC236}">
                <a16:creationId xmlns:a16="http://schemas.microsoft.com/office/drawing/2014/main" id="{C2E31B17-D241-4657-BEA5-28A848715B17}"/>
              </a:ext>
            </a:extLst>
          </p:cNvPr>
          <p:cNvSpPr/>
          <p:nvPr/>
        </p:nvSpPr>
        <p:spPr>
          <a:xfrm>
            <a:off x="4879000" y="2218568"/>
            <a:ext cx="247374" cy="247373"/>
          </a:xfrm>
          <a:prstGeom prst="ellipse">
            <a:avLst/>
          </a:prstGeom>
          <a:solidFill>
            <a:srgbClr val="CF3B4C"/>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cs typeface="+mn-ea"/>
              <a:sym typeface="+mn-lt"/>
            </a:endParaRPr>
          </a:p>
        </p:txBody>
      </p:sp>
      <p:sp>
        <p:nvSpPr>
          <p:cNvPr id="12" name="泪滴形 11">
            <a:extLst>
              <a:ext uri="{FF2B5EF4-FFF2-40B4-BE49-F238E27FC236}">
                <a16:creationId xmlns:a16="http://schemas.microsoft.com/office/drawing/2014/main" id="{AA7D6872-07D8-4CA7-85B2-7AF830F6DCFA}"/>
              </a:ext>
            </a:extLst>
          </p:cNvPr>
          <p:cNvSpPr/>
          <p:nvPr/>
        </p:nvSpPr>
        <p:spPr>
          <a:xfrm>
            <a:off x="5676919" y="4647862"/>
            <a:ext cx="1088070" cy="1088070"/>
          </a:xfrm>
          <a:prstGeom prst="teardrop">
            <a:avLst/>
          </a:prstGeom>
          <a:solidFill>
            <a:srgbClr val="344F6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solidFill>
                <a:schemeClr val="bg1"/>
              </a:solidFill>
              <a:cs typeface="+mn-ea"/>
              <a:sym typeface="+mn-lt"/>
            </a:endParaRPr>
          </a:p>
        </p:txBody>
      </p:sp>
      <p:sp>
        <p:nvSpPr>
          <p:cNvPr id="13" name="椭圆 12">
            <a:extLst>
              <a:ext uri="{FF2B5EF4-FFF2-40B4-BE49-F238E27FC236}">
                <a16:creationId xmlns:a16="http://schemas.microsoft.com/office/drawing/2014/main" id="{E5C14732-2120-442B-A33B-40F0FF71752A}"/>
              </a:ext>
            </a:extLst>
          </p:cNvPr>
          <p:cNvSpPr/>
          <p:nvPr/>
        </p:nvSpPr>
        <p:spPr>
          <a:xfrm>
            <a:off x="6608753" y="2218568"/>
            <a:ext cx="247374" cy="247373"/>
          </a:xfrm>
          <a:prstGeom prst="ellipse">
            <a:avLst/>
          </a:prstGeom>
          <a:solidFill>
            <a:srgbClr val="344F6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cs typeface="+mn-ea"/>
              <a:sym typeface="+mn-lt"/>
            </a:endParaRPr>
          </a:p>
        </p:txBody>
      </p:sp>
      <p:sp>
        <p:nvSpPr>
          <p:cNvPr id="14" name="泪滴形 13">
            <a:extLst>
              <a:ext uri="{FF2B5EF4-FFF2-40B4-BE49-F238E27FC236}">
                <a16:creationId xmlns:a16="http://schemas.microsoft.com/office/drawing/2014/main" id="{DA83DD47-AFDC-4FA9-87B6-B8C781DEAAEB}"/>
              </a:ext>
            </a:extLst>
          </p:cNvPr>
          <p:cNvSpPr/>
          <p:nvPr/>
        </p:nvSpPr>
        <p:spPr>
          <a:xfrm>
            <a:off x="7423412" y="4649522"/>
            <a:ext cx="1086211" cy="1088071"/>
          </a:xfrm>
          <a:prstGeom prst="teardrop">
            <a:avLst/>
          </a:prstGeom>
          <a:solidFill>
            <a:srgbClr val="CF3B4C"/>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solidFill>
                <a:schemeClr val="bg1"/>
              </a:solidFill>
              <a:cs typeface="+mn-ea"/>
              <a:sym typeface="+mn-lt"/>
            </a:endParaRPr>
          </a:p>
        </p:txBody>
      </p:sp>
      <p:sp>
        <p:nvSpPr>
          <p:cNvPr id="15" name="椭圆 14">
            <a:extLst>
              <a:ext uri="{FF2B5EF4-FFF2-40B4-BE49-F238E27FC236}">
                <a16:creationId xmlns:a16="http://schemas.microsoft.com/office/drawing/2014/main" id="{C9CD1F21-C937-4FD1-90DF-28F1E406C6D2}"/>
              </a:ext>
            </a:extLst>
          </p:cNvPr>
          <p:cNvSpPr/>
          <p:nvPr/>
        </p:nvSpPr>
        <p:spPr>
          <a:xfrm>
            <a:off x="8353387" y="2218568"/>
            <a:ext cx="247374" cy="247373"/>
          </a:xfrm>
          <a:prstGeom prst="ellipse">
            <a:avLst/>
          </a:prstGeom>
          <a:solidFill>
            <a:srgbClr val="CF3B4C"/>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cs typeface="+mn-ea"/>
              <a:sym typeface="+mn-lt"/>
            </a:endParaRPr>
          </a:p>
        </p:txBody>
      </p:sp>
      <p:sp>
        <p:nvSpPr>
          <p:cNvPr id="16" name="泪滴形 15">
            <a:extLst>
              <a:ext uri="{FF2B5EF4-FFF2-40B4-BE49-F238E27FC236}">
                <a16:creationId xmlns:a16="http://schemas.microsoft.com/office/drawing/2014/main" id="{242837CA-42CC-4A90-A6AD-D85A7516C48E}"/>
              </a:ext>
            </a:extLst>
          </p:cNvPr>
          <p:cNvSpPr/>
          <p:nvPr/>
        </p:nvSpPr>
        <p:spPr>
          <a:xfrm>
            <a:off x="9134566" y="4649522"/>
            <a:ext cx="1088071" cy="1088071"/>
          </a:xfrm>
          <a:prstGeom prst="teardrop">
            <a:avLst/>
          </a:prstGeom>
          <a:solidFill>
            <a:srgbClr val="344F6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solidFill>
                <a:schemeClr val="bg1"/>
              </a:solidFill>
              <a:cs typeface="+mn-ea"/>
              <a:sym typeface="+mn-lt"/>
            </a:endParaRPr>
          </a:p>
        </p:txBody>
      </p:sp>
      <p:sp>
        <p:nvSpPr>
          <p:cNvPr id="17" name="椭圆 16">
            <a:extLst>
              <a:ext uri="{FF2B5EF4-FFF2-40B4-BE49-F238E27FC236}">
                <a16:creationId xmlns:a16="http://schemas.microsoft.com/office/drawing/2014/main" id="{96507C6D-B18E-41B1-BA91-92F836877194}"/>
              </a:ext>
            </a:extLst>
          </p:cNvPr>
          <p:cNvSpPr/>
          <p:nvPr/>
        </p:nvSpPr>
        <p:spPr>
          <a:xfrm>
            <a:off x="10066401" y="2218568"/>
            <a:ext cx="247373" cy="247373"/>
          </a:xfrm>
          <a:prstGeom prst="ellipse">
            <a:avLst/>
          </a:prstGeom>
          <a:solidFill>
            <a:srgbClr val="344F6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cs typeface="+mn-ea"/>
              <a:sym typeface="+mn-lt"/>
            </a:endParaRPr>
          </a:p>
        </p:txBody>
      </p:sp>
      <p:sp>
        <p:nvSpPr>
          <p:cNvPr id="18" name="文本框 24">
            <a:extLst>
              <a:ext uri="{FF2B5EF4-FFF2-40B4-BE49-F238E27FC236}">
                <a16:creationId xmlns:a16="http://schemas.microsoft.com/office/drawing/2014/main" id="{3D8AE8F9-98FE-48E4-94CD-E340E87FBF58}"/>
              </a:ext>
            </a:extLst>
          </p:cNvPr>
          <p:cNvSpPr txBox="1">
            <a:spLocks noChangeArrowheads="1"/>
          </p:cNvSpPr>
          <p:nvPr/>
        </p:nvSpPr>
        <p:spPr bwMode="auto">
          <a:xfrm>
            <a:off x="2325289" y="4941534"/>
            <a:ext cx="54694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dirty="0">
                <a:solidFill>
                  <a:schemeClr val="bg1"/>
                </a:solidFill>
                <a:cs typeface="+mn-ea"/>
                <a:sym typeface="+mn-lt"/>
              </a:rPr>
              <a:t>01</a:t>
            </a:r>
            <a:endParaRPr lang="zh-CN" altLang="en-US" sz="2400" dirty="0">
              <a:solidFill>
                <a:schemeClr val="bg1"/>
              </a:solidFill>
              <a:cs typeface="+mn-ea"/>
              <a:sym typeface="+mn-lt"/>
            </a:endParaRPr>
          </a:p>
        </p:txBody>
      </p:sp>
      <p:sp>
        <p:nvSpPr>
          <p:cNvPr id="19" name="文本框 25">
            <a:extLst>
              <a:ext uri="{FF2B5EF4-FFF2-40B4-BE49-F238E27FC236}">
                <a16:creationId xmlns:a16="http://schemas.microsoft.com/office/drawing/2014/main" id="{C23D8F7C-0952-4DF9-AEE8-C45305E9822B}"/>
              </a:ext>
            </a:extLst>
          </p:cNvPr>
          <p:cNvSpPr txBox="1">
            <a:spLocks noChangeArrowheads="1"/>
          </p:cNvSpPr>
          <p:nvPr/>
        </p:nvSpPr>
        <p:spPr bwMode="auto">
          <a:xfrm>
            <a:off x="4064342" y="4941534"/>
            <a:ext cx="54694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dirty="0">
                <a:solidFill>
                  <a:schemeClr val="bg1"/>
                </a:solidFill>
                <a:cs typeface="+mn-ea"/>
                <a:sym typeface="+mn-lt"/>
              </a:rPr>
              <a:t>02</a:t>
            </a:r>
            <a:endParaRPr lang="zh-CN" altLang="en-US" sz="2400" dirty="0">
              <a:solidFill>
                <a:schemeClr val="bg1"/>
              </a:solidFill>
              <a:cs typeface="+mn-ea"/>
              <a:sym typeface="+mn-lt"/>
            </a:endParaRPr>
          </a:p>
        </p:txBody>
      </p:sp>
      <p:sp>
        <p:nvSpPr>
          <p:cNvPr id="20" name="文本框 26">
            <a:extLst>
              <a:ext uri="{FF2B5EF4-FFF2-40B4-BE49-F238E27FC236}">
                <a16:creationId xmlns:a16="http://schemas.microsoft.com/office/drawing/2014/main" id="{3CDCBA60-A348-485D-AF95-4145145ADC45}"/>
              </a:ext>
            </a:extLst>
          </p:cNvPr>
          <p:cNvSpPr txBox="1">
            <a:spLocks noChangeArrowheads="1"/>
          </p:cNvSpPr>
          <p:nvPr/>
        </p:nvSpPr>
        <p:spPr bwMode="auto">
          <a:xfrm>
            <a:off x="5792236" y="4941534"/>
            <a:ext cx="54694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dirty="0">
                <a:solidFill>
                  <a:schemeClr val="bg1"/>
                </a:solidFill>
                <a:cs typeface="+mn-ea"/>
                <a:sym typeface="+mn-lt"/>
              </a:rPr>
              <a:t>03</a:t>
            </a:r>
            <a:endParaRPr lang="zh-CN" altLang="en-US" sz="2400" dirty="0">
              <a:solidFill>
                <a:schemeClr val="bg1"/>
              </a:solidFill>
              <a:cs typeface="+mn-ea"/>
              <a:sym typeface="+mn-lt"/>
            </a:endParaRPr>
          </a:p>
        </p:txBody>
      </p:sp>
      <p:sp>
        <p:nvSpPr>
          <p:cNvPr id="21" name="文本框 30">
            <a:extLst>
              <a:ext uri="{FF2B5EF4-FFF2-40B4-BE49-F238E27FC236}">
                <a16:creationId xmlns:a16="http://schemas.microsoft.com/office/drawing/2014/main" id="{2EAEAAD7-B0BD-48E6-A2E6-82BBEEFA0B07}"/>
              </a:ext>
            </a:extLst>
          </p:cNvPr>
          <p:cNvSpPr txBox="1">
            <a:spLocks noChangeArrowheads="1"/>
          </p:cNvSpPr>
          <p:nvPr/>
        </p:nvSpPr>
        <p:spPr bwMode="auto">
          <a:xfrm>
            <a:off x="7567349" y="4941534"/>
            <a:ext cx="54694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dirty="0">
                <a:solidFill>
                  <a:schemeClr val="bg1"/>
                </a:solidFill>
                <a:cs typeface="+mn-ea"/>
                <a:sym typeface="+mn-lt"/>
              </a:rPr>
              <a:t>04</a:t>
            </a:r>
            <a:endParaRPr lang="zh-CN" altLang="en-US" sz="2400" dirty="0">
              <a:solidFill>
                <a:schemeClr val="bg1"/>
              </a:solidFill>
              <a:cs typeface="+mn-ea"/>
              <a:sym typeface="+mn-lt"/>
            </a:endParaRPr>
          </a:p>
        </p:txBody>
      </p:sp>
      <p:sp>
        <p:nvSpPr>
          <p:cNvPr id="22" name="文本框 31">
            <a:extLst>
              <a:ext uri="{FF2B5EF4-FFF2-40B4-BE49-F238E27FC236}">
                <a16:creationId xmlns:a16="http://schemas.microsoft.com/office/drawing/2014/main" id="{9ACAEA8E-411B-418B-A6C9-BB6B73F09212}"/>
              </a:ext>
            </a:extLst>
          </p:cNvPr>
          <p:cNvSpPr txBox="1">
            <a:spLocks noChangeArrowheads="1"/>
          </p:cNvSpPr>
          <p:nvPr/>
        </p:nvSpPr>
        <p:spPr bwMode="auto">
          <a:xfrm>
            <a:off x="9249883" y="4941534"/>
            <a:ext cx="54694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dirty="0">
                <a:solidFill>
                  <a:schemeClr val="bg1"/>
                </a:solidFill>
                <a:cs typeface="+mn-ea"/>
                <a:sym typeface="+mn-lt"/>
              </a:rPr>
              <a:t>05</a:t>
            </a:r>
            <a:endParaRPr lang="zh-CN" altLang="en-US" sz="2400" dirty="0">
              <a:solidFill>
                <a:schemeClr val="bg1"/>
              </a:solidFill>
              <a:cs typeface="+mn-ea"/>
              <a:sym typeface="+mn-lt"/>
            </a:endParaRPr>
          </a:p>
        </p:txBody>
      </p:sp>
      <p:grpSp>
        <p:nvGrpSpPr>
          <p:cNvPr id="23" name="组合 22">
            <a:extLst>
              <a:ext uri="{FF2B5EF4-FFF2-40B4-BE49-F238E27FC236}">
                <a16:creationId xmlns:a16="http://schemas.microsoft.com/office/drawing/2014/main" id="{7E8D6BEA-8CD3-4026-AFE0-15CC434F4DCE}"/>
              </a:ext>
            </a:extLst>
          </p:cNvPr>
          <p:cNvGrpSpPr>
            <a:grpSpLocks noChangeAspect="1"/>
          </p:cNvGrpSpPr>
          <p:nvPr/>
        </p:nvGrpSpPr>
        <p:grpSpPr>
          <a:xfrm>
            <a:off x="3948230" y="1726063"/>
            <a:ext cx="523494" cy="397755"/>
            <a:chOff x="4268086" y="4221191"/>
            <a:chExt cx="509646" cy="387231"/>
          </a:xfrm>
          <a:solidFill>
            <a:srgbClr val="CF3B4C"/>
          </a:solidFill>
          <a:effectLst/>
        </p:grpSpPr>
        <p:sp>
          <p:nvSpPr>
            <p:cNvPr id="24" name="Freeform 20">
              <a:extLst>
                <a:ext uri="{FF2B5EF4-FFF2-40B4-BE49-F238E27FC236}">
                  <a16:creationId xmlns:a16="http://schemas.microsoft.com/office/drawing/2014/main" id="{6C8F6E13-F865-4AA8-B45E-E5724E73450E}"/>
                </a:ext>
              </a:extLst>
            </p:cNvPr>
            <p:cNvSpPr>
              <a:spLocks noEditPoints="1"/>
            </p:cNvSpPr>
            <p:nvPr/>
          </p:nvSpPr>
          <p:spPr bwMode="auto">
            <a:xfrm>
              <a:off x="4268086" y="4273030"/>
              <a:ext cx="337890" cy="335392"/>
            </a:xfrm>
            <a:custGeom>
              <a:avLst/>
              <a:gdLst>
                <a:gd name="T0" fmla="*/ 229 w 229"/>
                <a:gd name="T1" fmla="*/ 128 h 227"/>
                <a:gd name="T2" fmla="*/ 229 w 229"/>
                <a:gd name="T3" fmla="*/ 98 h 227"/>
                <a:gd name="T4" fmla="*/ 206 w 229"/>
                <a:gd name="T5" fmla="*/ 93 h 227"/>
                <a:gd name="T6" fmla="*/ 200 w 229"/>
                <a:gd name="T7" fmla="*/ 76 h 227"/>
                <a:gd name="T8" fmla="*/ 216 w 229"/>
                <a:gd name="T9" fmla="*/ 58 h 227"/>
                <a:gd name="T10" fmla="*/ 198 w 229"/>
                <a:gd name="T11" fmla="*/ 34 h 227"/>
                <a:gd name="T12" fmla="*/ 176 w 229"/>
                <a:gd name="T13" fmla="*/ 44 h 227"/>
                <a:gd name="T14" fmla="*/ 161 w 229"/>
                <a:gd name="T15" fmla="*/ 33 h 227"/>
                <a:gd name="T16" fmla="*/ 164 w 229"/>
                <a:gd name="T17" fmla="*/ 9 h 227"/>
                <a:gd name="T18" fmla="*/ 135 w 229"/>
                <a:gd name="T19" fmla="*/ 0 h 227"/>
                <a:gd name="T20" fmla="*/ 123 w 229"/>
                <a:gd name="T21" fmla="*/ 20 h 227"/>
                <a:gd name="T22" fmla="*/ 114 w 229"/>
                <a:gd name="T23" fmla="*/ 20 h 227"/>
                <a:gd name="T24" fmla="*/ 105 w 229"/>
                <a:gd name="T25" fmla="*/ 20 h 227"/>
                <a:gd name="T26" fmla="*/ 93 w 229"/>
                <a:gd name="T27" fmla="*/ 0 h 227"/>
                <a:gd name="T28" fmla="*/ 65 w 229"/>
                <a:gd name="T29" fmla="*/ 9 h 227"/>
                <a:gd name="T30" fmla="*/ 67 w 229"/>
                <a:gd name="T31" fmla="*/ 33 h 227"/>
                <a:gd name="T32" fmla="*/ 52 w 229"/>
                <a:gd name="T33" fmla="*/ 44 h 227"/>
                <a:gd name="T34" fmla="*/ 30 w 229"/>
                <a:gd name="T35" fmla="*/ 34 h 227"/>
                <a:gd name="T36" fmla="*/ 13 w 229"/>
                <a:gd name="T37" fmla="*/ 58 h 227"/>
                <a:gd name="T38" fmla="*/ 29 w 229"/>
                <a:gd name="T39" fmla="*/ 76 h 227"/>
                <a:gd name="T40" fmla="*/ 23 w 229"/>
                <a:gd name="T41" fmla="*/ 94 h 227"/>
                <a:gd name="T42" fmla="*/ 0 w 229"/>
                <a:gd name="T43" fmla="*/ 98 h 227"/>
                <a:gd name="T44" fmla="*/ 0 w 229"/>
                <a:gd name="T45" fmla="*/ 128 h 227"/>
                <a:gd name="T46" fmla="*/ 23 w 229"/>
                <a:gd name="T47" fmla="*/ 133 h 227"/>
                <a:gd name="T48" fmla="*/ 29 w 229"/>
                <a:gd name="T49" fmla="*/ 151 h 227"/>
                <a:gd name="T50" fmla="*/ 13 w 229"/>
                <a:gd name="T51" fmla="*/ 169 h 227"/>
                <a:gd name="T52" fmla="*/ 31 w 229"/>
                <a:gd name="T53" fmla="*/ 193 h 227"/>
                <a:gd name="T54" fmla="*/ 52 w 229"/>
                <a:gd name="T55" fmla="*/ 183 h 227"/>
                <a:gd name="T56" fmla="*/ 67 w 229"/>
                <a:gd name="T57" fmla="*/ 194 h 227"/>
                <a:gd name="T58" fmla="*/ 65 w 229"/>
                <a:gd name="T59" fmla="*/ 218 h 227"/>
                <a:gd name="T60" fmla="*/ 93 w 229"/>
                <a:gd name="T61" fmla="*/ 227 h 227"/>
                <a:gd name="T62" fmla="*/ 105 w 229"/>
                <a:gd name="T63" fmla="*/ 206 h 227"/>
                <a:gd name="T64" fmla="*/ 114 w 229"/>
                <a:gd name="T65" fmla="*/ 207 h 227"/>
                <a:gd name="T66" fmla="*/ 124 w 229"/>
                <a:gd name="T67" fmla="*/ 206 h 227"/>
                <a:gd name="T68" fmla="*/ 135 w 229"/>
                <a:gd name="T69" fmla="*/ 227 h 227"/>
                <a:gd name="T70" fmla="*/ 164 w 229"/>
                <a:gd name="T71" fmla="*/ 217 h 227"/>
                <a:gd name="T72" fmla="*/ 161 w 229"/>
                <a:gd name="T73" fmla="*/ 194 h 227"/>
                <a:gd name="T74" fmla="*/ 176 w 229"/>
                <a:gd name="T75" fmla="*/ 183 h 227"/>
                <a:gd name="T76" fmla="*/ 198 w 229"/>
                <a:gd name="T77" fmla="*/ 193 h 227"/>
                <a:gd name="T78" fmla="*/ 216 w 229"/>
                <a:gd name="T79" fmla="*/ 168 h 227"/>
                <a:gd name="T80" fmla="*/ 200 w 229"/>
                <a:gd name="T81" fmla="*/ 151 h 227"/>
                <a:gd name="T82" fmla="*/ 206 w 229"/>
                <a:gd name="T83" fmla="*/ 133 h 227"/>
                <a:gd name="T84" fmla="*/ 229 w 229"/>
                <a:gd name="T85" fmla="*/ 128 h 227"/>
                <a:gd name="T86" fmla="*/ 114 w 229"/>
                <a:gd name="T87" fmla="*/ 180 h 227"/>
                <a:gd name="T88" fmla="*/ 47 w 229"/>
                <a:gd name="T89" fmla="*/ 113 h 227"/>
                <a:gd name="T90" fmla="*/ 114 w 229"/>
                <a:gd name="T91" fmla="*/ 46 h 227"/>
                <a:gd name="T92" fmla="*/ 181 w 229"/>
                <a:gd name="T93" fmla="*/ 113 h 227"/>
                <a:gd name="T94" fmla="*/ 114 w 229"/>
                <a:gd name="T95" fmla="*/ 180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29" h="227">
                  <a:moveTo>
                    <a:pt x="229" y="128"/>
                  </a:moveTo>
                  <a:cubicBezTo>
                    <a:pt x="229" y="98"/>
                    <a:pt x="229" y="98"/>
                    <a:pt x="229" y="98"/>
                  </a:cubicBezTo>
                  <a:cubicBezTo>
                    <a:pt x="206" y="93"/>
                    <a:pt x="206" y="93"/>
                    <a:pt x="206" y="93"/>
                  </a:cubicBezTo>
                  <a:cubicBezTo>
                    <a:pt x="204" y="87"/>
                    <a:pt x="202" y="81"/>
                    <a:pt x="200" y="76"/>
                  </a:cubicBezTo>
                  <a:cubicBezTo>
                    <a:pt x="216" y="58"/>
                    <a:pt x="216" y="58"/>
                    <a:pt x="216" y="58"/>
                  </a:cubicBezTo>
                  <a:cubicBezTo>
                    <a:pt x="198" y="34"/>
                    <a:pt x="198" y="34"/>
                    <a:pt x="198" y="34"/>
                  </a:cubicBezTo>
                  <a:cubicBezTo>
                    <a:pt x="176" y="44"/>
                    <a:pt x="176" y="44"/>
                    <a:pt x="176" y="44"/>
                  </a:cubicBezTo>
                  <a:cubicBezTo>
                    <a:pt x="172" y="39"/>
                    <a:pt x="167" y="36"/>
                    <a:pt x="161" y="33"/>
                  </a:cubicBezTo>
                  <a:cubicBezTo>
                    <a:pt x="164" y="9"/>
                    <a:pt x="164" y="9"/>
                    <a:pt x="164" y="9"/>
                  </a:cubicBezTo>
                  <a:cubicBezTo>
                    <a:pt x="135" y="0"/>
                    <a:pt x="135" y="0"/>
                    <a:pt x="135" y="0"/>
                  </a:cubicBezTo>
                  <a:cubicBezTo>
                    <a:pt x="123" y="20"/>
                    <a:pt x="123" y="20"/>
                    <a:pt x="123" y="20"/>
                  </a:cubicBezTo>
                  <a:cubicBezTo>
                    <a:pt x="120" y="20"/>
                    <a:pt x="117" y="20"/>
                    <a:pt x="114" y="20"/>
                  </a:cubicBezTo>
                  <a:cubicBezTo>
                    <a:pt x="111" y="20"/>
                    <a:pt x="108" y="20"/>
                    <a:pt x="105" y="20"/>
                  </a:cubicBezTo>
                  <a:cubicBezTo>
                    <a:pt x="93" y="0"/>
                    <a:pt x="93" y="0"/>
                    <a:pt x="93" y="0"/>
                  </a:cubicBezTo>
                  <a:cubicBezTo>
                    <a:pt x="65" y="9"/>
                    <a:pt x="65" y="9"/>
                    <a:pt x="65" y="9"/>
                  </a:cubicBezTo>
                  <a:cubicBezTo>
                    <a:pt x="67" y="33"/>
                    <a:pt x="67" y="33"/>
                    <a:pt x="67" y="33"/>
                  </a:cubicBezTo>
                  <a:cubicBezTo>
                    <a:pt x="62" y="36"/>
                    <a:pt x="57" y="39"/>
                    <a:pt x="52" y="44"/>
                  </a:cubicBezTo>
                  <a:cubicBezTo>
                    <a:pt x="30" y="34"/>
                    <a:pt x="30" y="34"/>
                    <a:pt x="30" y="34"/>
                  </a:cubicBezTo>
                  <a:cubicBezTo>
                    <a:pt x="13" y="58"/>
                    <a:pt x="13" y="58"/>
                    <a:pt x="13" y="58"/>
                  </a:cubicBezTo>
                  <a:cubicBezTo>
                    <a:pt x="29" y="76"/>
                    <a:pt x="29" y="76"/>
                    <a:pt x="29" y="76"/>
                  </a:cubicBezTo>
                  <a:cubicBezTo>
                    <a:pt x="26" y="81"/>
                    <a:pt x="24" y="87"/>
                    <a:pt x="23" y="94"/>
                  </a:cubicBezTo>
                  <a:cubicBezTo>
                    <a:pt x="0" y="98"/>
                    <a:pt x="0" y="98"/>
                    <a:pt x="0" y="98"/>
                  </a:cubicBezTo>
                  <a:cubicBezTo>
                    <a:pt x="0" y="128"/>
                    <a:pt x="0" y="128"/>
                    <a:pt x="0" y="128"/>
                  </a:cubicBezTo>
                  <a:cubicBezTo>
                    <a:pt x="23" y="133"/>
                    <a:pt x="23" y="133"/>
                    <a:pt x="23" y="133"/>
                  </a:cubicBezTo>
                  <a:cubicBezTo>
                    <a:pt x="24" y="139"/>
                    <a:pt x="26" y="145"/>
                    <a:pt x="29" y="151"/>
                  </a:cubicBezTo>
                  <a:cubicBezTo>
                    <a:pt x="13" y="169"/>
                    <a:pt x="13" y="169"/>
                    <a:pt x="13" y="169"/>
                  </a:cubicBezTo>
                  <a:cubicBezTo>
                    <a:pt x="31" y="193"/>
                    <a:pt x="31" y="193"/>
                    <a:pt x="31" y="193"/>
                  </a:cubicBezTo>
                  <a:cubicBezTo>
                    <a:pt x="52" y="183"/>
                    <a:pt x="52" y="183"/>
                    <a:pt x="52" y="183"/>
                  </a:cubicBezTo>
                  <a:cubicBezTo>
                    <a:pt x="57" y="187"/>
                    <a:pt x="62" y="191"/>
                    <a:pt x="67" y="194"/>
                  </a:cubicBezTo>
                  <a:cubicBezTo>
                    <a:pt x="65" y="218"/>
                    <a:pt x="65" y="218"/>
                    <a:pt x="65" y="218"/>
                  </a:cubicBezTo>
                  <a:cubicBezTo>
                    <a:pt x="93" y="227"/>
                    <a:pt x="93" y="227"/>
                    <a:pt x="93" y="227"/>
                  </a:cubicBezTo>
                  <a:cubicBezTo>
                    <a:pt x="105" y="206"/>
                    <a:pt x="105" y="206"/>
                    <a:pt x="105" y="206"/>
                  </a:cubicBezTo>
                  <a:cubicBezTo>
                    <a:pt x="108" y="207"/>
                    <a:pt x="111" y="207"/>
                    <a:pt x="114" y="207"/>
                  </a:cubicBezTo>
                  <a:cubicBezTo>
                    <a:pt x="117" y="207"/>
                    <a:pt x="121" y="207"/>
                    <a:pt x="124" y="206"/>
                  </a:cubicBezTo>
                  <a:cubicBezTo>
                    <a:pt x="135" y="227"/>
                    <a:pt x="135" y="227"/>
                    <a:pt x="135" y="227"/>
                  </a:cubicBezTo>
                  <a:cubicBezTo>
                    <a:pt x="164" y="217"/>
                    <a:pt x="164" y="217"/>
                    <a:pt x="164" y="217"/>
                  </a:cubicBezTo>
                  <a:cubicBezTo>
                    <a:pt x="161" y="194"/>
                    <a:pt x="161" y="194"/>
                    <a:pt x="161" y="194"/>
                  </a:cubicBezTo>
                  <a:cubicBezTo>
                    <a:pt x="167" y="191"/>
                    <a:pt x="172" y="187"/>
                    <a:pt x="176" y="183"/>
                  </a:cubicBezTo>
                  <a:cubicBezTo>
                    <a:pt x="198" y="193"/>
                    <a:pt x="198" y="193"/>
                    <a:pt x="198" y="193"/>
                  </a:cubicBezTo>
                  <a:cubicBezTo>
                    <a:pt x="216" y="168"/>
                    <a:pt x="216" y="168"/>
                    <a:pt x="216" y="168"/>
                  </a:cubicBezTo>
                  <a:cubicBezTo>
                    <a:pt x="200" y="151"/>
                    <a:pt x="200" y="151"/>
                    <a:pt x="200" y="151"/>
                  </a:cubicBezTo>
                  <a:cubicBezTo>
                    <a:pt x="202" y="145"/>
                    <a:pt x="204" y="139"/>
                    <a:pt x="206" y="133"/>
                  </a:cubicBezTo>
                  <a:lnTo>
                    <a:pt x="229" y="128"/>
                  </a:lnTo>
                  <a:close/>
                  <a:moveTo>
                    <a:pt x="114" y="180"/>
                  </a:moveTo>
                  <a:cubicBezTo>
                    <a:pt x="77" y="180"/>
                    <a:pt x="47" y="150"/>
                    <a:pt x="47" y="113"/>
                  </a:cubicBezTo>
                  <a:cubicBezTo>
                    <a:pt x="47" y="76"/>
                    <a:pt x="77" y="46"/>
                    <a:pt x="114" y="46"/>
                  </a:cubicBezTo>
                  <a:cubicBezTo>
                    <a:pt x="151" y="46"/>
                    <a:pt x="181" y="76"/>
                    <a:pt x="181" y="113"/>
                  </a:cubicBezTo>
                  <a:cubicBezTo>
                    <a:pt x="181" y="150"/>
                    <a:pt x="151" y="180"/>
                    <a:pt x="114" y="18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fontAlgn="auto"/>
              <a:endParaRPr lang="zh-CN" altLang="en-US" sz="2000" noProof="1">
                <a:solidFill>
                  <a:prstClr val="black"/>
                </a:solidFill>
                <a:cs typeface="+mn-ea"/>
                <a:sym typeface="+mn-lt"/>
              </a:endParaRPr>
            </a:p>
          </p:txBody>
        </p:sp>
        <p:sp>
          <p:nvSpPr>
            <p:cNvPr id="25" name="Freeform 21">
              <a:extLst>
                <a:ext uri="{FF2B5EF4-FFF2-40B4-BE49-F238E27FC236}">
                  <a16:creationId xmlns:a16="http://schemas.microsoft.com/office/drawing/2014/main" id="{457E9896-E8E0-4CBF-A2DC-6AC9CB8241E7}"/>
                </a:ext>
              </a:extLst>
            </p:cNvPr>
            <p:cNvSpPr>
              <a:spLocks noEditPoints="1"/>
            </p:cNvSpPr>
            <p:nvPr/>
          </p:nvSpPr>
          <p:spPr bwMode="auto">
            <a:xfrm>
              <a:off x="4577871" y="4221191"/>
              <a:ext cx="199861" cy="199861"/>
            </a:xfrm>
            <a:custGeom>
              <a:avLst/>
              <a:gdLst>
                <a:gd name="T0" fmla="*/ 135 w 135"/>
                <a:gd name="T1" fmla="*/ 76 h 135"/>
                <a:gd name="T2" fmla="*/ 135 w 135"/>
                <a:gd name="T3" fmla="*/ 58 h 135"/>
                <a:gd name="T4" fmla="*/ 122 w 135"/>
                <a:gd name="T5" fmla="*/ 55 h 135"/>
                <a:gd name="T6" fmla="*/ 118 w 135"/>
                <a:gd name="T7" fmla="*/ 45 h 135"/>
                <a:gd name="T8" fmla="*/ 128 w 135"/>
                <a:gd name="T9" fmla="*/ 34 h 135"/>
                <a:gd name="T10" fmla="*/ 117 w 135"/>
                <a:gd name="T11" fmla="*/ 20 h 135"/>
                <a:gd name="T12" fmla="*/ 104 w 135"/>
                <a:gd name="T13" fmla="*/ 26 h 135"/>
                <a:gd name="T14" fmla="*/ 96 w 135"/>
                <a:gd name="T15" fmla="*/ 19 h 135"/>
                <a:gd name="T16" fmla="*/ 97 w 135"/>
                <a:gd name="T17" fmla="*/ 5 h 135"/>
                <a:gd name="T18" fmla="*/ 80 w 135"/>
                <a:gd name="T19" fmla="*/ 0 h 135"/>
                <a:gd name="T20" fmla="*/ 73 w 135"/>
                <a:gd name="T21" fmla="*/ 12 h 135"/>
                <a:gd name="T22" fmla="*/ 67 w 135"/>
                <a:gd name="T23" fmla="*/ 12 h 135"/>
                <a:gd name="T24" fmla="*/ 62 w 135"/>
                <a:gd name="T25" fmla="*/ 12 h 135"/>
                <a:gd name="T26" fmla="*/ 55 w 135"/>
                <a:gd name="T27" fmla="*/ 0 h 135"/>
                <a:gd name="T28" fmla="*/ 38 w 135"/>
                <a:gd name="T29" fmla="*/ 5 h 135"/>
                <a:gd name="T30" fmla="*/ 39 w 135"/>
                <a:gd name="T31" fmla="*/ 19 h 135"/>
                <a:gd name="T32" fmla="*/ 30 w 135"/>
                <a:gd name="T33" fmla="*/ 26 h 135"/>
                <a:gd name="T34" fmla="*/ 18 w 135"/>
                <a:gd name="T35" fmla="*/ 20 h 135"/>
                <a:gd name="T36" fmla="*/ 7 w 135"/>
                <a:gd name="T37" fmla="*/ 34 h 135"/>
                <a:gd name="T38" fmla="*/ 17 w 135"/>
                <a:gd name="T39" fmla="*/ 45 h 135"/>
                <a:gd name="T40" fmla="*/ 13 w 135"/>
                <a:gd name="T41" fmla="*/ 55 h 135"/>
                <a:gd name="T42" fmla="*/ 0 w 135"/>
                <a:gd name="T43" fmla="*/ 58 h 135"/>
                <a:gd name="T44" fmla="*/ 0 w 135"/>
                <a:gd name="T45" fmla="*/ 76 h 135"/>
                <a:gd name="T46" fmla="*/ 13 w 135"/>
                <a:gd name="T47" fmla="*/ 79 h 135"/>
                <a:gd name="T48" fmla="*/ 17 w 135"/>
                <a:gd name="T49" fmla="*/ 90 h 135"/>
                <a:gd name="T50" fmla="*/ 7 w 135"/>
                <a:gd name="T51" fmla="*/ 100 h 135"/>
                <a:gd name="T52" fmla="*/ 18 w 135"/>
                <a:gd name="T53" fmla="*/ 114 h 135"/>
                <a:gd name="T54" fmla="*/ 31 w 135"/>
                <a:gd name="T55" fmla="*/ 109 h 135"/>
                <a:gd name="T56" fmla="*/ 39 w 135"/>
                <a:gd name="T57" fmla="*/ 115 h 135"/>
                <a:gd name="T58" fmla="*/ 38 w 135"/>
                <a:gd name="T59" fmla="*/ 129 h 135"/>
                <a:gd name="T60" fmla="*/ 55 w 135"/>
                <a:gd name="T61" fmla="*/ 135 h 135"/>
                <a:gd name="T62" fmla="*/ 62 w 135"/>
                <a:gd name="T63" fmla="*/ 122 h 135"/>
                <a:gd name="T64" fmla="*/ 68 w 135"/>
                <a:gd name="T65" fmla="*/ 123 h 135"/>
                <a:gd name="T66" fmla="*/ 73 w 135"/>
                <a:gd name="T67" fmla="*/ 122 h 135"/>
                <a:gd name="T68" fmla="*/ 80 w 135"/>
                <a:gd name="T69" fmla="*/ 135 h 135"/>
                <a:gd name="T70" fmla="*/ 97 w 135"/>
                <a:gd name="T71" fmla="*/ 129 h 135"/>
                <a:gd name="T72" fmla="*/ 96 w 135"/>
                <a:gd name="T73" fmla="*/ 115 h 135"/>
                <a:gd name="T74" fmla="*/ 104 w 135"/>
                <a:gd name="T75" fmla="*/ 109 h 135"/>
                <a:gd name="T76" fmla="*/ 117 w 135"/>
                <a:gd name="T77" fmla="*/ 114 h 135"/>
                <a:gd name="T78" fmla="*/ 128 w 135"/>
                <a:gd name="T79" fmla="*/ 100 h 135"/>
                <a:gd name="T80" fmla="*/ 118 w 135"/>
                <a:gd name="T81" fmla="*/ 89 h 135"/>
                <a:gd name="T82" fmla="*/ 122 w 135"/>
                <a:gd name="T83" fmla="*/ 79 h 135"/>
                <a:gd name="T84" fmla="*/ 135 w 135"/>
                <a:gd name="T85" fmla="*/ 76 h 135"/>
                <a:gd name="T86" fmla="*/ 67 w 135"/>
                <a:gd name="T87" fmla="*/ 107 h 135"/>
                <a:gd name="T88" fmla="*/ 28 w 135"/>
                <a:gd name="T89" fmla="*/ 67 h 135"/>
                <a:gd name="T90" fmla="*/ 67 w 135"/>
                <a:gd name="T91" fmla="*/ 27 h 135"/>
                <a:gd name="T92" fmla="*/ 107 w 135"/>
                <a:gd name="T93" fmla="*/ 67 h 135"/>
                <a:gd name="T94" fmla="*/ 67 w 135"/>
                <a:gd name="T95" fmla="*/ 10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35" h="135">
                  <a:moveTo>
                    <a:pt x="135" y="76"/>
                  </a:moveTo>
                  <a:cubicBezTo>
                    <a:pt x="135" y="58"/>
                    <a:pt x="135" y="58"/>
                    <a:pt x="135" y="58"/>
                  </a:cubicBezTo>
                  <a:cubicBezTo>
                    <a:pt x="122" y="55"/>
                    <a:pt x="122" y="55"/>
                    <a:pt x="122" y="55"/>
                  </a:cubicBezTo>
                  <a:cubicBezTo>
                    <a:pt x="121" y="52"/>
                    <a:pt x="120" y="48"/>
                    <a:pt x="118" y="45"/>
                  </a:cubicBezTo>
                  <a:cubicBezTo>
                    <a:pt x="128" y="34"/>
                    <a:pt x="128" y="34"/>
                    <a:pt x="128" y="34"/>
                  </a:cubicBezTo>
                  <a:cubicBezTo>
                    <a:pt x="117" y="20"/>
                    <a:pt x="117" y="20"/>
                    <a:pt x="117" y="20"/>
                  </a:cubicBezTo>
                  <a:cubicBezTo>
                    <a:pt x="104" y="26"/>
                    <a:pt x="104" y="26"/>
                    <a:pt x="104" y="26"/>
                  </a:cubicBezTo>
                  <a:cubicBezTo>
                    <a:pt x="102" y="23"/>
                    <a:pt x="99" y="21"/>
                    <a:pt x="96" y="19"/>
                  </a:cubicBezTo>
                  <a:cubicBezTo>
                    <a:pt x="97" y="5"/>
                    <a:pt x="97" y="5"/>
                    <a:pt x="97" y="5"/>
                  </a:cubicBezTo>
                  <a:cubicBezTo>
                    <a:pt x="80" y="0"/>
                    <a:pt x="80" y="0"/>
                    <a:pt x="80" y="0"/>
                  </a:cubicBezTo>
                  <a:cubicBezTo>
                    <a:pt x="73" y="12"/>
                    <a:pt x="73" y="12"/>
                    <a:pt x="73" y="12"/>
                  </a:cubicBezTo>
                  <a:cubicBezTo>
                    <a:pt x="71" y="12"/>
                    <a:pt x="69" y="12"/>
                    <a:pt x="67" y="12"/>
                  </a:cubicBezTo>
                  <a:cubicBezTo>
                    <a:pt x="66" y="12"/>
                    <a:pt x="64" y="12"/>
                    <a:pt x="62" y="12"/>
                  </a:cubicBezTo>
                  <a:cubicBezTo>
                    <a:pt x="55" y="0"/>
                    <a:pt x="55" y="0"/>
                    <a:pt x="55" y="0"/>
                  </a:cubicBezTo>
                  <a:cubicBezTo>
                    <a:pt x="38" y="5"/>
                    <a:pt x="38" y="5"/>
                    <a:pt x="38" y="5"/>
                  </a:cubicBezTo>
                  <a:cubicBezTo>
                    <a:pt x="39" y="19"/>
                    <a:pt x="39" y="19"/>
                    <a:pt x="39" y="19"/>
                  </a:cubicBezTo>
                  <a:cubicBezTo>
                    <a:pt x="36" y="21"/>
                    <a:pt x="33" y="23"/>
                    <a:pt x="30" y="26"/>
                  </a:cubicBezTo>
                  <a:cubicBezTo>
                    <a:pt x="18" y="20"/>
                    <a:pt x="18" y="20"/>
                    <a:pt x="18" y="20"/>
                  </a:cubicBezTo>
                  <a:cubicBezTo>
                    <a:pt x="7" y="34"/>
                    <a:pt x="7" y="34"/>
                    <a:pt x="7" y="34"/>
                  </a:cubicBezTo>
                  <a:cubicBezTo>
                    <a:pt x="17" y="45"/>
                    <a:pt x="17" y="45"/>
                    <a:pt x="17" y="45"/>
                  </a:cubicBezTo>
                  <a:cubicBezTo>
                    <a:pt x="15" y="48"/>
                    <a:pt x="14" y="52"/>
                    <a:pt x="13" y="55"/>
                  </a:cubicBezTo>
                  <a:cubicBezTo>
                    <a:pt x="0" y="58"/>
                    <a:pt x="0" y="58"/>
                    <a:pt x="0" y="58"/>
                  </a:cubicBezTo>
                  <a:cubicBezTo>
                    <a:pt x="0" y="76"/>
                    <a:pt x="0" y="76"/>
                    <a:pt x="0" y="76"/>
                  </a:cubicBezTo>
                  <a:cubicBezTo>
                    <a:pt x="13" y="79"/>
                    <a:pt x="13" y="79"/>
                    <a:pt x="13" y="79"/>
                  </a:cubicBezTo>
                  <a:cubicBezTo>
                    <a:pt x="14" y="83"/>
                    <a:pt x="15" y="86"/>
                    <a:pt x="17" y="90"/>
                  </a:cubicBezTo>
                  <a:cubicBezTo>
                    <a:pt x="7" y="100"/>
                    <a:pt x="7" y="100"/>
                    <a:pt x="7" y="100"/>
                  </a:cubicBezTo>
                  <a:cubicBezTo>
                    <a:pt x="18" y="114"/>
                    <a:pt x="18" y="114"/>
                    <a:pt x="18" y="114"/>
                  </a:cubicBezTo>
                  <a:cubicBezTo>
                    <a:pt x="31" y="109"/>
                    <a:pt x="31" y="109"/>
                    <a:pt x="31" y="109"/>
                  </a:cubicBezTo>
                  <a:cubicBezTo>
                    <a:pt x="33" y="111"/>
                    <a:pt x="36" y="113"/>
                    <a:pt x="39" y="115"/>
                  </a:cubicBezTo>
                  <a:cubicBezTo>
                    <a:pt x="38" y="129"/>
                    <a:pt x="38" y="129"/>
                    <a:pt x="38" y="129"/>
                  </a:cubicBezTo>
                  <a:cubicBezTo>
                    <a:pt x="55" y="135"/>
                    <a:pt x="55" y="135"/>
                    <a:pt x="55" y="135"/>
                  </a:cubicBezTo>
                  <a:cubicBezTo>
                    <a:pt x="62" y="122"/>
                    <a:pt x="62" y="122"/>
                    <a:pt x="62" y="122"/>
                  </a:cubicBezTo>
                  <a:cubicBezTo>
                    <a:pt x="64" y="123"/>
                    <a:pt x="66" y="123"/>
                    <a:pt x="68" y="123"/>
                  </a:cubicBezTo>
                  <a:cubicBezTo>
                    <a:pt x="69" y="123"/>
                    <a:pt x="71" y="123"/>
                    <a:pt x="73" y="122"/>
                  </a:cubicBezTo>
                  <a:cubicBezTo>
                    <a:pt x="80" y="135"/>
                    <a:pt x="80" y="135"/>
                    <a:pt x="80" y="135"/>
                  </a:cubicBezTo>
                  <a:cubicBezTo>
                    <a:pt x="97" y="129"/>
                    <a:pt x="97" y="129"/>
                    <a:pt x="97" y="129"/>
                  </a:cubicBezTo>
                  <a:cubicBezTo>
                    <a:pt x="96" y="115"/>
                    <a:pt x="96" y="115"/>
                    <a:pt x="96" y="115"/>
                  </a:cubicBezTo>
                  <a:cubicBezTo>
                    <a:pt x="99" y="113"/>
                    <a:pt x="102" y="111"/>
                    <a:pt x="104" y="109"/>
                  </a:cubicBezTo>
                  <a:cubicBezTo>
                    <a:pt x="117" y="114"/>
                    <a:pt x="117" y="114"/>
                    <a:pt x="117" y="114"/>
                  </a:cubicBezTo>
                  <a:cubicBezTo>
                    <a:pt x="128" y="100"/>
                    <a:pt x="128" y="100"/>
                    <a:pt x="128" y="100"/>
                  </a:cubicBezTo>
                  <a:cubicBezTo>
                    <a:pt x="118" y="89"/>
                    <a:pt x="118" y="89"/>
                    <a:pt x="118" y="89"/>
                  </a:cubicBezTo>
                  <a:cubicBezTo>
                    <a:pt x="120" y="86"/>
                    <a:pt x="121" y="83"/>
                    <a:pt x="122" y="79"/>
                  </a:cubicBezTo>
                  <a:lnTo>
                    <a:pt x="135" y="76"/>
                  </a:lnTo>
                  <a:close/>
                  <a:moveTo>
                    <a:pt x="67" y="107"/>
                  </a:moveTo>
                  <a:cubicBezTo>
                    <a:pt x="46" y="107"/>
                    <a:pt x="28" y="89"/>
                    <a:pt x="28" y="67"/>
                  </a:cubicBezTo>
                  <a:cubicBezTo>
                    <a:pt x="28" y="45"/>
                    <a:pt x="46" y="27"/>
                    <a:pt x="67" y="27"/>
                  </a:cubicBezTo>
                  <a:cubicBezTo>
                    <a:pt x="89" y="27"/>
                    <a:pt x="107" y="45"/>
                    <a:pt x="107" y="67"/>
                  </a:cubicBezTo>
                  <a:cubicBezTo>
                    <a:pt x="107" y="89"/>
                    <a:pt x="89" y="107"/>
                    <a:pt x="67" y="10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fontAlgn="auto"/>
              <a:endParaRPr lang="zh-CN" altLang="en-US" sz="2000" noProof="1">
                <a:solidFill>
                  <a:prstClr val="black"/>
                </a:solidFill>
                <a:cs typeface="+mn-ea"/>
                <a:sym typeface="+mn-lt"/>
              </a:endParaRPr>
            </a:p>
          </p:txBody>
        </p:sp>
      </p:grpSp>
      <p:grpSp>
        <p:nvGrpSpPr>
          <p:cNvPr id="26" name="组合 25">
            <a:extLst>
              <a:ext uri="{FF2B5EF4-FFF2-40B4-BE49-F238E27FC236}">
                <a16:creationId xmlns:a16="http://schemas.microsoft.com/office/drawing/2014/main" id="{7548B17B-60F0-4493-841D-5738FF5C153B}"/>
              </a:ext>
            </a:extLst>
          </p:cNvPr>
          <p:cNvGrpSpPr/>
          <p:nvPr/>
        </p:nvGrpSpPr>
        <p:grpSpPr>
          <a:xfrm>
            <a:off x="2219440" y="1727741"/>
            <a:ext cx="421096" cy="402728"/>
            <a:chOff x="1004888" y="993775"/>
            <a:chExt cx="2438400" cy="2332038"/>
          </a:xfrm>
          <a:solidFill>
            <a:srgbClr val="344F66"/>
          </a:solidFill>
          <a:effectLst/>
        </p:grpSpPr>
        <p:sp>
          <p:nvSpPr>
            <p:cNvPr id="27" name="Freeform 25">
              <a:extLst>
                <a:ext uri="{FF2B5EF4-FFF2-40B4-BE49-F238E27FC236}">
                  <a16:creationId xmlns:a16="http://schemas.microsoft.com/office/drawing/2014/main" id="{93D26110-58B0-45C3-AB24-C6695003466D}"/>
                </a:ext>
              </a:extLst>
            </p:cNvPr>
            <p:cNvSpPr/>
            <p:nvPr/>
          </p:nvSpPr>
          <p:spPr bwMode="auto">
            <a:xfrm>
              <a:off x="1898651" y="2670175"/>
              <a:ext cx="655638" cy="655638"/>
            </a:xfrm>
            <a:custGeom>
              <a:avLst/>
              <a:gdLst>
                <a:gd name="T0" fmla="*/ 206 w 413"/>
                <a:gd name="T1" fmla="*/ 413 h 413"/>
                <a:gd name="T2" fmla="*/ 0 w 413"/>
                <a:gd name="T3" fmla="*/ 0 h 413"/>
                <a:gd name="T4" fmla="*/ 413 w 413"/>
                <a:gd name="T5" fmla="*/ 0 h 413"/>
                <a:gd name="T6" fmla="*/ 206 w 413"/>
                <a:gd name="T7" fmla="*/ 413 h 413"/>
              </a:gdLst>
              <a:ahLst/>
              <a:cxnLst>
                <a:cxn ang="0">
                  <a:pos x="T0" y="T1"/>
                </a:cxn>
                <a:cxn ang="0">
                  <a:pos x="T2" y="T3"/>
                </a:cxn>
                <a:cxn ang="0">
                  <a:pos x="T4" y="T5"/>
                </a:cxn>
                <a:cxn ang="0">
                  <a:pos x="T6" y="T7"/>
                </a:cxn>
              </a:cxnLst>
              <a:rect l="0" t="0" r="r" b="b"/>
              <a:pathLst>
                <a:path w="413" h="413">
                  <a:moveTo>
                    <a:pt x="206" y="413"/>
                  </a:moveTo>
                  <a:lnTo>
                    <a:pt x="0" y="0"/>
                  </a:lnTo>
                  <a:lnTo>
                    <a:pt x="413" y="0"/>
                  </a:lnTo>
                  <a:lnTo>
                    <a:pt x="206" y="41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fontAlgn="auto"/>
              <a:endParaRPr lang="zh-CN" altLang="en-US" sz="2000" noProof="1">
                <a:solidFill>
                  <a:prstClr val="black"/>
                </a:solidFill>
                <a:cs typeface="+mn-ea"/>
                <a:sym typeface="+mn-lt"/>
              </a:endParaRPr>
            </a:p>
          </p:txBody>
        </p:sp>
        <p:sp>
          <p:nvSpPr>
            <p:cNvPr id="28" name="任意多边形 43">
              <a:extLst>
                <a:ext uri="{FF2B5EF4-FFF2-40B4-BE49-F238E27FC236}">
                  <a16:creationId xmlns:a16="http://schemas.microsoft.com/office/drawing/2014/main" id="{8258E4D8-864A-4A26-AF13-27D46B80ECAB}"/>
                </a:ext>
              </a:extLst>
            </p:cNvPr>
            <p:cNvSpPr>
              <a:spLocks noChangeArrowheads="1"/>
            </p:cNvSpPr>
            <p:nvPr/>
          </p:nvSpPr>
          <p:spPr bwMode="auto">
            <a:xfrm>
              <a:off x="1004888" y="993775"/>
              <a:ext cx="2438400" cy="1774825"/>
            </a:xfrm>
            <a:custGeom>
              <a:avLst/>
              <a:gdLst>
                <a:gd name="connsiteX0" fmla="*/ 290196 w 2438400"/>
                <a:gd name="connsiteY0" fmla="*/ 0 h 1774825"/>
                <a:gd name="connsiteX1" fmla="*/ 2151973 w 2438400"/>
                <a:gd name="connsiteY1" fmla="*/ 0 h 1774825"/>
                <a:gd name="connsiteX2" fmla="*/ 2438400 w 2438400"/>
                <a:gd name="connsiteY2" fmla="*/ 286384 h 1774825"/>
                <a:gd name="connsiteX3" fmla="*/ 2438400 w 2438400"/>
                <a:gd name="connsiteY3" fmla="*/ 1484673 h 1774825"/>
                <a:gd name="connsiteX4" fmla="*/ 2151973 w 2438400"/>
                <a:gd name="connsiteY4" fmla="*/ 1774825 h 1774825"/>
                <a:gd name="connsiteX5" fmla="*/ 290196 w 2438400"/>
                <a:gd name="connsiteY5" fmla="*/ 1774825 h 1774825"/>
                <a:gd name="connsiteX6" fmla="*/ 0 w 2438400"/>
                <a:gd name="connsiteY6" fmla="*/ 1484673 h 1774825"/>
                <a:gd name="connsiteX7" fmla="*/ 0 w 2438400"/>
                <a:gd name="connsiteY7" fmla="*/ 286384 h 1774825"/>
                <a:gd name="connsiteX8" fmla="*/ 290196 w 2438400"/>
                <a:gd name="connsiteY8" fmla="*/ 0 h 1774825"/>
                <a:gd name="connsiteX9" fmla="*/ 471488 w 2438400"/>
                <a:gd name="connsiteY9" fmla="*/ 425450 h 1774825"/>
                <a:gd name="connsiteX10" fmla="*/ 471488 w 2438400"/>
                <a:gd name="connsiteY10" fmla="*/ 598488 h 1774825"/>
                <a:gd name="connsiteX11" fmla="*/ 1971676 w 2438400"/>
                <a:gd name="connsiteY11" fmla="*/ 598488 h 1774825"/>
                <a:gd name="connsiteX12" fmla="*/ 1971676 w 2438400"/>
                <a:gd name="connsiteY12" fmla="*/ 425450 h 1774825"/>
                <a:gd name="connsiteX13" fmla="*/ 471488 w 2438400"/>
                <a:gd name="connsiteY13" fmla="*/ 425450 h 1774825"/>
                <a:gd name="connsiteX14" fmla="*/ 471488 w 2438400"/>
                <a:gd name="connsiteY14" fmla="*/ 801688 h 1774825"/>
                <a:gd name="connsiteX15" fmla="*/ 471488 w 2438400"/>
                <a:gd name="connsiteY15" fmla="*/ 971551 h 1774825"/>
                <a:gd name="connsiteX16" fmla="*/ 1971676 w 2438400"/>
                <a:gd name="connsiteY16" fmla="*/ 971551 h 1774825"/>
                <a:gd name="connsiteX17" fmla="*/ 1971676 w 2438400"/>
                <a:gd name="connsiteY17" fmla="*/ 801688 h 1774825"/>
                <a:gd name="connsiteX18" fmla="*/ 471488 w 2438400"/>
                <a:gd name="connsiteY18" fmla="*/ 801688 h 1774825"/>
                <a:gd name="connsiteX19" fmla="*/ 471488 w 2438400"/>
                <a:gd name="connsiteY19" fmla="*/ 1174750 h 1774825"/>
                <a:gd name="connsiteX20" fmla="*/ 471488 w 2438400"/>
                <a:gd name="connsiteY20" fmla="*/ 1347788 h 1774825"/>
                <a:gd name="connsiteX21" fmla="*/ 1971676 w 2438400"/>
                <a:gd name="connsiteY21" fmla="*/ 1347788 h 1774825"/>
                <a:gd name="connsiteX22" fmla="*/ 1971676 w 2438400"/>
                <a:gd name="connsiteY22" fmla="*/ 1174750 h 1774825"/>
                <a:gd name="connsiteX23" fmla="*/ 471488 w 2438400"/>
                <a:gd name="connsiteY23" fmla="*/ 1174750 h 177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438400" h="1774825">
                  <a:moveTo>
                    <a:pt x="290196" y="0"/>
                  </a:moveTo>
                  <a:cubicBezTo>
                    <a:pt x="2151973" y="0"/>
                    <a:pt x="2151973" y="0"/>
                    <a:pt x="2151973" y="0"/>
                  </a:cubicBezTo>
                  <a:cubicBezTo>
                    <a:pt x="2310262" y="0"/>
                    <a:pt x="2438400" y="128119"/>
                    <a:pt x="2438400" y="286384"/>
                  </a:cubicBezTo>
                  <a:lnTo>
                    <a:pt x="2438400" y="1484673"/>
                  </a:lnTo>
                  <a:cubicBezTo>
                    <a:pt x="2438400" y="1646706"/>
                    <a:pt x="2310262" y="1774825"/>
                    <a:pt x="2151973" y="1774825"/>
                  </a:cubicBezTo>
                  <a:cubicBezTo>
                    <a:pt x="290196" y="1774825"/>
                    <a:pt x="290196" y="1774825"/>
                    <a:pt x="290196" y="1774825"/>
                  </a:cubicBezTo>
                  <a:cubicBezTo>
                    <a:pt x="131907" y="1774825"/>
                    <a:pt x="0" y="1646706"/>
                    <a:pt x="0" y="1484673"/>
                  </a:cubicBezTo>
                  <a:cubicBezTo>
                    <a:pt x="0" y="286384"/>
                    <a:pt x="0" y="286384"/>
                    <a:pt x="0" y="286384"/>
                  </a:cubicBezTo>
                  <a:cubicBezTo>
                    <a:pt x="0" y="128119"/>
                    <a:pt x="131907" y="0"/>
                    <a:pt x="290196" y="0"/>
                  </a:cubicBezTo>
                  <a:close/>
                  <a:moveTo>
                    <a:pt x="471488" y="425450"/>
                  </a:moveTo>
                  <a:lnTo>
                    <a:pt x="471488" y="598488"/>
                  </a:lnTo>
                  <a:lnTo>
                    <a:pt x="1971676" y="598488"/>
                  </a:lnTo>
                  <a:lnTo>
                    <a:pt x="1971676" y="425450"/>
                  </a:lnTo>
                  <a:lnTo>
                    <a:pt x="471488" y="425450"/>
                  </a:lnTo>
                  <a:close/>
                  <a:moveTo>
                    <a:pt x="471488" y="801688"/>
                  </a:moveTo>
                  <a:lnTo>
                    <a:pt x="471488" y="971551"/>
                  </a:lnTo>
                  <a:lnTo>
                    <a:pt x="1971676" y="971551"/>
                  </a:lnTo>
                  <a:lnTo>
                    <a:pt x="1971676" y="801688"/>
                  </a:lnTo>
                  <a:lnTo>
                    <a:pt x="471488" y="801688"/>
                  </a:lnTo>
                  <a:close/>
                  <a:moveTo>
                    <a:pt x="471488" y="1174750"/>
                  </a:moveTo>
                  <a:lnTo>
                    <a:pt x="471488" y="1347788"/>
                  </a:lnTo>
                  <a:lnTo>
                    <a:pt x="1971676" y="1347788"/>
                  </a:lnTo>
                  <a:lnTo>
                    <a:pt x="1971676" y="1174750"/>
                  </a:lnTo>
                  <a:lnTo>
                    <a:pt x="471488" y="1174750"/>
                  </a:lnTo>
                  <a:close/>
                </a:path>
              </a:pathLst>
            </a:cu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fontAlgn="auto"/>
              <a:endParaRPr lang="zh-CN" altLang="en-US" sz="2000" noProof="1">
                <a:solidFill>
                  <a:prstClr val="black"/>
                </a:solidFill>
                <a:cs typeface="+mn-ea"/>
                <a:sym typeface="+mn-lt"/>
              </a:endParaRPr>
            </a:p>
          </p:txBody>
        </p:sp>
      </p:grpSp>
      <p:grpSp>
        <p:nvGrpSpPr>
          <p:cNvPr id="29" name="组合 28">
            <a:extLst>
              <a:ext uri="{FF2B5EF4-FFF2-40B4-BE49-F238E27FC236}">
                <a16:creationId xmlns:a16="http://schemas.microsoft.com/office/drawing/2014/main" id="{9B3AB8B4-BA10-4F15-86A6-27F0C7895E2A}"/>
              </a:ext>
            </a:extLst>
          </p:cNvPr>
          <p:cNvGrpSpPr/>
          <p:nvPr/>
        </p:nvGrpSpPr>
        <p:grpSpPr>
          <a:xfrm>
            <a:off x="7419474" y="1693099"/>
            <a:ext cx="370488" cy="473812"/>
            <a:chOff x="1605186" y="572440"/>
            <a:chExt cx="563562" cy="720725"/>
          </a:xfrm>
          <a:solidFill>
            <a:srgbClr val="CF3B4C"/>
          </a:solidFill>
          <a:effectLst/>
        </p:grpSpPr>
        <p:sp>
          <p:nvSpPr>
            <p:cNvPr id="30" name="Freeform 32">
              <a:extLst>
                <a:ext uri="{FF2B5EF4-FFF2-40B4-BE49-F238E27FC236}">
                  <a16:creationId xmlns:a16="http://schemas.microsoft.com/office/drawing/2014/main" id="{BB04EC94-30C9-4DA3-AF10-39256A406906}"/>
                </a:ext>
              </a:extLst>
            </p:cNvPr>
            <p:cNvSpPr/>
            <p:nvPr/>
          </p:nvSpPr>
          <p:spPr bwMode="auto">
            <a:xfrm>
              <a:off x="1814736" y="572440"/>
              <a:ext cx="142875" cy="720725"/>
            </a:xfrm>
            <a:custGeom>
              <a:avLst/>
              <a:gdLst>
                <a:gd name="T0" fmla="*/ 64 w 64"/>
                <a:gd name="T1" fmla="*/ 289 h 321"/>
                <a:gd name="T2" fmla="*/ 32 w 64"/>
                <a:gd name="T3" fmla="*/ 321 h 321"/>
                <a:gd name="T4" fmla="*/ 0 w 64"/>
                <a:gd name="T5" fmla="*/ 289 h 321"/>
                <a:gd name="T6" fmla="*/ 0 w 64"/>
                <a:gd name="T7" fmla="*/ 32 h 321"/>
                <a:gd name="T8" fmla="*/ 32 w 64"/>
                <a:gd name="T9" fmla="*/ 0 h 321"/>
                <a:gd name="T10" fmla="*/ 64 w 64"/>
                <a:gd name="T11" fmla="*/ 32 h 321"/>
                <a:gd name="T12" fmla="*/ 64 w 64"/>
                <a:gd name="T13" fmla="*/ 289 h 321"/>
              </a:gdLst>
              <a:ahLst/>
              <a:cxnLst>
                <a:cxn ang="0">
                  <a:pos x="T0" y="T1"/>
                </a:cxn>
                <a:cxn ang="0">
                  <a:pos x="T2" y="T3"/>
                </a:cxn>
                <a:cxn ang="0">
                  <a:pos x="T4" y="T5"/>
                </a:cxn>
                <a:cxn ang="0">
                  <a:pos x="T6" y="T7"/>
                </a:cxn>
                <a:cxn ang="0">
                  <a:pos x="T8" y="T9"/>
                </a:cxn>
                <a:cxn ang="0">
                  <a:pos x="T10" y="T11"/>
                </a:cxn>
                <a:cxn ang="0">
                  <a:pos x="T12" y="T13"/>
                </a:cxn>
              </a:cxnLst>
              <a:rect l="0" t="0" r="r" b="b"/>
              <a:pathLst>
                <a:path w="64" h="321">
                  <a:moveTo>
                    <a:pt x="64" y="289"/>
                  </a:moveTo>
                  <a:cubicBezTo>
                    <a:pt x="64" y="307"/>
                    <a:pt x="49" y="321"/>
                    <a:pt x="32" y="321"/>
                  </a:cubicBezTo>
                  <a:cubicBezTo>
                    <a:pt x="14" y="321"/>
                    <a:pt x="0" y="307"/>
                    <a:pt x="0" y="289"/>
                  </a:cubicBezTo>
                  <a:cubicBezTo>
                    <a:pt x="0" y="32"/>
                    <a:pt x="0" y="32"/>
                    <a:pt x="0" y="32"/>
                  </a:cubicBezTo>
                  <a:cubicBezTo>
                    <a:pt x="0" y="14"/>
                    <a:pt x="14" y="0"/>
                    <a:pt x="32" y="0"/>
                  </a:cubicBezTo>
                  <a:cubicBezTo>
                    <a:pt x="49" y="0"/>
                    <a:pt x="64" y="14"/>
                    <a:pt x="64" y="32"/>
                  </a:cubicBezTo>
                  <a:lnTo>
                    <a:pt x="64" y="28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fontAlgn="auto"/>
              <a:endParaRPr lang="zh-CN" altLang="en-US" noProof="1">
                <a:solidFill>
                  <a:prstClr val="black"/>
                </a:solidFill>
                <a:cs typeface="+mn-ea"/>
                <a:sym typeface="+mn-lt"/>
              </a:endParaRPr>
            </a:p>
          </p:txBody>
        </p:sp>
        <p:sp>
          <p:nvSpPr>
            <p:cNvPr id="31" name="Freeform 33">
              <a:extLst>
                <a:ext uri="{FF2B5EF4-FFF2-40B4-BE49-F238E27FC236}">
                  <a16:creationId xmlns:a16="http://schemas.microsoft.com/office/drawing/2014/main" id="{A2169E0A-4AA5-4BD4-B15C-0E0386379675}"/>
                </a:ext>
              </a:extLst>
            </p:cNvPr>
            <p:cNvSpPr/>
            <p:nvPr/>
          </p:nvSpPr>
          <p:spPr bwMode="auto">
            <a:xfrm>
              <a:off x="1605186" y="1012177"/>
              <a:ext cx="141288" cy="280988"/>
            </a:xfrm>
            <a:custGeom>
              <a:avLst/>
              <a:gdLst>
                <a:gd name="T0" fmla="*/ 63 w 63"/>
                <a:gd name="T1" fmla="*/ 93 h 125"/>
                <a:gd name="T2" fmla="*/ 32 w 63"/>
                <a:gd name="T3" fmla="*/ 125 h 125"/>
                <a:gd name="T4" fmla="*/ 0 w 63"/>
                <a:gd name="T5" fmla="*/ 93 h 125"/>
                <a:gd name="T6" fmla="*/ 0 w 63"/>
                <a:gd name="T7" fmla="*/ 32 h 125"/>
                <a:gd name="T8" fmla="*/ 32 w 63"/>
                <a:gd name="T9" fmla="*/ 0 h 125"/>
                <a:gd name="T10" fmla="*/ 63 w 63"/>
                <a:gd name="T11" fmla="*/ 32 h 125"/>
                <a:gd name="T12" fmla="*/ 63 w 63"/>
                <a:gd name="T13" fmla="*/ 93 h 125"/>
              </a:gdLst>
              <a:ahLst/>
              <a:cxnLst>
                <a:cxn ang="0">
                  <a:pos x="T0" y="T1"/>
                </a:cxn>
                <a:cxn ang="0">
                  <a:pos x="T2" y="T3"/>
                </a:cxn>
                <a:cxn ang="0">
                  <a:pos x="T4" y="T5"/>
                </a:cxn>
                <a:cxn ang="0">
                  <a:pos x="T6" y="T7"/>
                </a:cxn>
                <a:cxn ang="0">
                  <a:pos x="T8" y="T9"/>
                </a:cxn>
                <a:cxn ang="0">
                  <a:pos x="T10" y="T11"/>
                </a:cxn>
                <a:cxn ang="0">
                  <a:pos x="T12" y="T13"/>
                </a:cxn>
              </a:cxnLst>
              <a:rect l="0" t="0" r="r" b="b"/>
              <a:pathLst>
                <a:path w="63" h="125">
                  <a:moveTo>
                    <a:pt x="63" y="93"/>
                  </a:moveTo>
                  <a:cubicBezTo>
                    <a:pt x="63" y="111"/>
                    <a:pt x="49" y="125"/>
                    <a:pt x="32" y="125"/>
                  </a:cubicBezTo>
                  <a:cubicBezTo>
                    <a:pt x="14" y="125"/>
                    <a:pt x="0" y="111"/>
                    <a:pt x="0" y="93"/>
                  </a:cubicBezTo>
                  <a:cubicBezTo>
                    <a:pt x="0" y="32"/>
                    <a:pt x="0" y="32"/>
                    <a:pt x="0" y="32"/>
                  </a:cubicBezTo>
                  <a:cubicBezTo>
                    <a:pt x="0" y="14"/>
                    <a:pt x="14" y="0"/>
                    <a:pt x="32" y="0"/>
                  </a:cubicBezTo>
                  <a:cubicBezTo>
                    <a:pt x="49" y="0"/>
                    <a:pt x="63" y="14"/>
                    <a:pt x="63" y="32"/>
                  </a:cubicBezTo>
                  <a:lnTo>
                    <a:pt x="63" y="9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fontAlgn="auto"/>
              <a:endParaRPr lang="zh-CN" altLang="en-US" noProof="1">
                <a:solidFill>
                  <a:prstClr val="black"/>
                </a:solidFill>
                <a:cs typeface="+mn-ea"/>
                <a:sym typeface="+mn-lt"/>
              </a:endParaRPr>
            </a:p>
          </p:txBody>
        </p:sp>
        <p:sp>
          <p:nvSpPr>
            <p:cNvPr id="32" name="Freeform 34">
              <a:extLst>
                <a:ext uri="{FF2B5EF4-FFF2-40B4-BE49-F238E27FC236}">
                  <a16:creationId xmlns:a16="http://schemas.microsoft.com/office/drawing/2014/main" id="{C01AB8CD-7570-40EC-834E-C3CA3F3C618D}"/>
                </a:ext>
              </a:extLst>
            </p:cNvPr>
            <p:cNvSpPr/>
            <p:nvPr/>
          </p:nvSpPr>
          <p:spPr bwMode="auto">
            <a:xfrm>
              <a:off x="2025873" y="804215"/>
              <a:ext cx="142875" cy="488950"/>
            </a:xfrm>
            <a:custGeom>
              <a:avLst/>
              <a:gdLst>
                <a:gd name="T0" fmla="*/ 64 w 64"/>
                <a:gd name="T1" fmla="*/ 186 h 218"/>
                <a:gd name="T2" fmla="*/ 32 w 64"/>
                <a:gd name="T3" fmla="*/ 218 h 218"/>
                <a:gd name="T4" fmla="*/ 0 w 64"/>
                <a:gd name="T5" fmla="*/ 186 h 218"/>
                <a:gd name="T6" fmla="*/ 0 w 64"/>
                <a:gd name="T7" fmla="*/ 32 h 218"/>
                <a:gd name="T8" fmla="*/ 32 w 64"/>
                <a:gd name="T9" fmla="*/ 0 h 218"/>
                <a:gd name="T10" fmla="*/ 64 w 64"/>
                <a:gd name="T11" fmla="*/ 32 h 218"/>
                <a:gd name="T12" fmla="*/ 64 w 64"/>
                <a:gd name="T13" fmla="*/ 186 h 218"/>
              </a:gdLst>
              <a:ahLst/>
              <a:cxnLst>
                <a:cxn ang="0">
                  <a:pos x="T0" y="T1"/>
                </a:cxn>
                <a:cxn ang="0">
                  <a:pos x="T2" y="T3"/>
                </a:cxn>
                <a:cxn ang="0">
                  <a:pos x="T4" y="T5"/>
                </a:cxn>
                <a:cxn ang="0">
                  <a:pos x="T6" y="T7"/>
                </a:cxn>
                <a:cxn ang="0">
                  <a:pos x="T8" y="T9"/>
                </a:cxn>
                <a:cxn ang="0">
                  <a:pos x="T10" y="T11"/>
                </a:cxn>
                <a:cxn ang="0">
                  <a:pos x="T12" y="T13"/>
                </a:cxn>
              </a:cxnLst>
              <a:rect l="0" t="0" r="r" b="b"/>
              <a:pathLst>
                <a:path w="64" h="218">
                  <a:moveTo>
                    <a:pt x="64" y="186"/>
                  </a:moveTo>
                  <a:cubicBezTo>
                    <a:pt x="64" y="204"/>
                    <a:pt x="49" y="218"/>
                    <a:pt x="32" y="218"/>
                  </a:cubicBezTo>
                  <a:cubicBezTo>
                    <a:pt x="14" y="218"/>
                    <a:pt x="0" y="204"/>
                    <a:pt x="0" y="186"/>
                  </a:cubicBezTo>
                  <a:cubicBezTo>
                    <a:pt x="0" y="32"/>
                    <a:pt x="0" y="32"/>
                    <a:pt x="0" y="32"/>
                  </a:cubicBezTo>
                  <a:cubicBezTo>
                    <a:pt x="0" y="14"/>
                    <a:pt x="14" y="0"/>
                    <a:pt x="32" y="0"/>
                  </a:cubicBezTo>
                  <a:cubicBezTo>
                    <a:pt x="49" y="0"/>
                    <a:pt x="64" y="14"/>
                    <a:pt x="64" y="32"/>
                  </a:cubicBezTo>
                  <a:lnTo>
                    <a:pt x="64" y="18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fontAlgn="auto"/>
              <a:endParaRPr lang="zh-CN" altLang="en-US" noProof="1">
                <a:solidFill>
                  <a:prstClr val="black"/>
                </a:solidFill>
                <a:cs typeface="+mn-ea"/>
                <a:sym typeface="+mn-lt"/>
              </a:endParaRPr>
            </a:p>
          </p:txBody>
        </p:sp>
      </p:grpSp>
      <p:grpSp>
        <p:nvGrpSpPr>
          <p:cNvPr id="33" name="组合 32">
            <a:extLst>
              <a:ext uri="{FF2B5EF4-FFF2-40B4-BE49-F238E27FC236}">
                <a16:creationId xmlns:a16="http://schemas.microsoft.com/office/drawing/2014/main" id="{7FE3AA1C-17BF-44EA-BDA9-C1A8AF86E607}"/>
              </a:ext>
            </a:extLst>
          </p:cNvPr>
          <p:cNvGrpSpPr>
            <a:grpSpLocks noChangeAspect="1"/>
          </p:cNvGrpSpPr>
          <p:nvPr/>
        </p:nvGrpSpPr>
        <p:grpSpPr>
          <a:xfrm>
            <a:off x="5678225" y="1671269"/>
            <a:ext cx="411318" cy="465212"/>
            <a:chOff x="4994016" y="4872553"/>
            <a:chExt cx="406394" cy="459644"/>
          </a:xfrm>
          <a:solidFill>
            <a:srgbClr val="344F66"/>
          </a:solidFill>
          <a:effectLst/>
        </p:grpSpPr>
        <p:sp>
          <p:nvSpPr>
            <p:cNvPr id="34" name="Freeform 148">
              <a:extLst>
                <a:ext uri="{FF2B5EF4-FFF2-40B4-BE49-F238E27FC236}">
                  <a16:creationId xmlns:a16="http://schemas.microsoft.com/office/drawing/2014/main" id="{3E31A14E-F3E1-4418-99A7-7FB3EF6A26D5}"/>
                </a:ext>
              </a:extLst>
            </p:cNvPr>
            <p:cNvSpPr>
              <a:spLocks noEditPoints="1"/>
            </p:cNvSpPr>
            <p:nvPr/>
          </p:nvSpPr>
          <p:spPr bwMode="auto">
            <a:xfrm>
              <a:off x="5049137" y="4872553"/>
              <a:ext cx="351273" cy="456842"/>
            </a:xfrm>
            <a:custGeom>
              <a:avLst/>
              <a:gdLst>
                <a:gd name="T0" fmla="*/ 157 w 159"/>
                <a:gd name="T1" fmla="*/ 185 h 207"/>
                <a:gd name="T2" fmla="*/ 89 w 159"/>
                <a:gd name="T3" fmla="*/ 79 h 207"/>
                <a:gd name="T4" fmla="*/ 92 w 159"/>
                <a:gd name="T5" fmla="*/ 24 h 207"/>
                <a:gd name="T6" fmla="*/ 42 w 159"/>
                <a:gd name="T7" fmla="*/ 4 h 207"/>
                <a:gd name="T8" fmla="*/ 70 w 159"/>
                <a:gd name="T9" fmla="*/ 48 h 207"/>
                <a:gd name="T10" fmla="*/ 37 w 159"/>
                <a:gd name="T11" fmla="*/ 69 h 207"/>
                <a:gd name="T12" fmla="*/ 10 w 159"/>
                <a:gd name="T13" fmla="*/ 27 h 207"/>
                <a:gd name="T14" fmla="*/ 10 w 159"/>
                <a:gd name="T15" fmla="*/ 77 h 207"/>
                <a:gd name="T16" fmla="*/ 62 w 159"/>
                <a:gd name="T17" fmla="*/ 96 h 207"/>
                <a:gd name="T18" fmla="*/ 130 w 159"/>
                <a:gd name="T19" fmla="*/ 202 h 207"/>
                <a:gd name="T20" fmla="*/ 143 w 159"/>
                <a:gd name="T21" fmla="*/ 205 h 207"/>
                <a:gd name="T22" fmla="*/ 154 w 159"/>
                <a:gd name="T23" fmla="*/ 197 h 207"/>
                <a:gd name="T24" fmla="*/ 157 w 159"/>
                <a:gd name="T25" fmla="*/ 185 h 207"/>
                <a:gd name="T26" fmla="*/ 144 w 159"/>
                <a:gd name="T27" fmla="*/ 193 h 207"/>
                <a:gd name="T28" fmla="*/ 134 w 159"/>
                <a:gd name="T29" fmla="*/ 191 h 207"/>
                <a:gd name="T30" fmla="*/ 137 w 159"/>
                <a:gd name="T31" fmla="*/ 182 h 207"/>
                <a:gd name="T32" fmla="*/ 146 w 159"/>
                <a:gd name="T33" fmla="*/ 184 h 207"/>
                <a:gd name="T34" fmla="*/ 144 w 159"/>
                <a:gd name="T35" fmla="*/ 193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9" h="207">
                  <a:moveTo>
                    <a:pt x="157" y="185"/>
                  </a:moveTo>
                  <a:cubicBezTo>
                    <a:pt x="89" y="79"/>
                    <a:pt x="89" y="79"/>
                    <a:pt x="89" y="79"/>
                  </a:cubicBezTo>
                  <a:cubicBezTo>
                    <a:pt x="101" y="63"/>
                    <a:pt x="103" y="42"/>
                    <a:pt x="92" y="24"/>
                  </a:cubicBezTo>
                  <a:cubicBezTo>
                    <a:pt x="81" y="8"/>
                    <a:pt x="61" y="0"/>
                    <a:pt x="42" y="4"/>
                  </a:cubicBezTo>
                  <a:cubicBezTo>
                    <a:pt x="70" y="48"/>
                    <a:pt x="70" y="48"/>
                    <a:pt x="70" y="48"/>
                  </a:cubicBezTo>
                  <a:cubicBezTo>
                    <a:pt x="37" y="69"/>
                    <a:pt x="37" y="69"/>
                    <a:pt x="37" y="69"/>
                  </a:cubicBezTo>
                  <a:cubicBezTo>
                    <a:pt x="10" y="27"/>
                    <a:pt x="10" y="27"/>
                    <a:pt x="10" y="27"/>
                  </a:cubicBezTo>
                  <a:cubicBezTo>
                    <a:pt x="1" y="42"/>
                    <a:pt x="0" y="61"/>
                    <a:pt x="10" y="77"/>
                  </a:cubicBezTo>
                  <a:cubicBezTo>
                    <a:pt x="21" y="95"/>
                    <a:pt x="43" y="102"/>
                    <a:pt x="62" y="96"/>
                  </a:cubicBezTo>
                  <a:cubicBezTo>
                    <a:pt x="130" y="202"/>
                    <a:pt x="130" y="202"/>
                    <a:pt x="130" y="202"/>
                  </a:cubicBezTo>
                  <a:cubicBezTo>
                    <a:pt x="133" y="206"/>
                    <a:pt x="138" y="207"/>
                    <a:pt x="143" y="205"/>
                  </a:cubicBezTo>
                  <a:cubicBezTo>
                    <a:pt x="154" y="197"/>
                    <a:pt x="154" y="197"/>
                    <a:pt x="154" y="197"/>
                  </a:cubicBezTo>
                  <a:cubicBezTo>
                    <a:pt x="158" y="195"/>
                    <a:pt x="159" y="189"/>
                    <a:pt x="157" y="185"/>
                  </a:cubicBezTo>
                  <a:close/>
                  <a:moveTo>
                    <a:pt x="144" y="193"/>
                  </a:moveTo>
                  <a:cubicBezTo>
                    <a:pt x="141" y="195"/>
                    <a:pt x="136" y="195"/>
                    <a:pt x="134" y="191"/>
                  </a:cubicBezTo>
                  <a:cubicBezTo>
                    <a:pt x="132" y="188"/>
                    <a:pt x="133" y="184"/>
                    <a:pt x="137" y="182"/>
                  </a:cubicBezTo>
                  <a:cubicBezTo>
                    <a:pt x="140" y="180"/>
                    <a:pt x="144" y="181"/>
                    <a:pt x="146" y="184"/>
                  </a:cubicBezTo>
                  <a:cubicBezTo>
                    <a:pt x="148" y="187"/>
                    <a:pt x="147" y="191"/>
                    <a:pt x="144" y="19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fontAlgn="auto"/>
              <a:endParaRPr lang="zh-CN" altLang="en-US" noProof="1">
                <a:solidFill>
                  <a:prstClr val="black"/>
                </a:solidFill>
                <a:cs typeface="+mn-ea"/>
                <a:sym typeface="+mn-lt"/>
              </a:endParaRPr>
            </a:p>
          </p:txBody>
        </p:sp>
        <p:sp>
          <p:nvSpPr>
            <p:cNvPr id="35" name="Freeform 149">
              <a:extLst>
                <a:ext uri="{FF2B5EF4-FFF2-40B4-BE49-F238E27FC236}">
                  <a16:creationId xmlns:a16="http://schemas.microsoft.com/office/drawing/2014/main" id="{C9B4C9EA-0577-43EE-B98E-5E271B11F48F}"/>
                </a:ext>
              </a:extLst>
            </p:cNvPr>
            <p:cNvSpPr>
              <a:spLocks noEditPoints="1"/>
            </p:cNvSpPr>
            <p:nvPr/>
          </p:nvSpPr>
          <p:spPr bwMode="auto">
            <a:xfrm>
              <a:off x="4994016" y="5104243"/>
              <a:ext cx="231691" cy="227954"/>
            </a:xfrm>
            <a:custGeom>
              <a:avLst/>
              <a:gdLst>
                <a:gd name="T0" fmla="*/ 91 w 105"/>
                <a:gd name="T1" fmla="*/ 26 h 103"/>
                <a:gd name="T2" fmla="*/ 97 w 105"/>
                <a:gd name="T3" fmla="*/ 20 h 103"/>
                <a:gd name="T4" fmla="*/ 84 w 105"/>
                <a:gd name="T5" fmla="*/ 7 h 103"/>
                <a:gd name="T6" fmla="*/ 78 w 105"/>
                <a:gd name="T7" fmla="*/ 13 h 103"/>
                <a:gd name="T8" fmla="*/ 62 w 105"/>
                <a:gd name="T9" fmla="*/ 7 h 103"/>
                <a:gd name="T10" fmla="*/ 62 w 105"/>
                <a:gd name="T11" fmla="*/ 0 h 103"/>
                <a:gd name="T12" fmla="*/ 43 w 105"/>
                <a:gd name="T13" fmla="*/ 0 h 103"/>
                <a:gd name="T14" fmla="*/ 43 w 105"/>
                <a:gd name="T15" fmla="*/ 7 h 103"/>
                <a:gd name="T16" fmla="*/ 28 w 105"/>
                <a:gd name="T17" fmla="*/ 13 h 103"/>
                <a:gd name="T18" fmla="*/ 22 w 105"/>
                <a:gd name="T19" fmla="*/ 7 h 103"/>
                <a:gd name="T20" fmla="*/ 8 w 105"/>
                <a:gd name="T21" fmla="*/ 20 h 103"/>
                <a:gd name="T22" fmla="*/ 15 w 105"/>
                <a:gd name="T23" fmla="*/ 27 h 103"/>
                <a:gd name="T24" fmla="*/ 8 w 105"/>
                <a:gd name="T25" fmla="*/ 42 h 103"/>
                <a:gd name="T26" fmla="*/ 0 w 105"/>
                <a:gd name="T27" fmla="*/ 42 h 103"/>
                <a:gd name="T28" fmla="*/ 0 w 105"/>
                <a:gd name="T29" fmla="*/ 61 h 103"/>
                <a:gd name="T30" fmla="*/ 9 w 105"/>
                <a:gd name="T31" fmla="*/ 61 h 103"/>
                <a:gd name="T32" fmla="*/ 15 w 105"/>
                <a:gd name="T33" fmla="*/ 76 h 103"/>
                <a:gd name="T34" fmla="*/ 9 w 105"/>
                <a:gd name="T35" fmla="*/ 82 h 103"/>
                <a:gd name="T36" fmla="*/ 22 w 105"/>
                <a:gd name="T37" fmla="*/ 95 h 103"/>
                <a:gd name="T38" fmla="*/ 28 w 105"/>
                <a:gd name="T39" fmla="*/ 89 h 103"/>
                <a:gd name="T40" fmla="*/ 43 w 105"/>
                <a:gd name="T41" fmla="*/ 95 h 103"/>
                <a:gd name="T42" fmla="*/ 43 w 105"/>
                <a:gd name="T43" fmla="*/ 103 h 103"/>
                <a:gd name="T44" fmla="*/ 62 w 105"/>
                <a:gd name="T45" fmla="*/ 103 h 103"/>
                <a:gd name="T46" fmla="*/ 62 w 105"/>
                <a:gd name="T47" fmla="*/ 95 h 103"/>
                <a:gd name="T48" fmla="*/ 77 w 105"/>
                <a:gd name="T49" fmla="*/ 89 h 103"/>
                <a:gd name="T50" fmla="*/ 83 w 105"/>
                <a:gd name="T51" fmla="*/ 95 h 103"/>
                <a:gd name="T52" fmla="*/ 96 w 105"/>
                <a:gd name="T53" fmla="*/ 82 h 103"/>
                <a:gd name="T54" fmla="*/ 91 w 105"/>
                <a:gd name="T55" fmla="*/ 76 h 103"/>
                <a:gd name="T56" fmla="*/ 97 w 105"/>
                <a:gd name="T57" fmla="*/ 61 h 103"/>
                <a:gd name="T58" fmla="*/ 105 w 105"/>
                <a:gd name="T59" fmla="*/ 61 h 103"/>
                <a:gd name="T60" fmla="*/ 105 w 105"/>
                <a:gd name="T61" fmla="*/ 42 h 103"/>
                <a:gd name="T62" fmla="*/ 97 w 105"/>
                <a:gd name="T63" fmla="*/ 42 h 103"/>
                <a:gd name="T64" fmla="*/ 91 w 105"/>
                <a:gd name="T65" fmla="*/ 26 h 103"/>
                <a:gd name="T66" fmla="*/ 53 w 105"/>
                <a:gd name="T67" fmla="*/ 83 h 103"/>
                <a:gd name="T68" fmla="*/ 21 w 105"/>
                <a:gd name="T69" fmla="*/ 51 h 103"/>
                <a:gd name="T70" fmla="*/ 53 w 105"/>
                <a:gd name="T71" fmla="*/ 19 h 103"/>
                <a:gd name="T72" fmla="*/ 85 w 105"/>
                <a:gd name="T73" fmla="*/ 51 h 103"/>
                <a:gd name="T74" fmla="*/ 53 w 105"/>
                <a:gd name="T75" fmla="*/ 83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05" h="103">
                  <a:moveTo>
                    <a:pt x="91" y="26"/>
                  </a:moveTo>
                  <a:cubicBezTo>
                    <a:pt x="97" y="20"/>
                    <a:pt x="97" y="20"/>
                    <a:pt x="97" y="20"/>
                  </a:cubicBezTo>
                  <a:cubicBezTo>
                    <a:pt x="84" y="7"/>
                    <a:pt x="84" y="7"/>
                    <a:pt x="84" y="7"/>
                  </a:cubicBezTo>
                  <a:cubicBezTo>
                    <a:pt x="78" y="13"/>
                    <a:pt x="78" y="13"/>
                    <a:pt x="78" y="13"/>
                  </a:cubicBezTo>
                  <a:cubicBezTo>
                    <a:pt x="73" y="10"/>
                    <a:pt x="67" y="8"/>
                    <a:pt x="62" y="7"/>
                  </a:cubicBezTo>
                  <a:cubicBezTo>
                    <a:pt x="62" y="0"/>
                    <a:pt x="62" y="0"/>
                    <a:pt x="62" y="0"/>
                  </a:cubicBezTo>
                  <a:cubicBezTo>
                    <a:pt x="43" y="0"/>
                    <a:pt x="43" y="0"/>
                    <a:pt x="43" y="0"/>
                  </a:cubicBezTo>
                  <a:cubicBezTo>
                    <a:pt x="43" y="7"/>
                    <a:pt x="43" y="7"/>
                    <a:pt x="43" y="7"/>
                  </a:cubicBezTo>
                  <a:cubicBezTo>
                    <a:pt x="38" y="8"/>
                    <a:pt x="33" y="10"/>
                    <a:pt x="28" y="13"/>
                  </a:cubicBezTo>
                  <a:cubicBezTo>
                    <a:pt x="22" y="7"/>
                    <a:pt x="22" y="7"/>
                    <a:pt x="22" y="7"/>
                  </a:cubicBezTo>
                  <a:cubicBezTo>
                    <a:pt x="8" y="20"/>
                    <a:pt x="8" y="20"/>
                    <a:pt x="8" y="20"/>
                  </a:cubicBezTo>
                  <a:cubicBezTo>
                    <a:pt x="15" y="27"/>
                    <a:pt x="15" y="27"/>
                    <a:pt x="15" y="27"/>
                  </a:cubicBezTo>
                  <a:cubicBezTo>
                    <a:pt x="12" y="31"/>
                    <a:pt x="10" y="36"/>
                    <a:pt x="8" y="42"/>
                  </a:cubicBezTo>
                  <a:cubicBezTo>
                    <a:pt x="0" y="42"/>
                    <a:pt x="0" y="42"/>
                    <a:pt x="0" y="42"/>
                  </a:cubicBezTo>
                  <a:cubicBezTo>
                    <a:pt x="0" y="61"/>
                    <a:pt x="0" y="61"/>
                    <a:pt x="0" y="61"/>
                  </a:cubicBezTo>
                  <a:cubicBezTo>
                    <a:pt x="9" y="61"/>
                    <a:pt x="9" y="61"/>
                    <a:pt x="9" y="61"/>
                  </a:cubicBezTo>
                  <a:cubicBezTo>
                    <a:pt x="10" y="66"/>
                    <a:pt x="12" y="71"/>
                    <a:pt x="15" y="76"/>
                  </a:cubicBezTo>
                  <a:cubicBezTo>
                    <a:pt x="9" y="82"/>
                    <a:pt x="9" y="82"/>
                    <a:pt x="9" y="82"/>
                  </a:cubicBezTo>
                  <a:cubicBezTo>
                    <a:pt x="22" y="95"/>
                    <a:pt x="22" y="95"/>
                    <a:pt x="22" y="95"/>
                  </a:cubicBezTo>
                  <a:cubicBezTo>
                    <a:pt x="28" y="89"/>
                    <a:pt x="28" y="89"/>
                    <a:pt x="28" y="89"/>
                  </a:cubicBezTo>
                  <a:cubicBezTo>
                    <a:pt x="33" y="92"/>
                    <a:pt x="38" y="94"/>
                    <a:pt x="43" y="95"/>
                  </a:cubicBezTo>
                  <a:cubicBezTo>
                    <a:pt x="43" y="103"/>
                    <a:pt x="43" y="103"/>
                    <a:pt x="43" y="103"/>
                  </a:cubicBezTo>
                  <a:cubicBezTo>
                    <a:pt x="62" y="103"/>
                    <a:pt x="62" y="103"/>
                    <a:pt x="62" y="103"/>
                  </a:cubicBezTo>
                  <a:cubicBezTo>
                    <a:pt x="62" y="95"/>
                    <a:pt x="62" y="95"/>
                    <a:pt x="62" y="95"/>
                  </a:cubicBezTo>
                  <a:cubicBezTo>
                    <a:pt x="67" y="94"/>
                    <a:pt x="73" y="92"/>
                    <a:pt x="77" y="89"/>
                  </a:cubicBezTo>
                  <a:cubicBezTo>
                    <a:pt x="83" y="95"/>
                    <a:pt x="83" y="95"/>
                    <a:pt x="83" y="95"/>
                  </a:cubicBezTo>
                  <a:cubicBezTo>
                    <a:pt x="96" y="82"/>
                    <a:pt x="96" y="82"/>
                    <a:pt x="96" y="82"/>
                  </a:cubicBezTo>
                  <a:cubicBezTo>
                    <a:pt x="91" y="76"/>
                    <a:pt x="91" y="76"/>
                    <a:pt x="91" y="76"/>
                  </a:cubicBezTo>
                  <a:cubicBezTo>
                    <a:pt x="94" y="71"/>
                    <a:pt x="96" y="66"/>
                    <a:pt x="97" y="61"/>
                  </a:cubicBezTo>
                  <a:cubicBezTo>
                    <a:pt x="105" y="61"/>
                    <a:pt x="105" y="61"/>
                    <a:pt x="105" y="61"/>
                  </a:cubicBezTo>
                  <a:cubicBezTo>
                    <a:pt x="105" y="42"/>
                    <a:pt x="105" y="42"/>
                    <a:pt x="105" y="42"/>
                  </a:cubicBezTo>
                  <a:cubicBezTo>
                    <a:pt x="97" y="42"/>
                    <a:pt x="97" y="42"/>
                    <a:pt x="97" y="42"/>
                  </a:cubicBezTo>
                  <a:cubicBezTo>
                    <a:pt x="96" y="36"/>
                    <a:pt x="94" y="31"/>
                    <a:pt x="91" y="26"/>
                  </a:cubicBezTo>
                  <a:close/>
                  <a:moveTo>
                    <a:pt x="53" y="83"/>
                  </a:moveTo>
                  <a:cubicBezTo>
                    <a:pt x="35" y="83"/>
                    <a:pt x="21" y="69"/>
                    <a:pt x="21" y="51"/>
                  </a:cubicBezTo>
                  <a:cubicBezTo>
                    <a:pt x="21" y="33"/>
                    <a:pt x="35" y="19"/>
                    <a:pt x="53" y="19"/>
                  </a:cubicBezTo>
                  <a:cubicBezTo>
                    <a:pt x="71" y="19"/>
                    <a:pt x="85" y="33"/>
                    <a:pt x="85" y="51"/>
                  </a:cubicBezTo>
                  <a:cubicBezTo>
                    <a:pt x="85" y="69"/>
                    <a:pt x="71" y="83"/>
                    <a:pt x="53" y="8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fontAlgn="auto"/>
              <a:endParaRPr lang="zh-CN" altLang="en-US" noProof="1">
                <a:solidFill>
                  <a:prstClr val="black"/>
                </a:solidFill>
                <a:cs typeface="+mn-ea"/>
                <a:sym typeface="+mn-lt"/>
              </a:endParaRPr>
            </a:p>
          </p:txBody>
        </p:sp>
        <p:sp>
          <p:nvSpPr>
            <p:cNvPr id="36" name="Oval 150">
              <a:extLst>
                <a:ext uri="{FF2B5EF4-FFF2-40B4-BE49-F238E27FC236}">
                  <a16:creationId xmlns:a16="http://schemas.microsoft.com/office/drawing/2014/main" id="{8CE75EE4-488F-4127-A0C4-B3EB5C5A3502}"/>
                </a:ext>
              </a:extLst>
            </p:cNvPr>
            <p:cNvSpPr>
              <a:spLocks noChangeArrowheads="1"/>
            </p:cNvSpPr>
            <p:nvPr/>
          </p:nvSpPr>
          <p:spPr bwMode="auto">
            <a:xfrm>
              <a:off x="5091176" y="5199535"/>
              <a:ext cx="37370" cy="37370"/>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lstStyle/>
            <a:p>
              <a:pPr fontAlgn="auto"/>
              <a:endParaRPr lang="zh-CN" altLang="en-US" noProof="1">
                <a:solidFill>
                  <a:prstClr val="black"/>
                </a:solidFill>
                <a:cs typeface="+mn-ea"/>
                <a:sym typeface="+mn-lt"/>
              </a:endParaRPr>
            </a:p>
          </p:txBody>
        </p:sp>
      </p:grpSp>
      <p:grpSp>
        <p:nvGrpSpPr>
          <p:cNvPr id="37" name="组合 36">
            <a:extLst>
              <a:ext uri="{FF2B5EF4-FFF2-40B4-BE49-F238E27FC236}">
                <a16:creationId xmlns:a16="http://schemas.microsoft.com/office/drawing/2014/main" id="{A823E699-0061-4778-B7E6-F4037B649EAE}"/>
              </a:ext>
            </a:extLst>
          </p:cNvPr>
          <p:cNvGrpSpPr>
            <a:grpSpLocks noChangeAspect="1"/>
          </p:cNvGrpSpPr>
          <p:nvPr/>
        </p:nvGrpSpPr>
        <p:grpSpPr>
          <a:xfrm>
            <a:off x="9199038" y="1693258"/>
            <a:ext cx="410297" cy="458848"/>
            <a:chOff x="5999255" y="3275006"/>
            <a:chExt cx="402656" cy="450303"/>
          </a:xfrm>
          <a:solidFill>
            <a:srgbClr val="344F66"/>
          </a:solidFill>
          <a:effectLst/>
        </p:grpSpPr>
        <p:sp>
          <p:nvSpPr>
            <p:cNvPr id="38" name="Freeform 108">
              <a:extLst>
                <a:ext uri="{FF2B5EF4-FFF2-40B4-BE49-F238E27FC236}">
                  <a16:creationId xmlns:a16="http://schemas.microsoft.com/office/drawing/2014/main" id="{798EFF4E-7469-444F-98D1-E2BFDFD2A204}"/>
                </a:ext>
              </a:extLst>
            </p:cNvPr>
            <p:cNvSpPr>
              <a:spLocks noEditPoints="1"/>
            </p:cNvSpPr>
            <p:nvPr/>
          </p:nvSpPr>
          <p:spPr bwMode="auto">
            <a:xfrm>
              <a:off x="6068389" y="3442234"/>
              <a:ext cx="56988" cy="57923"/>
            </a:xfrm>
            <a:custGeom>
              <a:avLst/>
              <a:gdLst>
                <a:gd name="T0" fmla="*/ 13 w 26"/>
                <a:gd name="T1" fmla="*/ 0 h 26"/>
                <a:gd name="T2" fmla="*/ 0 w 26"/>
                <a:gd name="T3" fmla="*/ 13 h 26"/>
                <a:gd name="T4" fmla="*/ 13 w 26"/>
                <a:gd name="T5" fmla="*/ 26 h 26"/>
                <a:gd name="T6" fmla="*/ 26 w 26"/>
                <a:gd name="T7" fmla="*/ 13 h 26"/>
                <a:gd name="T8" fmla="*/ 13 w 26"/>
                <a:gd name="T9" fmla="*/ 0 h 26"/>
                <a:gd name="T10" fmla="*/ 13 w 26"/>
                <a:gd name="T11" fmla="*/ 23 h 26"/>
                <a:gd name="T12" fmla="*/ 3 w 26"/>
                <a:gd name="T13" fmla="*/ 13 h 26"/>
                <a:gd name="T14" fmla="*/ 13 w 26"/>
                <a:gd name="T15" fmla="*/ 3 h 26"/>
                <a:gd name="T16" fmla="*/ 23 w 26"/>
                <a:gd name="T17" fmla="*/ 13 h 26"/>
                <a:gd name="T18" fmla="*/ 13 w 26"/>
                <a:gd name="T19" fmla="*/ 23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 h="26">
                  <a:moveTo>
                    <a:pt x="13" y="0"/>
                  </a:moveTo>
                  <a:cubicBezTo>
                    <a:pt x="6" y="0"/>
                    <a:pt x="0" y="6"/>
                    <a:pt x="0" y="13"/>
                  </a:cubicBezTo>
                  <a:cubicBezTo>
                    <a:pt x="0" y="20"/>
                    <a:pt x="6" y="26"/>
                    <a:pt x="13" y="26"/>
                  </a:cubicBezTo>
                  <a:cubicBezTo>
                    <a:pt x="20" y="26"/>
                    <a:pt x="26" y="20"/>
                    <a:pt x="26" y="13"/>
                  </a:cubicBezTo>
                  <a:cubicBezTo>
                    <a:pt x="26" y="6"/>
                    <a:pt x="20" y="0"/>
                    <a:pt x="13" y="0"/>
                  </a:cubicBezTo>
                  <a:close/>
                  <a:moveTo>
                    <a:pt x="13" y="23"/>
                  </a:moveTo>
                  <a:cubicBezTo>
                    <a:pt x="8" y="23"/>
                    <a:pt x="3" y="18"/>
                    <a:pt x="3" y="13"/>
                  </a:cubicBezTo>
                  <a:cubicBezTo>
                    <a:pt x="3" y="7"/>
                    <a:pt x="8" y="3"/>
                    <a:pt x="13" y="3"/>
                  </a:cubicBezTo>
                  <a:cubicBezTo>
                    <a:pt x="19" y="3"/>
                    <a:pt x="23" y="7"/>
                    <a:pt x="23" y="13"/>
                  </a:cubicBezTo>
                  <a:cubicBezTo>
                    <a:pt x="23" y="18"/>
                    <a:pt x="19" y="23"/>
                    <a:pt x="13" y="2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fontAlgn="auto"/>
              <a:endParaRPr lang="zh-CN" altLang="en-US" noProof="1">
                <a:solidFill>
                  <a:prstClr val="black"/>
                </a:solidFill>
                <a:cs typeface="+mn-ea"/>
                <a:sym typeface="+mn-lt"/>
              </a:endParaRPr>
            </a:p>
          </p:txBody>
        </p:sp>
        <p:sp>
          <p:nvSpPr>
            <p:cNvPr id="39" name="Freeform 109">
              <a:extLst>
                <a:ext uri="{FF2B5EF4-FFF2-40B4-BE49-F238E27FC236}">
                  <a16:creationId xmlns:a16="http://schemas.microsoft.com/office/drawing/2014/main" id="{368B47C2-CF27-4FB7-BB5A-5635C2D69948}"/>
                </a:ext>
              </a:extLst>
            </p:cNvPr>
            <p:cNvSpPr>
              <a:spLocks noEditPoints="1"/>
            </p:cNvSpPr>
            <p:nvPr/>
          </p:nvSpPr>
          <p:spPr bwMode="auto">
            <a:xfrm>
              <a:off x="6196380" y="3404865"/>
              <a:ext cx="48580" cy="48580"/>
            </a:xfrm>
            <a:custGeom>
              <a:avLst/>
              <a:gdLst>
                <a:gd name="T0" fmla="*/ 11 w 22"/>
                <a:gd name="T1" fmla="*/ 0 h 22"/>
                <a:gd name="T2" fmla="*/ 0 w 22"/>
                <a:gd name="T3" fmla="*/ 11 h 22"/>
                <a:gd name="T4" fmla="*/ 11 w 22"/>
                <a:gd name="T5" fmla="*/ 22 h 22"/>
                <a:gd name="T6" fmla="*/ 22 w 22"/>
                <a:gd name="T7" fmla="*/ 11 h 22"/>
                <a:gd name="T8" fmla="*/ 11 w 22"/>
                <a:gd name="T9" fmla="*/ 0 h 22"/>
                <a:gd name="T10" fmla="*/ 11 w 22"/>
                <a:gd name="T11" fmla="*/ 17 h 22"/>
                <a:gd name="T12" fmla="*/ 5 w 22"/>
                <a:gd name="T13" fmla="*/ 11 h 22"/>
                <a:gd name="T14" fmla="*/ 11 w 22"/>
                <a:gd name="T15" fmla="*/ 5 h 22"/>
                <a:gd name="T16" fmla="*/ 17 w 22"/>
                <a:gd name="T17" fmla="*/ 11 h 22"/>
                <a:gd name="T18" fmla="*/ 11 w 22"/>
                <a:gd name="T19" fmla="*/ 17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 h="22">
                  <a:moveTo>
                    <a:pt x="11" y="0"/>
                  </a:moveTo>
                  <a:cubicBezTo>
                    <a:pt x="5" y="0"/>
                    <a:pt x="0" y="5"/>
                    <a:pt x="0" y="11"/>
                  </a:cubicBezTo>
                  <a:cubicBezTo>
                    <a:pt x="0" y="17"/>
                    <a:pt x="5" y="22"/>
                    <a:pt x="11" y="22"/>
                  </a:cubicBezTo>
                  <a:cubicBezTo>
                    <a:pt x="17" y="22"/>
                    <a:pt x="22" y="17"/>
                    <a:pt x="22" y="11"/>
                  </a:cubicBezTo>
                  <a:cubicBezTo>
                    <a:pt x="22" y="5"/>
                    <a:pt x="17" y="0"/>
                    <a:pt x="11" y="0"/>
                  </a:cubicBezTo>
                  <a:close/>
                  <a:moveTo>
                    <a:pt x="11" y="17"/>
                  </a:moveTo>
                  <a:cubicBezTo>
                    <a:pt x="8" y="17"/>
                    <a:pt x="5" y="14"/>
                    <a:pt x="5" y="11"/>
                  </a:cubicBezTo>
                  <a:cubicBezTo>
                    <a:pt x="5" y="8"/>
                    <a:pt x="8" y="5"/>
                    <a:pt x="11" y="5"/>
                  </a:cubicBezTo>
                  <a:cubicBezTo>
                    <a:pt x="14" y="5"/>
                    <a:pt x="17" y="8"/>
                    <a:pt x="17" y="11"/>
                  </a:cubicBezTo>
                  <a:cubicBezTo>
                    <a:pt x="17" y="14"/>
                    <a:pt x="14" y="17"/>
                    <a:pt x="11" y="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fontAlgn="auto"/>
              <a:endParaRPr lang="zh-CN" altLang="en-US" noProof="1">
                <a:solidFill>
                  <a:prstClr val="black"/>
                </a:solidFill>
                <a:cs typeface="+mn-ea"/>
                <a:sym typeface="+mn-lt"/>
              </a:endParaRPr>
            </a:p>
          </p:txBody>
        </p:sp>
        <p:sp>
          <p:nvSpPr>
            <p:cNvPr id="40" name="Freeform 110">
              <a:extLst>
                <a:ext uri="{FF2B5EF4-FFF2-40B4-BE49-F238E27FC236}">
                  <a16:creationId xmlns:a16="http://schemas.microsoft.com/office/drawing/2014/main" id="{14441B29-8230-41E6-8A91-E34A236BB2FF}"/>
                </a:ext>
              </a:extLst>
            </p:cNvPr>
            <p:cNvSpPr>
              <a:spLocks noEditPoints="1"/>
            </p:cNvSpPr>
            <p:nvPr/>
          </p:nvSpPr>
          <p:spPr bwMode="auto">
            <a:xfrm>
              <a:off x="6081468" y="3456248"/>
              <a:ext cx="30830" cy="30830"/>
            </a:xfrm>
            <a:custGeom>
              <a:avLst/>
              <a:gdLst>
                <a:gd name="T0" fmla="*/ 7 w 14"/>
                <a:gd name="T1" fmla="*/ 0 h 14"/>
                <a:gd name="T2" fmla="*/ 0 w 14"/>
                <a:gd name="T3" fmla="*/ 7 h 14"/>
                <a:gd name="T4" fmla="*/ 7 w 14"/>
                <a:gd name="T5" fmla="*/ 14 h 14"/>
                <a:gd name="T6" fmla="*/ 14 w 14"/>
                <a:gd name="T7" fmla="*/ 7 h 14"/>
                <a:gd name="T8" fmla="*/ 7 w 14"/>
                <a:gd name="T9" fmla="*/ 0 h 14"/>
                <a:gd name="T10" fmla="*/ 7 w 14"/>
                <a:gd name="T11" fmla="*/ 10 h 14"/>
                <a:gd name="T12" fmla="*/ 4 w 14"/>
                <a:gd name="T13" fmla="*/ 7 h 14"/>
                <a:gd name="T14" fmla="*/ 7 w 14"/>
                <a:gd name="T15" fmla="*/ 3 h 14"/>
                <a:gd name="T16" fmla="*/ 11 w 14"/>
                <a:gd name="T17" fmla="*/ 7 h 14"/>
                <a:gd name="T18" fmla="*/ 7 w 14"/>
                <a:gd name="T19" fmla="*/ 10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 h="14">
                  <a:moveTo>
                    <a:pt x="7" y="0"/>
                  </a:moveTo>
                  <a:cubicBezTo>
                    <a:pt x="3" y="0"/>
                    <a:pt x="0" y="3"/>
                    <a:pt x="0" y="7"/>
                  </a:cubicBezTo>
                  <a:cubicBezTo>
                    <a:pt x="0" y="11"/>
                    <a:pt x="3" y="14"/>
                    <a:pt x="7" y="14"/>
                  </a:cubicBezTo>
                  <a:cubicBezTo>
                    <a:pt x="11" y="14"/>
                    <a:pt x="14" y="11"/>
                    <a:pt x="14" y="7"/>
                  </a:cubicBezTo>
                  <a:cubicBezTo>
                    <a:pt x="14" y="3"/>
                    <a:pt x="11" y="0"/>
                    <a:pt x="7" y="0"/>
                  </a:cubicBezTo>
                  <a:close/>
                  <a:moveTo>
                    <a:pt x="7" y="10"/>
                  </a:moveTo>
                  <a:cubicBezTo>
                    <a:pt x="5" y="10"/>
                    <a:pt x="4" y="9"/>
                    <a:pt x="4" y="7"/>
                  </a:cubicBezTo>
                  <a:cubicBezTo>
                    <a:pt x="4" y="5"/>
                    <a:pt x="5" y="3"/>
                    <a:pt x="7" y="3"/>
                  </a:cubicBezTo>
                  <a:cubicBezTo>
                    <a:pt x="9" y="3"/>
                    <a:pt x="11" y="5"/>
                    <a:pt x="11" y="7"/>
                  </a:cubicBezTo>
                  <a:cubicBezTo>
                    <a:pt x="11" y="9"/>
                    <a:pt x="9" y="10"/>
                    <a:pt x="7"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fontAlgn="auto"/>
              <a:endParaRPr lang="zh-CN" altLang="en-US" noProof="1">
                <a:solidFill>
                  <a:prstClr val="black"/>
                </a:solidFill>
                <a:cs typeface="+mn-ea"/>
                <a:sym typeface="+mn-lt"/>
              </a:endParaRPr>
            </a:p>
          </p:txBody>
        </p:sp>
        <p:sp>
          <p:nvSpPr>
            <p:cNvPr id="41" name="Freeform 111">
              <a:extLst>
                <a:ext uri="{FF2B5EF4-FFF2-40B4-BE49-F238E27FC236}">
                  <a16:creationId xmlns:a16="http://schemas.microsoft.com/office/drawing/2014/main" id="{4864E63A-D35C-4C27-9523-096E9463A168}"/>
                </a:ext>
              </a:extLst>
            </p:cNvPr>
            <p:cNvSpPr>
              <a:spLocks noEditPoints="1"/>
            </p:cNvSpPr>
            <p:nvPr/>
          </p:nvSpPr>
          <p:spPr bwMode="auto">
            <a:xfrm>
              <a:off x="6172089" y="3380574"/>
              <a:ext cx="97161" cy="97161"/>
            </a:xfrm>
            <a:custGeom>
              <a:avLst/>
              <a:gdLst>
                <a:gd name="T0" fmla="*/ 22 w 44"/>
                <a:gd name="T1" fmla="*/ 0 h 44"/>
                <a:gd name="T2" fmla="*/ 0 w 44"/>
                <a:gd name="T3" fmla="*/ 22 h 44"/>
                <a:gd name="T4" fmla="*/ 22 w 44"/>
                <a:gd name="T5" fmla="*/ 44 h 44"/>
                <a:gd name="T6" fmla="*/ 44 w 44"/>
                <a:gd name="T7" fmla="*/ 22 h 44"/>
                <a:gd name="T8" fmla="*/ 22 w 44"/>
                <a:gd name="T9" fmla="*/ 0 h 44"/>
                <a:gd name="T10" fmla="*/ 22 w 44"/>
                <a:gd name="T11" fmla="*/ 39 h 44"/>
                <a:gd name="T12" fmla="*/ 5 w 44"/>
                <a:gd name="T13" fmla="*/ 22 h 44"/>
                <a:gd name="T14" fmla="*/ 22 w 44"/>
                <a:gd name="T15" fmla="*/ 6 h 44"/>
                <a:gd name="T16" fmla="*/ 39 w 44"/>
                <a:gd name="T17" fmla="*/ 22 h 44"/>
                <a:gd name="T18" fmla="*/ 22 w 44"/>
                <a:gd name="T19" fmla="*/ 39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4" h="44">
                  <a:moveTo>
                    <a:pt x="22" y="0"/>
                  </a:moveTo>
                  <a:cubicBezTo>
                    <a:pt x="10" y="0"/>
                    <a:pt x="0" y="10"/>
                    <a:pt x="0" y="22"/>
                  </a:cubicBezTo>
                  <a:cubicBezTo>
                    <a:pt x="0" y="34"/>
                    <a:pt x="10" y="44"/>
                    <a:pt x="22" y="44"/>
                  </a:cubicBezTo>
                  <a:cubicBezTo>
                    <a:pt x="34" y="44"/>
                    <a:pt x="44" y="34"/>
                    <a:pt x="44" y="22"/>
                  </a:cubicBezTo>
                  <a:cubicBezTo>
                    <a:pt x="44" y="10"/>
                    <a:pt x="34" y="0"/>
                    <a:pt x="22" y="0"/>
                  </a:cubicBezTo>
                  <a:close/>
                  <a:moveTo>
                    <a:pt x="22" y="39"/>
                  </a:moveTo>
                  <a:cubicBezTo>
                    <a:pt x="13" y="39"/>
                    <a:pt x="5" y="31"/>
                    <a:pt x="5" y="22"/>
                  </a:cubicBezTo>
                  <a:cubicBezTo>
                    <a:pt x="5" y="13"/>
                    <a:pt x="13" y="6"/>
                    <a:pt x="22" y="6"/>
                  </a:cubicBezTo>
                  <a:cubicBezTo>
                    <a:pt x="31" y="6"/>
                    <a:pt x="39" y="13"/>
                    <a:pt x="39" y="22"/>
                  </a:cubicBezTo>
                  <a:cubicBezTo>
                    <a:pt x="39" y="31"/>
                    <a:pt x="31" y="39"/>
                    <a:pt x="22" y="3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fontAlgn="auto"/>
              <a:endParaRPr lang="zh-CN" altLang="en-US" noProof="1">
                <a:solidFill>
                  <a:prstClr val="black"/>
                </a:solidFill>
                <a:cs typeface="+mn-ea"/>
                <a:sym typeface="+mn-lt"/>
              </a:endParaRPr>
            </a:p>
          </p:txBody>
        </p:sp>
        <p:sp>
          <p:nvSpPr>
            <p:cNvPr id="42" name="Freeform 112">
              <a:extLst>
                <a:ext uri="{FF2B5EF4-FFF2-40B4-BE49-F238E27FC236}">
                  <a16:creationId xmlns:a16="http://schemas.microsoft.com/office/drawing/2014/main" id="{363B8808-E52A-4A4E-87E5-A47A5615A109}"/>
                </a:ext>
              </a:extLst>
            </p:cNvPr>
            <p:cNvSpPr>
              <a:spLocks noEditPoints="1"/>
            </p:cNvSpPr>
            <p:nvPr/>
          </p:nvSpPr>
          <p:spPr bwMode="auto">
            <a:xfrm>
              <a:off x="5999255" y="3275006"/>
              <a:ext cx="402656" cy="450303"/>
            </a:xfrm>
            <a:custGeom>
              <a:avLst/>
              <a:gdLst>
                <a:gd name="T0" fmla="*/ 157 w 182"/>
                <a:gd name="T1" fmla="*/ 96 h 204"/>
                <a:gd name="T2" fmla="*/ 153 w 182"/>
                <a:gd name="T3" fmla="*/ 48 h 204"/>
                <a:gd name="T4" fmla="*/ 78 w 182"/>
                <a:gd name="T5" fmla="*/ 0 h 204"/>
                <a:gd name="T6" fmla="*/ 1 w 182"/>
                <a:gd name="T7" fmla="*/ 79 h 204"/>
                <a:gd name="T8" fmla="*/ 0 w 182"/>
                <a:gd name="T9" fmla="*/ 204 h 204"/>
                <a:gd name="T10" fmla="*/ 113 w 182"/>
                <a:gd name="T11" fmla="*/ 176 h 204"/>
                <a:gd name="T12" fmla="*/ 147 w 182"/>
                <a:gd name="T13" fmla="*/ 176 h 204"/>
                <a:gd name="T14" fmla="*/ 147 w 182"/>
                <a:gd name="T15" fmla="*/ 176 h 204"/>
                <a:gd name="T16" fmla="*/ 156 w 182"/>
                <a:gd name="T17" fmla="*/ 151 h 204"/>
                <a:gd name="T18" fmla="*/ 146 w 182"/>
                <a:gd name="T19" fmla="*/ 145 h 204"/>
                <a:gd name="T20" fmla="*/ 156 w 182"/>
                <a:gd name="T21" fmla="*/ 140 h 204"/>
                <a:gd name="T22" fmla="*/ 155 w 182"/>
                <a:gd name="T23" fmla="*/ 138 h 204"/>
                <a:gd name="T24" fmla="*/ 170 w 182"/>
                <a:gd name="T25" fmla="*/ 111 h 204"/>
                <a:gd name="T26" fmla="*/ 62 w 182"/>
                <a:gd name="T27" fmla="*/ 93 h 204"/>
                <a:gd name="T28" fmla="*/ 62 w 182"/>
                <a:gd name="T29" fmla="*/ 102 h 204"/>
                <a:gd name="T30" fmla="*/ 54 w 182"/>
                <a:gd name="T31" fmla="*/ 105 h 204"/>
                <a:gd name="T32" fmla="*/ 48 w 182"/>
                <a:gd name="T33" fmla="*/ 110 h 204"/>
                <a:gd name="T34" fmla="*/ 40 w 182"/>
                <a:gd name="T35" fmla="*/ 107 h 204"/>
                <a:gd name="T36" fmla="*/ 32 w 182"/>
                <a:gd name="T37" fmla="*/ 107 h 204"/>
                <a:gd name="T38" fmla="*/ 28 w 182"/>
                <a:gd name="T39" fmla="*/ 99 h 204"/>
                <a:gd name="T40" fmla="*/ 22 w 182"/>
                <a:gd name="T41" fmla="*/ 93 h 204"/>
                <a:gd name="T42" fmla="*/ 26 w 182"/>
                <a:gd name="T43" fmla="*/ 85 h 204"/>
                <a:gd name="T44" fmla="*/ 26 w 182"/>
                <a:gd name="T45" fmla="*/ 76 h 204"/>
                <a:gd name="T46" fmla="*/ 34 w 182"/>
                <a:gd name="T47" fmla="*/ 73 h 204"/>
                <a:gd name="T48" fmla="*/ 40 w 182"/>
                <a:gd name="T49" fmla="*/ 68 h 204"/>
                <a:gd name="T50" fmla="*/ 48 w 182"/>
                <a:gd name="T51" fmla="*/ 71 h 204"/>
                <a:gd name="T52" fmla="*/ 57 w 182"/>
                <a:gd name="T53" fmla="*/ 71 h 204"/>
                <a:gd name="T54" fmla="*/ 60 w 182"/>
                <a:gd name="T55" fmla="*/ 79 h 204"/>
                <a:gd name="T56" fmla="*/ 66 w 182"/>
                <a:gd name="T57" fmla="*/ 85 h 204"/>
                <a:gd name="T58" fmla="*/ 136 w 182"/>
                <a:gd name="T59" fmla="*/ 77 h 204"/>
                <a:gd name="T60" fmla="*/ 126 w 182"/>
                <a:gd name="T61" fmla="*/ 87 h 204"/>
                <a:gd name="T62" fmla="*/ 121 w 182"/>
                <a:gd name="T63" fmla="*/ 100 h 204"/>
                <a:gd name="T64" fmla="*/ 107 w 182"/>
                <a:gd name="T65" fmla="*/ 100 h 204"/>
                <a:gd name="T66" fmla="*/ 94 w 182"/>
                <a:gd name="T67" fmla="*/ 105 h 204"/>
                <a:gd name="T68" fmla="*/ 83 w 182"/>
                <a:gd name="T69" fmla="*/ 96 h 204"/>
                <a:gd name="T70" fmla="*/ 70 w 182"/>
                <a:gd name="T71" fmla="*/ 91 h 204"/>
                <a:gd name="T72" fmla="*/ 70 w 182"/>
                <a:gd name="T73" fmla="*/ 77 h 204"/>
                <a:gd name="T74" fmla="*/ 64 w 182"/>
                <a:gd name="T75" fmla="*/ 64 h 204"/>
                <a:gd name="T76" fmla="*/ 74 w 182"/>
                <a:gd name="T77" fmla="*/ 53 h 204"/>
                <a:gd name="T78" fmla="*/ 79 w 182"/>
                <a:gd name="T79" fmla="*/ 40 h 204"/>
                <a:gd name="T80" fmla="*/ 94 w 182"/>
                <a:gd name="T81" fmla="*/ 40 h 204"/>
                <a:gd name="T82" fmla="*/ 107 w 182"/>
                <a:gd name="T83" fmla="*/ 35 h 204"/>
                <a:gd name="T84" fmla="*/ 117 w 182"/>
                <a:gd name="T85" fmla="*/ 44 h 204"/>
                <a:gd name="T86" fmla="*/ 130 w 182"/>
                <a:gd name="T87" fmla="*/ 49 h 204"/>
                <a:gd name="T88" fmla="*/ 130 w 182"/>
                <a:gd name="T89" fmla="*/ 64 h 204"/>
                <a:gd name="T90" fmla="*/ 136 w 182"/>
                <a:gd name="T91" fmla="*/ 77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82" h="204">
                  <a:moveTo>
                    <a:pt x="170" y="111"/>
                  </a:moveTo>
                  <a:cubicBezTo>
                    <a:pt x="166" y="107"/>
                    <a:pt x="160" y="102"/>
                    <a:pt x="157" y="96"/>
                  </a:cubicBezTo>
                  <a:cubicBezTo>
                    <a:pt x="153" y="87"/>
                    <a:pt x="158" y="79"/>
                    <a:pt x="157" y="70"/>
                  </a:cubicBezTo>
                  <a:cubicBezTo>
                    <a:pt x="157" y="63"/>
                    <a:pt x="155" y="54"/>
                    <a:pt x="153" y="48"/>
                  </a:cubicBezTo>
                  <a:cubicBezTo>
                    <a:pt x="149" y="37"/>
                    <a:pt x="142" y="28"/>
                    <a:pt x="133" y="21"/>
                  </a:cubicBezTo>
                  <a:cubicBezTo>
                    <a:pt x="119" y="8"/>
                    <a:pt x="100" y="0"/>
                    <a:pt x="78" y="0"/>
                  </a:cubicBezTo>
                  <a:cubicBezTo>
                    <a:pt x="35" y="0"/>
                    <a:pt x="0" y="32"/>
                    <a:pt x="0" y="71"/>
                  </a:cubicBezTo>
                  <a:cubicBezTo>
                    <a:pt x="0" y="74"/>
                    <a:pt x="0" y="77"/>
                    <a:pt x="1" y="79"/>
                  </a:cubicBezTo>
                  <a:cubicBezTo>
                    <a:pt x="1" y="96"/>
                    <a:pt x="6" y="117"/>
                    <a:pt x="22" y="139"/>
                  </a:cubicBezTo>
                  <a:cubicBezTo>
                    <a:pt x="22" y="139"/>
                    <a:pt x="43" y="182"/>
                    <a:pt x="0" y="204"/>
                  </a:cubicBezTo>
                  <a:cubicBezTo>
                    <a:pt x="95" y="204"/>
                    <a:pt x="95" y="204"/>
                    <a:pt x="95" y="204"/>
                  </a:cubicBezTo>
                  <a:cubicBezTo>
                    <a:pt x="95" y="204"/>
                    <a:pt x="102" y="176"/>
                    <a:pt x="113" y="176"/>
                  </a:cubicBezTo>
                  <a:cubicBezTo>
                    <a:pt x="123" y="176"/>
                    <a:pt x="133" y="177"/>
                    <a:pt x="142" y="176"/>
                  </a:cubicBezTo>
                  <a:cubicBezTo>
                    <a:pt x="144" y="177"/>
                    <a:pt x="146" y="176"/>
                    <a:pt x="147" y="176"/>
                  </a:cubicBezTo>
                  <a:cubicBezTo>
                    <a:pt x="147" y="176"/>
                    <a:pt x="147" y="176"/>
                    <a:pt x="147" y="176"/>
                  </a:cubicBezTo>
                  <a:cubicBezTo>
                    <a:pt x="147" y="176"/>
                    <a:pt x="147" y="176"/>
                    <a:pt x="147" y="176"/>
                  </a:cubicBezTo>
                  <a:cubicBezTo>
                    <a:pt x="154" y="173"/>
                    <a:pt x="149" y="157"/>
                    <a:pt x="149" y="157"/>
                  </a:cubicBezTo>
                  <a:cubicBezTo>
                    <a:pt x="153" y="155"/>
                    <a:pt x="156" y="153"/>
                    <a:pt x="156" y="151"/>
                  </a:cubicBezTo>
                  <a:cubicBezTo>
                    <a:pt x="156" y="150"/>
                    <a:pt x="156" y="150"/>
                    <a:pt x="156" y="150"/>
                  </a:cubicBezTo>
                  <a:cubicBezTo>
                    <a:pt x="156" y="148"/>
                    <a:pt x="152" y="146"/>
                    <a:pt x="146" y="145"/>
                  </a:cubicBezTo>
                  <a:cubicBezTo>
                    <a:pt x="149" y="145"/>
                    <a:pt x="149" y="145"/>
                    <a:pt x="149" y="145"/>
                  </a:cubicBezTo>
                  <a:cubicBezTo>
                    <a:pt x="153" y="145"/>
                    <a:pt x="156" y="143"/>
                    <a:pt x="156" y="140"/>
                  </a:cubicBezTo>
                  <a:cubicBezTo>
                    <a:pt x="156" y="140"/>
                    <a:pt x="156" y="140"/>
                    <a:pt x="156" y="140"/>
                  </a:cubicBezTo>
                  <a:cubicBezTo>
                    <a:pt x="156" y="139"/>
                    <a:pt x="156" y="138"/>
                    <a:pt x="155" y="138"/>
                  </a:cubicBezTo>
                  <a:cubicBezTo>
                    <a:pt x="156" y="135"/>
                    <a:pt x="159" y="121"/>
                    <a:pt x="160" y="121"/>
                  </a:cubicBezTo>
                  <a:cubicBezTo>
                    <a:pt x="182" y="119"/>
                    <a:pt x="170" y="111"/>
                    <a:pt x="170" y="111"/>
                  </a:cubicBezTo>
                  <a:close/>
                  <a:moveTo>
                    <a:pt x="66" y="93"/>
                  </a:moveTo>
                  <a:cubicBezTo>
                    <a:pt x="62" y="93"/>
                    <a:pt x="62" y="93"/>
                    <a:pt x="62" y="93"/>
                  </a:cubicBezTo>
                  <a:cubicBezTo>
                    <a:pt x="62" y="95"/>
                    <a:pt x="61" y="97"/>
                    <a:pt x="60" y="99"/>
                  </a:cubicBezTo>
                  <a:cubicBezTo>
                    <a:pt x="62" y="102"/>
                    <a:pt x="62" y="102"/>
                    <a:pt x="62" y="102"/>
                  </a:cubicBezTo>
                  <a:cubicBezTo>
                    <a:pt x="57" y="107"/>
                    <a:pt x="57" y="107"/>
                    <a:pt x="57" y="107"/>
                  </a:cubicBezTo>
                  <a:cubicBezTo>
                    <a:pt x="54" y="105"/>
                    <a:pt x="54" y="105"/>
                    <a:pt x="54" y="105"/>
                  </a:cubicBezTo>
                  <a:cubicBezTo>
                    <a:pt x="52" y="106"/>
                    <a:pt x="50" y="107"/>
                    <a:pt x="48" y="107"/>
                  </a:cubicBezTo>
                  <a:cubicBezTo>
                    <a:pt x="48" y="110"/>
                    <a:pt x="48" y="110"/>
                    <a:pt x="48" y="110"/>
                  </a:cubicBezTo>
                  <a:cubicBezTo>
                    <a:pt x="40" y="110"/>
                    <a:pt x="40" y="110"/>
                    <a:pt x="40" y="110"/>
                  </a:cubicBezTo>
                  <a:cubicBezTo>
                    <a:pt x="40" y="107"/>
                    <a:pt x="40" y="107"/>
                    <a:pt x="40" y="107"/>
                  </a:cubicBezTo>
                  <a:cubicBezTo>
                    <a:pt x="38" y="107"/>
                    <a:pt x="36" y="106"/>
                    <a:pt x="34" y="105"/>
                  </a:cubicBezTo>
                  <a:cubicBezTo>
                    <a:pt x="32" y="107"/>
                    <a:pt x="32" y="107"/>
                    <a:pt x="32" y="107"/>
                  </a:cubicBezTo>
                  <a:cubicBezTo>
                    <a:pt x="26" y="102"/>
                    <a:pt x="26" y="102"/>
                    <a:pt x="26" y="102"/>
                  </a:cubicBezTo>
                  <a:cubicBezTo>
                    <a:pt x="28" y="99"/>
                    <a:pt x="28" y="99"/>
                    <a:pt x="28" y="99"/>
                  </a:cubicBezTo>
                  <a:cubicBezTo>
                    <a:pt x="27" y="97"/>
                    <a:pt x="26" y="95"/>
                    <a:pt x="26" y="93"/>
                  </a:cubicBezTo>
                  <a:cubicBezTo>
                    <a:pt x="22" y="93"/>
                    <a:pt x="22" y="93"/>
                    <a:pt x="22" y="93"/>
                  </a:cubicBezTo>
                  <a:cubicBezTo>
                    <a:pt x="22" y="85"/>
                    <a:pt x="22" y="85"/>
                    <a:pt x="22" y="85"/>
                  </a:cubicBezTo>
                  <a:cubicBezTo>
                    <a:pt x="26" y="85"/>
                    <a:pt x="26" y="85"/>
                    <a:pt x="26" y="85"/>
                  </a:cubicBezTo>
                  <a:cubicBezTo>
                    <a:pt x="26" y="83"/>
                    <a:pt x="27" y="81"/>
                    <a:pt x="28" y="79"/>
                  </a:cubicBezTo>
                  <a:cubicBezTo>
                    <a:pt x="26" y="76"/>
                    <a:pt x="26" y="76"/>
                    <a:pt x="26" y="76"/>
                  </a:cubicBezTo>
                  <a:cubicBezTo>
                    <a:pt x="31" y="71"/>
                    <a:pt x="31" y="71"/>
                    <a:pt x="31" y="71"/>
                  </a:cubicBezTo>
                  <a:cubicBezTo>
                    <a:pt x="34" y="73"/>
                    <a:pt x="34" y="73"/>
                    <a:pt x="34" y="73"/>
                  </a:cubicBezTo>
                  <a:cubicBezTo>
                    <a:pt x="36" y="72"/>
                    <a:pt x="38" y="71"/>
                    <a:pt x="40" y="71"/>
                  </a:cubicBezTo>
                  <a:cubicBezTo>
                    <a:pt x="40" y="68"/>
                    <a:pt x="40" y="68"/>
                    <a:pt x="40" y="68"/>
                  </a:cubicBezTo>
                  <a:cubicBezTo>
                    <a:pt x="48" y="68"/>
                    <a:pt x="48" y="68"/>
                    <a:pt x="48" y="68"/>
                  </a:cubicBezTo>
                  <a:cubicBezTo>
                    <a:pt x="48" y="71"/>
                    <a:pt x="48" y="71"/>
                    <a:pt x="48" y="71"/>
                  </a:cubicBezTo>
                  <a:cubicBezTo>
                    <a:pt x="50" y="71"/>
                    <a:pt x="52" y="72"/>
                    <a:pt x="54" y="73"/>
                  </a:cubicBezTo>
                  <a:cubicBezTo>
                    <a:pt x="57" y="71"/>
                    <a:pt x="57" y="71"/>
                    <a:pt x="57" y="71"/>
                  </a:cubicBezTo>
                  <a:cubicBezTo>
                    <a:pt x="63" y="76"/>
                    <a:pt x="63" y="76"/>
                    <a:pt x="63" y="76"/>
                  </a:cubicBezTo>
                  <a:cubicBezTo>
                    <a:pt x="60" y="79"/>
                    <a:pt x="60" y="79"/>
                    <a:pt x="60" y="79"/>
                  </a:cubicBezTo>
                  <a:cubicBezTo>
                    <a:pt x="61" y="81"/>
                    <a:pt x="62" y="83"/>
                    <a:pt x="63" y="85"/>
                  </a:cubicBezTo>
                  <a:cubicBezTo>
                    <a:pt x="66" y="85"/>
                    <a:pt x="66" y="85"/>
                    <a:pt x="66" y="85"/>
                  </a:cubicBezTo>
                  <a:lnTo>
                    <a:pt x="66" y="93"/>
                  </a:lnTo>
                  <a:close/>
                  <a:moveTo>
                    <a:pt x="136" y="77"/>
                  </a:moveTo>
                  <a:cubicBezTo>
                    <a:pt x="130" y="77"/>
                    <a:pt x="130" y="77"/>
                    <a:pt x="130" y="77"/>
                  </a:cubicBezTo>
                  <a:cubicBezTo>
                    <a:pt x="129" y="80"/>
                    <a:pt x="128" y="84"/>
                    <a:pt x="126" y="87"/>
                  </a:cubicBezTo>
                  <a:cubicBezTo>
                    <a:pt x="130" y="91"/>
                    <a:pt x="130" y="91"/>
                    <a:pt x="130" y="91"/>
                  </a:cubicBezTo>
                  <a:cubicBezTo>
                    <a:pt x="121" y="100"/>
                    <a:pt x="121" y="100"/>
                    <a:pt x="121" y="100"/>
                  </a:cubicBezTo>
                  <a:cubicBezTo>
                    <a:pt x="117" y="96"/>
                    <a:pt x="117" y="96"/>
                    <a:pt x="117" y="96"/>
                  </a:cubicBezTo>
                  <a:cubicBezTo>
                    <a:pt x="114" y="98"/>
                    <a:pt x="110" y="99"/>
                    <a:pt x="107" y="100"/>
                  </a:cubicBezTo>
                  <a:cubicBezTo>
                    <a:pt x="107" y="105"/>
                    <a:pt x="107" y="105"/>
                    <a:pt x="107" y="105"/>
                  </a:cubicBezTo>
                  <a:cubicBezTo>
                    <a:pt x="94" y="105"/>
                    <a:pt x="94" y="105"/>
                    <a:pt x="94" y="105"/>
                  </a:cubicBezTo>
                  <a:cubicBezTo>
                    <a:pt x="94" y="100"/>
                    <a:pt x="94" y="100"/>
                    <a:pt x="94" y="100"/>
                  </a:cubicBezTo>
                  <a:cubicBezTo>
                    <a:pt x="90" y="100"/>
                    <a:pt x="86" y="98"/>
                    <a:pt x="83" y="96"/>
                  </a:cubicBezTo>
                  <a:cubicBezTo>
                    <a:pt x="79" y="100"/>
                    <a:pt x="79" y="100"/>
                    <a:pt x="79" y="100"/>
                  </a:cubicBezTo>
                  <a:cubicBezTo>
                    <a:pt x="70" y="91"/>
                    <a:pt x="70" y="91"/>
                    <a:pt x="70" y="91"/>
                  </a:cubicBezTo>
                  <a:cubicBezTo>
                    <a:pt x="74" y="87"/>
                    <a:pt x="74" y="87"/>
                    <a:pt x="74" y="87"/>
                  </a:cubicBezTo>
                  <a:cubicBezTo>
                    <a:pt x="72" y="84"/>
                    <a:pt x="71" y="81"/>
                    <a:pt x="70" y="77"/>
                  </a:cubicBezTo>
                  <a:cubicBezTo>
                    <a:pt x="64" y="77"/>
                    <a:pt x="64" y="77"/>
                    <a:pt x="64" y="77"/>
                  </a:cubicBezTo>
                  <a:cubicBezTo>
                    <a:pt x="64" y="64"/>
                    <a:pt x="64" y="64"/>
                    <a:pt x="64" y="64"/>
                  </a:cubicBezTo>
                  <a:cubicBezTo>
                    <a:pt x="70" y="64"/>
                    <a:pt x="70" y="64"/>
                    <a:pt x="70" y="64"/>
                  </a:cubicBezTo>
                  <a:cubicBezTo>
                    <a:pt x="70" y="60"/>
                    <a:pt x="72" y="56"/>
                    <a:pt x="74" y="53"/>
                  </a:cubicBezTo>
                  <a:cubicBezTo>
                    <a:pt x="70" y="49"/>
                    <a:pt x="70" y="49"/>
                    <a:pt x="70" y="49"/>
                  </a:cubicBezTo>
                  <a:cubicBezTo>
                    <a:pt x="79" y="40"/>
                    <a:pt x="79" y="40"/>
                    <a:pt x="79" y="40"/>
                  </a:cubicBezTo>
                  <a:cubicBezTo>
                    <a:pt x="83" y="44"/>
                    <a:pt x="83" y="44"/>
                    <a:pt x="83" y="44"/>
                  </a:cubicBezTo>
                  <a:cubicBezTo>
                    <a:pt x="86" y="42"/>
                    <a:pt x="90" y="41"/>
                    <a:pt x="94" y="40"/>
                  </a:cubicBezTo>
                  <a:cubicBezTo>
                    <a:pt x="94" y="35"/>
                    <a:pt x="94" y="35"/>
                    <a:pt x="94" y="35"/>
                  </a:cubicBezTo>
                  <a:cubicBezTo>
                    <a:pt x="107" y="35"/>
                    <a:pt x="107" y="35"/>
                    <a:pt x="107" y="35"/>
                  </a:cubicBezTo>
                  <a:cubicBezTo>
                    <a:pt x="107" y="40"/>
                    <a:pt x="107" y="40"/>
                    <a:pt x="107" y="40"/>
                  </a:cubicBezTo>
                  <a:cubicBezTo>
                    <a:pt x="110" y="41"/>
                    <a:pt x="114" y="42"/>
                    <a:pt x="117" y="44"/>
                  </a:cubicBezTo>
                  <a:cubicBezTo>
                    <a:pt x="121" y="40"/>
                    <a:pt x="121" y="40"/>
                    <a:pt x="121" y="40"/>
                  </a:cubicBezTo>
                  <a:cubicBezTo>
                    <a:pt x="130" y="49"/>
                    <a:pt x="130" y="49"/>
                    <a:pt x="130" y="49"/>
                  </a:cubicBezTo>
                  <a:cubicBezTo>
                    <a:pt x="126" y="53"/>
                    <a:pt x="126" y="53"/>
                    <a:pt x="126" y="53"/>
                  </a:cubicBezTo>
                  <a:cubicBezTo>
                    <a:pt x="128" y="57"/>
                    <a:pt x="130" y="60"/>
                    <a:pt x="130" y="64"/>
                  </a:cubicBezTo>
                  <a:cubicBezTo>
                    <a:pt x="136" y="64"/>
                    <a:pt x="136" y="64"/>
                    <a:pt x="136" y="64"/>
                  </a:cubicBezTo>
                  <a:lnTo>
                    <a:pt x="136" y="7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fontAlgn="auto"/>
              <a:endParaRPr lang="zh-CN" altLang="en-US" noProof="1">
                <a:solidFill>
                  <a:prstClr val="black"/>
                </a:solidFill>
                <a:cs typeface="+mn-ea"/>
                <a:sym typeface="+mn-lt"/>
              </a:endParaRPr>
            </a:p>
          </p:txBody>
        </p:sp>
      </p:grpSp>
      <p:sp>
        <p:nvSpPr>
          <p:cNvPr id="43" name="文本框 52">
            <a:extLst>
              <a:ext uri="{FF2B5EF4-FFF2-40B4-BE49-F238E27FC236}">
                <a16:creationId xmlns:a16="http://schemas.microsoft.com/office/drawing/2014/main" id="{B90F439E-6560-41FA-BF6F-AE174CD5D79A}"/>
              </a:ext>
            </a:extLst>
          </p:cNvPr>
          <p:cNvSpPr txBox="1">
            <a:spLocks noChangeArrowheads="1"/>
          </p:cNvSpPr>
          <p:nvPr/>
        </p:nvSpPr>
        <p:spPr bwMode="auto">
          <a:xfrm>
            <a:off x="1684049" y="2945527"/>
            <a:ext cx="156983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1600" b="1" dirty="0">
                <a:solidFill>
                  <a:srgbClr val="344F66"/>
                </a:solidFill>
                <a:cs typeface="+mn-ea"/>
                <a:sym typeface="+mn-lt"/>
              </a:rPr>
              <a:t>司法文本数据预处理与样本构建</a:t>
            </a:r>
            <a:endParaRPr lang="en-US" altLang="zh-CN" sz="1600" b="1" dirty="0">
              <a:solidFill>
                <a:srgbClr val="344F66"/>
              </a:solidFill>
              <a:cs typeface="+mn-ea"/>
              <a:sym typeface="+mn-lt"/>
            </a:endParaRPr>
          </a:p>
        </p:txBody>
      </p:sp>
      <p:sp>
        <p:nvSpPr>
          <p:cNvPr id="44" name="文本框 53">
            <a:extLst>
              <a:ext uri="{FF2B5EF4-FFF2-40B4-BE49-F238E27FC236}">
                <a16:creationId xmlns:a16="http://schemas.microsoft.com/office/drawing/2014/main" id="{F721F095-A821-4234-B9A5-8759813C137B}"/>
              </a:ext>
            </a:extLst>
          </p:cNvPr>
          <p:cNvSpPr txBox="1">
            <a:spLocks noChangeArrowheads="1"/>
          </p:cNvSpPr>
          <p:nvPr/>
        </p:nvSpPr>
        <p:spPr bwMode="auto">
          <a:xfrm>
            <a:off x="3440458" y="2950431"/>
            <a:ext cx="1559922"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1600" b="1" dirty="0">
                <a:solidFill>
                  <a:srgbClr val="344F66"/>
                </a:solidFill>
                <a:cs typeface="+mn-ea"/>
                <a:sym typeface="+mn-lt"/>
              </a:rPr>
              <a:t>基于</a:t>
            </a:r>
            <a:r>
              <a:rPr lang="en-US" altLang="zh-CN" sz="1600" b="1" dirty="0">
                <a:solidFill>
                  <a:srgbClr val="344F66"/>
                </a:solidFill>
                <a:cs typeface="+mn-ea"/>
                <a:sym typeface="+mn-lt"/>
              </a:rPr>
              <a:t>Transformer</a:t>
            </a:r>
          </a:p>
          <a:p>
            <a:r>
              <a:rPr lang="zh-CN" altLang="en-US" sz="1600" b="1" dirty="0">
                <a:solidFill>
                  <a:srgbClr val="344F66"/>
                </a:solidFill>
                <a:cs typeface="+mn-ea"/>
                <a:sym typeface="+mn-lt"/>
              </a:rPr>
              <a:t>的司法文本语义表示</a:t>
            </a:r>
            <a:endParaRPr lang="en-US" altLang="zh-CN" sz="1600" b="1" dirty="0">
              <a:solidFill>
                <a:srgbClr val="344F66"/>
              </a:solidFill>
              <a:cs typeface="+mn-ea"/>
              <a:sym typeface="+mn-lt"/>
            </a:endParaRPr>
          </a:p>
          <a:p>
            <a:r>
              <a:rPr lang="zh-CN" altLang="en-US" sz="1600" b="1" dirty="0">
                <a:solidFill>
                  <a:srgbClr val="344F66"/>
                </a:solidFill>
                <a:cs typeface="+mn-ea"/>
                <a:sym typeface="+mn-lt"/>
              </a:rPr>
              <a:t>学习</a:t>
            </a:r>
            <a:endParaRPr lang="en-US" altLang="zh-CN" sz="1600" b="1" dirty="0">
              <a:solidFill>
                <a:srgbClr val="344F66"/>
              </a:solidFill>
              <a:cs typeface="+mn-ea"/>
              <a:sym typeface="+mn-lt"/>
            </a:endParaRPr>
          </a:p>
        </p:txBody>
      </p:sp>
      <p:sp>
        <p:nvSpPr>
          <p:cNvPr id="45" name="文本框 54">
            <a:extLst>
              <a:ext uri="{FF2B5EF4-FFF2-40B4-BE49-F238E27FC236}">
                <a16:creationId xmlns:a16="http://schemas.microsoft.com/office/drawing/2014/main" id="{3F044FA5-0599-4BAB-A41C-ADEBA5B25231}"/>
              </a:ext>
            </a:extLst>
          </p:cNvPr>
          <p:cNvSpPr txBox="1">
            <a:spLocks noChangeArrowheads="1"/>
          </p:cNvSpPr>
          <p:nvPr/>
        </p:nvSpPr>
        <p:spPr bwMode="auto">
          <a:xfrm>
            <a:off x="5169464" y="2925107"/>
            <a:ext cx="1577408"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1600" b="1" dirty="0">
                <a:solidFill>
                  <a:srgbClr val="344F66"/>
                </a:solidFill>
                <a:cs typeface="+mn-ea"/>
                <a:sym typeface="+mn-lt"/>
              </a:rPr>
              <a:t>罪名标签关系图的构建与表示</a:t>
            </a:r>
            <a:endParaRPr lang="en-US" altLang="zh-CN" sz="1600" b="1" dirty="0">
              <a:solidFill>
                <a:srgbClr val="344F66"/>
              </a:solidFill>
              <a:cs typeface="+mn-ea"/>
              <a:sym typeface="+mn-lt"/>
            </a:endParaRPr>
          </a:p>
          <a:p>
            <a:endParaRPr lang="en-US" altLang="zh-CN" sz="1200" dirty="0">
              <a:solidFill>
                <a:srgbClr val="555555"/>
              </a:solidFill>
              <a:cs typeface="+mn-ea"/>
              <a:sym typeface="+mn-lt"/>
            </a:endParaRPr>
          </a:p>
        </p:txBody>
      </p:sp>
      <p:sp>
        <p:nvSpPr>
          <p:cNvPr id="46" name="文本框 55">
            <a:extLst>
              <a:ext uri="{FF2B5EF4-FFF2-40B4-BE49-F238E27FC236}">
                <a16:creationId xmlns:a16="http://schemas.microsoft.com/office/drawing/2014/main" id="{8355A793-A16A-4C3F-B701-3B9D75A18396}"/>
              </a:ext>
            </a:extLst>
          </p:cNvPr>
          <p:cNvSpPr txBox="1">
            <a:spLocks noChangeArrowheads="1"/>
          </p:cNvSpPr>
          <p:nvPr/>
        </p:nvSpPr>
        <p:spPr bwMode="auto">
          <a:xfrm>
            <a:off x="6894120" y="2950431"/>
            <a:ext cx="1599244"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1600" b="1" dirty="0">
                <a:solidFill>
                  <a:srgbClr val="344F66"/>
                </a:solidFill>
                <a:cs typeface="+mn-ea"/>
                <a:sym typeface="+mn-lt"/>
              </a:rPr>
              <a:t>基于</a:t>
            </a:r>
            <a:r>
              <a:rPr lang="en-US" altLang="zh-CN" sz="1600" b="1" dirty="0">
                <a:solidFill>
                  <a:srgbClr val="344F66"/>
                </a:solidFill>
                <a:cs typeface="+mn-ea"/>
                <a:sym typeface="+mn-lt"/>
              </a:rPr>
              <a:t>GCN</a:t>
            </a:r>
            <a:r>
              <a:rPr lang="zh-CN" altLang="en-US" sz="1600" b="1" dirty="0">
                <a:solidFill>
                  <a:srgbClr val="344F66"/>
                </a:solidFill>
                <a:cs typeface="+mn-ea"/>
                <a:sym typeface="+mn-lt"/>
              </a:rPr>
              <a:t>的罪名关系依赖建模</a:t>
            </a:r>
            <a:endParaRPr lang="en-US" altLang="zh-CN" sz="1600" b="1" dirty="0">
              <a:solidFill>
                <a:srgbClr val="344F66"/>
              </a:solidFill>
              <a:cs typeface="+mn-ea"/>
              <a:sym typeface="+mn-lt"/>
            </a:endParaRPr>
          </a:p>
          <a:p>
            <a:endParaRPr lang="en-US" altLang="zh-CN" sz="1200" dirty="0">
              <a:solidFill>
                <a:srgbClr val="555555"/>
              </a:solidFill>
              <a:cs typeface="+mn-ea"/>
              <a:sym typeface="+mn-lt"/>
            </a:endParaRPr>
          </a:p>
        </p:txBody>
      </p:sp>
      <p:sp>
        <p:nvSpPr>
          <p:cNvPr id="47" name="文本框 56">
            <a:extLst>
              <a:ext uri="{FF2B5EF4-FFF2-40B4-BE49-F238E27FC236}">
                <a16:creationId xmlns:a16="http://schemas.microsoft.com/office/drawing/2014/main" id="{1948C0B6-43F1-4554-8E5C-9BFDA7AC46D2}"/>
              </a:ext>
            </a:extLst>
          </p:cNvPr>
          <p:cNvSpPr txBox="1">
            <a:spLocks noChangeArrowheads="1"/>
          </p:cNvSpPr>
          <p:nvPr/>
        </p:nvSpPr>
        <p:spPr bwMode="auto">
          <a:xfrm>
            <a:off x="8675236" y="2945527"/>
            <a:ext cx="1530661"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1600" b="1" dirty="0">
                <a:solidFill>
                  <a:srgbClr val="344F66"/>
                </a:solidFill>
                <a:cs typeface="+mn-ea"/>
                <a:sym typeface="+mn-lt"/>
              </a:rPr>
              <a:t>融合模型的多罪名预测与结果评估</a:t>
            </a:r>
            <a:endParaRPr lang="en-US" altLang="zh-CN" sz="1600" b="1" dirty="0">
              <a:solidFill>
                <a:srgbClr val="344F66"/>
              </a:solidFill>
              <a:cs typeface="+mn-ea"/>
              <a:sym typeface="+mn-lt"/>
            </a:endParaRPr>
          </a:p>
        </p:txBody>
      </p:sp>
      <p:sp>
        <p:nvSpPr>
          <p:cNvPr id="49" name="TextBox 42">
            <a:extLst>
              <a:ext uri="{FF2B5EF4-FFF2-40B4-BE49-F238E27FC236}">
                <a16:creationId xmlns:a16="http://schemas.microsoft.com/office/drawing/2014/main" id="{2052E58D-DADD-4C07-A293-B9F72BF007B9}"/>
              </a:ext>
            </a:extLst>
          </p:cNvPr>
          <p:cNvSpPr txBox="1"/>
          <p:nvPr/>
        </p:nvSpPr>
        <p:spPr>
          <a:xfrm>
            <a:off x="1311470" y="315858"/>
            <a:ext cx="3649369" cy="430887"/>
          </a:xfrm>
          <a:prstGeom prst="rect">
            <a:avLst/>
          </a:prstGeom>
          <a:noFill/>
          <a:ln>
            <a:noFill/>
          </a:ln>
        </p:spPr>
        <p:txBody>
          <a:bodyPr vert="horz" wrap="square" lIns="0" tIns="0" rIns="0" bIns="0" numCol="1" anchor="t" anchorCtr="0" compatLnSpc="1">
            <a:spAutoFit/>
          </a:bodyPr>
          <a:lstStyle>
            <a:defPPr>
              <a:defRPr lang="zh-CN"/>
            </a:defPPr>
            <a:lvl1pPr marL="0" marR="0" lvl="0" indent="0" defTabSz="914400" eaLnBrk="1" latinLnBrk="0" hangingPunct="1">
              <a:lnSpc>
                <a:spcPct val="100000"/>
              </a:lnSpc>
              <a:buClrTx/>
              <a:buSzTx/>
              <a:buFontTx/>
              <a:buNone/>
              <a:defRPr kumimoji="0" sz="2800" b="1" i="0" u="none" strike="noStrike" cap="none" normalizeH="0" baseline="0">
                <a:ln>
                  <a:noFill/>
                </a:ln>
                <a:effectLst/>
                <a:latin typeface="微软雅黑" panose="020B0503020204020204" pitchFamily="34" charset="-122"/>
                <a:ea typeface="微软雅黑" panose="020B0503020204020204" pitchFamily="34" charset="-122"/>
                <a:cs typeface="宋体" panose="02010600030101010101" pitchFamily="2" charset="-122"/>
              </a:defRPr>
            </a:lvl1pPr>
          </a:lstStyle>
          <a:p>
            <a:r>
              <a:rPr lang="en-US" altLang="zh-CN" b="0" dirty="0">
                <a:solidFill>
                  <a:srgbClr val="444444"/>
                </a:solidFill>
                <a:latin typeface="+mn-lt"/>
                <a:ea typeface="+mn-ea"/>
                <a:cs typeface="+mn-ea"/>
                <a:sym typeface="+mn-lt"/>
              </a:rPr>
              <a:t>2.1 </a:t>
            </a:r>
            <a:r>
              <a:rPr lang="zh-CN" altLang="en-US" b="0" dirty="0">
                <a:solidFill>
                  <a:srgbClr val="444444"/>
                </a:solidFill>
                <a:latin typeface="+mn-lt"/>
                <a:ea typeface="+mn-ea"/>
                <a:cs typeface="+mn-ea"/>
                <a:sym typeface="+mn-lt"/>
              </a:rPr>
              <a:t>理论框架</a:t>
            </a:r>
          </a:p>
        </p:txBody>
      </p:sp>
    </p:spTree>
    <p:extLst>
      <p:ext uri="{BB962C8B-B14F-4D97-AF65-F5344CB8AC3E}">
        <p14:creationId xmlns:p14="http://schemas.microsoft.com/office/powerpoint/2010/main" val="2849525606"/>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8" fill="hold" grpId="0" nodeType="afterEffect">
                                  <p:stCondLst>
                                    <p:cond delay="0"/>
                                  </p:stCondLst>
                                  <p:childTnLst>
                                    <p:set>
                                      <p:cBhvr>
                                        <p:cTn id="6" dur="1" fill="hold">
                                          <p:stCondLst>
                                            <p:cond delay="0"/>
                                          </p:stCondLst>
                                        </p:cTn>
                                        <p:tgtEl>
                                          <p:spTgt spid="49"/>
                                        </p:tgtEl>
                                        <p:attrNameLst>
                                          <p:attrName>style.visibility</p:attrName>
                                        </p:attrNameLst>
                                      </p:cBhvr>
                                      <p:to>
                                        <p:strVal val="visible"/>
                                      </p:to>
                                    </p:set>
                                    <p:anim calcmode="lin" valueType="num">
                                      <p:cBhvr>
                                        <p:cTn id="7" dur="500" fill="hold"/>
                                        <p:tgtEl>
                                          <p:spTgt spid="49"/>
                                        </p:tgtEl>
                                        <p:attrNameLst>
                                          <p:attrName>ppt_x</p:attrName>
                                        </p:attrNameLst>
                                      </p:cBhvr>
                                      <p:tavLst>
                                        <p:tav tm="0">
                                          <p:val>
                                            <p:strVal val="#ppt_x-#ppt_w/2"/>
                                          </p:val>
                                        </p:tav>
                                        <p:tav tm="100000">
                                          <p:val>
                                            <p:strVal val="#ppt_x"/>
                                          </p:val>
                                        </p:tav>
                                      </p:tavLst>
                                    </p:anim>
                                    <p:anim calcmode="lin" valueType="num">
                                      <p:cBhvr>
                                        <p:cTn id="8" dur="500" fill="hold"/>
                                        <p:tgtEl>
                                          <p:spTgt spid="49"/>
                                        </p:tgtEl>
                                        <p:attrNameLst>
                                          <p:attrName>ppt_y</p:attrName>
                                        </p:attrNameLst>
                                      </p:cBhvr>
                                      <p:tavLst>
                                        <p:tav tm="0">
                                          <p:val>
                                            <p:strVal val="#ppt_y"/>
                                          </p:val>
                                        </p:tav>
                                        <p:tav tm="100000">
                                          <p:val>
                                            <p:strVal val="#ppt_y"/>
                                          </p:val>
                                        </p:tav>
                                      </p:tavLst>
                                    </p:anim>
                                    <p:anim calcmode="lin" valueType="num">
                                      <p:cBhvr>
                                        <p:cTn id="9" dur="500" fill="hold"/>
                                        <p:tgtEl>
                                          <p:spTgt spid="49"/>
                                        </p:tgtEl>
                                        <p:attrNameLst>
                                          <p:attrName>ppt_w</p:attrName>
                                        </p:attrNameLst>
                                      </p:cBhvr>
                                      <p:tavLst>
                                        <p:tav tm="0">
                                          <p:val>
                                            <p:fltVal val="0"/>
                                          </p:val>
                                        </p:tav>
                                        <p:tav tm="100000">
                                          <p:val>
                                            <p:strVal val="#ppt_w"/>
                                          </p:val>
                                        </p:tav>
                                      </p:tavLst>
                                    </p:anim>
                                    <p:anim calcmode="lin" valueType="num">
                                      <p:cBhvr>
                                        <p:cTn id="10" dur="500" fill="hold"/>
                                        <p:tgtEl>
                                          <p:spTgt spid="49"/>
                                        </p:tgtEl>
                                        <p:attrNameLst>
                                          <p:attrName>ppt_h</p:attrName>
                                        </p:attrNameLst>
                                      </p:cBhvr>
                                      <p:tavLst>
                                        <p:tav tm="0">
                                          <p:val>
                                            <p:strVal val="#ppt_h"/>
                                          </p:val>
                                        </p:tav>
                                        <p:tav tm="100000">
                                          <p:val>
                                            <p:strVal val="#ppt_h"/>
                                          </p:val>
                                        </p:tav>
                                      </p:tavLst>
                                    </p:anim>
                                  </p:childTnLst>
                                </p:cTn>
                              </p:par>
                            </p:childTnLst>
                          </p:cTn>
                        </p:par>
                        <p:par>
                          <p:cTn id="11" fill="hold">
                            <p:stCondLst>
                              <p:cond delay="500"/>
                            </p:stCondLst>
                            <p:childTnLst>
                              <p:par>
                                <p:cTn id="12" presetID="22" presetClass="entr" presetSubtype="8" fill="hold" nodeType="after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wipe(left)">
                                      <p:cBhvr>
                                        <p:cTn id="14" dur="500"/>
                                        <p:tgtEl>
                                          <p:spTgt spid="2"/>
                                        </p:tgtEl>
                                      </p:cBhvr>
                                    </p:animEffect>
                                  </p:childTnLst>
                                </p:cTn>
                              </p:par>
                            </p:childTnLst>
                          </p:cTn>
                        </p:par>
                        <p:par>
                          <p:cTn id="15" fill="hold">
                            <p:stCondLst>
                              <p:cond delay="1000"/>
                            </p:stCondLst>
                            <p:childTnLst>
                              <p:par>
                                <p:cTn id="16" presetID="2" presetClass="entr" presetSubtype="4" fill="hold" grpId="0" nodeType="afterEffect">
                                  <p:stCondLst>
                                    <p:cond delay="0"/>
                                  </p:stCondLst>
                                  <p:childTnLst>
                                    <p:set>
                                      <p:cBhvr>
                                        <p:cTn id="17" dur="1" fill="hold">
                                          <p:stCondLst>
                                            <p:cond delay="0"/>
                                          </p:stCondLst>
                                        </p:cTn>
                                        <p:tgtEl>
                                          <p:spTgt spid="9"/>
                                        </p:tgtEl>
                                        <p:attrNameLst>
                                          <p:attrName>style.visibility</p:attrName>
                                        </p:attrNameLst>
                                      </p:cBhvr>
                                      <p:to>
                                        <p:strVal val="visible"/>
                                      </p:to>
                                    </p:set>
                                    <p:anim calcmode="lin" valueType="num">
                                      <p:cBhvr additive="base">
                                        <p:cTn id="18" dur="500" fill="hold"/>
                                        <p:tgtEl>
                                          <p:spTgt spid="9"/>
                                        </p:tgtEl>
                                        <p:attrNameLst>
                                          <p:attrName>ppt_x</p:attrName>
                                        </p:attrNameLst>
                                      </p:cBhvr>
                                      <p:tavLst>
                                        <p:tav tm="0">
                                          <p:val>
                                            <p:strVal val="#ppt_x"/>
                                          </p:val>
                                        </p:tav>
                                        <p:tav tm="100000">
                                          <p:val>
                                            <p:strVal val="#ppt_x"/>
                                          </p:val>
                                        </p:tav>
                                      </p:tavLst>
                                    </p:anim>
                                    <p:anim calcmode="lin" valueType="num">
                                      <p:cBhvr additive="base">
                                        <p:cTn id="19" dur="500" fill="hold"/>
                                        <p:tgtEl>
                                          <p:spTgt spid="9"/>
                                        </p:tgtEl>
                                        <p:attrNameLst>
                                          <p:attrName>ppt_y</p:attrName>
                                        </p:attrNameLst>
                                      </p:cBhvr>
                                      <p:tavLst>
                                        <p:tav tm="0">
                                          <p:val>
                                            <p:strVal val="1+#ppt_h/2"/>
                                          </p:val>
                                        </p:tav>
                                        <p:tav tm="100000">
                                          <p:val>
                                            <p:strVal val="#ppt_y"/>
                                          </p:val>
                                        </p:tav>
                                      </p:tavLst>
                                    </p:anim>
                                  </p:childTnLst>
                                </p:cTn>
                              </p:par>
                              <p:par>
                                <p:cTn id="20" presetID="2" presetClass="entr" presetSubtype="4"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 calcmode="lin" valueType="num">
                                      <p:cBhvr additive="base">
                                        <p:cTn id="22" dur="500" fill="hold"/>
                                        <p:tgtEl>
                                          <p:spTgt spid="11"/>
                                        </p:tgtEl>
                                        <p:attrNameLst>
                                          <p:attrName>ppt_x</p:attrName>
                                        </p:attrNameLst>
                                      </p:cBhvr>
                                      <p:tavLst>
                                        <p:tav tm="0">
                                          <p:val>
                                            <p:strVal val="#ppt_x"/>
                                          </p:val>
                                        </p:tav>
                                        <p:tav tm="100000">
                                          <p:val>
                                            <p:strVal val="#ppt_x"/>
                                          </p:val>
                                        </p:tav>
                                      </p:tavLst>
                                    </p:anim>
                                    <p:anim calcmode="lin" valueType="num">
                                      <p:cBhvr additive="base">
                                        <p:cTn id="23" dur="500" fill="hold"/>
                                        <p:tgtEl>
                                          <p:spTgt spid="11"/>
                                        </p:tgtEl>
                                        <p:attrNameLst>
                                          <p:attrName>ppt_y</p:attrName>
                                        </p:attrNameLst>
                                      </p:cBhvr>
                                      <p:tavLst>
                                        <p:tav tm="0">
                                          <p:val>
                                            <p:strVal val="1+#ppt_h/2"/>
                                          </p:val>
                                        </p:tav>
                                        <p:tav tm="100000">
                                          <p:val>
                                            <p:strVal val="#ppt_y"/>
                                          </p:val>
                                        </p:tav>
                                      </p:tavLst>
                                    </p:anim>
                                  </p:childTnLst>
                                </p:cTn>
                              </p:par>
                              <p:par>
                                <p:cTn id="24" presetID="2" presetClass="entr" presetSubtype="4" fill="hold" grpId="0" nodeType="withEffect">
                                  <p:stCondLst>
                                    <p:cond delay="0"/>
                                  </p:stCondLst>
                                  <p:childTnLst>
                                    <p:set>
                                      <p:cBhvr>
                                        <p:cTn id="25" dur="1" fill="hold">
                                          <p:stCondLst>
                                            <p:cond delay="0"/>
                                          </p:stCondLst>
                                        </p:cTn>
                                        <p:tgtEl>
                                          <p:spTgt spid="13"/>
                                        </p:tgtEl>
                                        <p:attrNameLst>
                                          <p:attrName>style.visibility</p:attrName>
                                        </p:attrNameLst>
                                      </p:cBhvr>
                                      <p:to>
                                        <p:strVal val="visible"/>
                                      </p:to>
                                    </p:set>
                                    <p:anim calcmode="lin" valueType="num">
                                      <p:cBhvr additive="base">
                                        <p:cTn id="26" dur="500" fill="hold"/>
                                        <p:tgtEl>
                                          <p:spTgt spid="13"/>
                                        </p:tgtEl>
                                        <p:attrNameLst>
                                          <p:attrName>ppt_x</p:attrName>
                                        </p:attrNameLst>
                                      </p:cBhvr>
                                      <p:tavLst>
                                        <p:tav tm="0">
                                          <p:val>
                                            <p:strVal val="#ppt_x"/>
                                          </p:val>
                                        </p:tav>
                                        <p:tav tm="100000">
                                          <p:val>
                                            <p:strVal val="#ppt_x"/>
                                          </p:val>
                                        </p:tav>
                                      </p:tavLst>
                                    </p:anim>
                                    <p:anim calcmode="lin" valueType="num">
                                      <p:cBhvr additive="base">
                                        <p:cTn id="27" dur="500" fill="hold"/>
                                        <p:tgtEl>
                                          <p:spTgt spid="13"/>
                                        </p:tgtEl>
                                        <p:attrNameLst>
                                          <p:attrName>ppt_y</p:attrName>
                                        </p:attrNameLst>
                                      </p:cBhvr>
                                      <p:tavLst>
                                        <p:tav tm="0">
                                          <p:val>
                                            <p:strVal val="1+#ppt_h/2"/>
                                          </p:val>
                                        </p:tav>
                                        <p:tav tm="100000">
                                          <p:val>
                                            <p:strVal val="#ppt_y"/>
                                          </p:val>
                                        </p:tav>
                                      </p:tavLst>
                                    </p:anim>
                                  </p:childTnLst>
                                </p:cTn>
                              </p:par>
                              <p:par>
                                <p:cTn id="28" presetID="2" presetClass="entr" presetSubtype="4" fill="hold" grpId="0" nodeType="withEffect">
                                  <p:stCondLst>
                                    <p:cond delay="0"/>
                                  </p:stCondLst>
                                  <p:childTnLst>
                                    <p:set>
                                      <p:cBhvr>
                                        <p:cTn id="29" dur="1" fill="hold">
                                          <p:stCondLst>
                                            <p:cond delay="0"/>
                                          </p:stCondLst>
                                        </p:cTn>
                                        <p:tgtEl>
                                          <p:spTgt spid="15"/>
                                        </p:tgtEl>
                                        <p:attrNameLst>
                                          <p:attrName>style.visibility</p:attrName>
                                        </p:attrNameLst>
                                      </p:cBhvr>
                                      <p:to>
                                        <p:strVal val="visible"/>
                                      </p:to>
                                    </p:set>
                                    <p:anim calcmode="lin" valueType="num">
                                      <p:cBhvr additive="base">
                                        <p:cTn id="30" dur="500" fill="hold"/>
                                        <p:tgtEl>
                                          <p:spTgt spid="15"/>
                                        </p:tgtEl>
                                        <p:attrNameLst>
                                          <p:attrName>ppt_x</p:attrName>
                                        </p:attrNameLst>
                                      </p:cBhvr>
                                      <p:tavLst>
                                        <p:tav tm="0">
                                          <p:val>
                                            <p:strVal val="#ppt_x"/>
                                          </p:val>
                                        </p:tav>
                                        <p:tav tm="100000">
                                          <p:val>
                                            <p:strVal val="#ppt_x"/>
                                          </p:val>
                                        </p:tav>
                                      </p:tavLst>
                                    </p:anim>
                                    <p:anim calcmode="lin" valueType="num">
                                      <p:cBhvr additive="base">
                                        <p:cTn id="31" dur="500" fill="hold"/>
                                        <p:tgtEl>
                                          <p:spTgt spid="15"/>
                                        </p:tgtEl>
                                        <p:attrNameLst>
                                          <p:attrName>ppt_y</p:attrName>
                                        </p:attrNameLst>
                                      </p:cBhvr>
                                      <p:tavLst>
                                        <p:tav tm="0">
                                          <p:val>
                                            <p:strVal val="1+#ppt_h/2"/>
                                          </p:val>
                                        </p:tav>
                                        <p:tav tm="100000">
                                          <p:val>
                                            <p:strVal val="#ppt_y"/>
                                          </p:val>
                                        </p:tav>
                                      </p:tavLst>
                                    </p:anim>
                                  </p:childTnLst>
                                </p:cTn>
                              </p:par>
                              <p:par>
                                <p:cTn id="32" presetID="2" presetClass="entr" presetSubtype="4" fill="hold" grpId="0" nodeType="withEffect">
                                  <p:stCondLst>
                                    <p:cond delay="0"/>
                                  </p:stCondLst>
                                  <p:childTnLst>
                                    <p:set>
                                      <p:cBhvr>
                                        <p:cTn id="33" dur="1" fill="hold">
                                          <p:stCondLst>
                                            <p:cond delay="0"/>
                                          </p:stCondLst>
                                        </p:cTn>
                                        <p:tgtEl>
                                          <p:spTgt spid="17"/>
                                        </p:tgtEl>
                                        <p:attrNameLst>
                                          <p:attrName>style.visibility</p:attrName>
                                        </p:attrNameLst>
                                      </p:cBhvr>
                                      <p:to>
                                        <p:strVal val="visible"/>
                                      </p:to>
                                    </p:set>
                                    <p:anim calcmode="lin" valueType="num">
                                      <p:cBhvr additive="base">
                                        <p:cTn id="34" dur="500" fill="hold"/>
                                        <p:tgtEl>
                                          <p:spTgt spid="17"/>
                                        </p:tgtEl>
                                        <p:attrNameLst>
                                          <p:attrName>ppt_x</p:attrName>
                                        </p:attrNameLst>
                                      </p:cBhvr>
                                      <p:tavLst>
                                        <p:tav tm="0">
                                          <p:val>
                                            <p:strVal val="#ppt_x"/>
                                          </p:val>
                                        </p:tav>
                                        <p:tav tm="100000">
                                          <p:val>
                                            <p:strVal val="#ppt_x"/>
                                          </p:val>
                                        </p:tav>
                                      </p:tavLst>
                                    </p:anim>
                                    <p:anim calcmode="lin" valueType="num">
                                      <p:cBhvr additive="base">
                                        <p:cTn id="35" dur="500" fill="hold"/>
                                        <p:tgtEl>
                                          <p:spTgt spid="17"/>
                                        </p:tgtEl>
                                        <p:attrNameLst>
                                          <p:attrName>ppt_y</p:attrName>
                                        </p:attrNameLst>
                                      </p:cBhvr>
                                      <p:tavLst>
                                        <p:tav tm="0">
                                          <p:val>
                                            <p:strVal val="1+#ppt_h/2"/>
                                          </p:val>
                                        </p:tav>
                                        <p:tav tm="100000">
                                          <p:val>
                                            <p:strVal val="#ppt_y"/>
                                          </p:val>
                                        </p:tav>
                                      </p:tavLst>
                                    </p:anim>
                                  </p:childTnLst>
                                </p:cTn>
                              </p:par>
                            </p:childTnLst>
                          </p:cTn>
                        </p:par>
                        <p:par>
                          <p:cTn id="36" fill="hold">
                            <p:stCondLst>
                              <p:cond delay="1500"/>
                            </p:stCondLst>
                            <p:childTnLst>
                              <p:par>
                                <p:cTn id="37" presetID="22" presetClass="entr" presetSubtype="1" fill="hold" nodeType="afterEffect">
                                  <p:stCondLst>
                                    <p:cond delay="0"/>
                                  </p:stCondLst>
                                  <p:childTnLst>
                                    <p:set>
                                      <p:cBhvr>
                                        <p:cTn id="38" dur="1" fill="hold">
                                          <p:stCondLst>
                                            <p:cond delay="0"/>
                                          </p:stCondLst>
                                        </p:cTn>
                                        <p:tgtEl>
                                          <p:spTgt spid="3"/>
                                        </p:tgtEl>
                                        <p:attrNameLst>
                                          <p:attrName>style.visibility</p:attrName>
                                        </p:attrNameLst>
                                      </p:cBhvr>
                                      <p:to>
                                        <p:strVal val="visible"/>
                                      </p:to>
                                    </p:set>
                                    <p:animEffect transition="in" filter="wipe(up)">
                                      <p:cBhvr>
                                        <p:cTn id="39" dur="500"/>
                                        <p:tgtEl>
                                          <p:spTgt spid="3"/>
                                        </p:tgtEl>
                                      </p:cBhvr>
                                    </p:animEffect>
                                  </p:childTnLst>
                                </p:cTn>
                              </p:par>
                              <p:par>
                                <p:cTn id="40" presetID="22" presetClass="entr" presetSubtype="1" fill="hold" nodeType="withEffect">
                                  <p:stCondLst>
                                    <p:cond delay="0"/>
                                  </p:stCondLst>
                                  <p:childTnLst>
                                    <p:set>
                                      <p:cBhvr>
                                        <p:cTn id="41" dur="1" fill="hold">
                                          <p:stCondLst>
                                            <p:cond delay="0"/>
                                          </p:stCondLst>
                                        </p:cTn>
                                        <p:tgtEl>
                                          <p:spTgt spid="4"/>
                                        </p:tgtEl>
                                        <p:attrNameLst>
                                          <p:attrName>style.visibility</p:attrName>
                                        </p:attrNameLst>
                                      </p:cBhvr>
                                      <p:to>
                                        <p:strVal val="visible"/>
                                      </p:to>
                                    </p:set>
                                    <p:animEffect transition="in" filter="wipe(up)">
                                      <p:cBhvr>
                                        <p:cTn id="42" dur="500"/>
                                        <p:tgtEl>
                                          <p:spTgt spid="4"/>
                                        </p:tgtEl>
                                      </p:cBhvr>
                                    </p:animEffect>
                                  </p:childTnLst>
                                </p:cTn>
                              </p:par>
                              <p:par>
                                <p:cTn id="43" presetID="22" presetClass="entr" presetSubtype="1" fill="hold" nodeType="withEffect">
                                  <p:stCondLst>
                                    <p:cond delay="0"/>
                                  </p:stCondLst>
                                  <p:childTnLst>
                                    <p:set>
                                      <p:cBhvr>
                                        <p:cTn id="44" dur="1" fill="hold">
                                          <p:stCondLst>
                                            <p:cond delay="0"/>
                                          </p:stCondLst>
                                        </p:cTn>
                                        <p:tgtEl>
                                          <p:spTgt spid="5"/>
                                        </p:tgtEl>
                                        <p:attrNameLst>
                                          <p:attrName>style.visibility</p:attrName>
                                        </p:attrNameLst>
                                      </p:cBhvr>
                                      <p:to>
                                        <p:strVal val="visible"/>
                                      </p:to>
                                    </p:set>
                                    <p:animEffect transition="in" filter="wipe(up)">
                                      <p:cBhvr>
                                        <p:cTn id="45" dur="500"/>
                                        <p:tgtEl>
                                          <p:spTgt spid="5"/>
                                        </p:tgtEl>
                                      </p:cBhvr>
                                    </p:animEffect>
                                  </p:childTnLst>
                                </p:cTn>
                              </p:par>
                              <p:par>
                                <p:cTn id="46" presetID="22" presetClass="entr" presetSubtype="1" fill="hold" nodeType="withEffect">
                                  <p:stCondLst>
                                    <p:cond delay="0"/>
                                  </p:stCondLst>
                                  <p:childTnLst>
                                    <p:set>
                                      <p:cBhvr>
                                        <p:cTn id="47" dur="1" fill="hold">
                                          <p:stCondLst>
                                            <p:cond delay="0"/>
                                          </p:stCondLst>
                                        </p:cTn>
                                        <p:tgtEl>
                                          <p:spTgt spid="6"/>
                                        </p:tgtEl>
                                        <p:attrNameLst>
                                          <p:attrName>style.visibility</p:attrName>
                                        </p:attrNameLst>
                                      </p:cBhvr>
                                      <p:to>
                                        <p:strVal val="visible"/>
                                      </p:to>
                                    </p:set>
                                    <p:animEffect transition="in" filter="wipe(up)">
                                      <p:cBhvr>
                                        <p:cTn id="48" dur="500"/>
                                        <p:tgtEl>
                                          <p:spTgt spid="6"/>
                                        </p:tgtEl>
                                      </p:cBhvr>
                                    </p:animEffect>
                                  </p:childTnLst>
                                </p:cTn>
                              </p:par>
                              <p:par>
                                <p:cTn id="49" presetID="22" presetClass="entr" presetSubtype="1" fill="hold" nodeType="withEffect">
                                  <p:stCondLst>
                                    <p:cond delay="0"/>
                                  </p:stCondLst>
                                  <p:childTnLst>
                                    <p:set>
                                      <p:cBhvr>
                                        <p:cTn id="50" dur="1" fill="hold">
                                          <p:stCondLst>
                                            <p:cond delay="0"/>
                                          </p:stCondLst>
                                        </p:cTn>
                                        <p:tgtEl>
                                          <p:spTgt spid="7"/>
                                        </p:tgtEl>
                                        <p:attrNameLst>
                                          <p:attrName>style.visibility</p:attrName>
                                        </p:attrNameLst>
                                      </p:cBhvr>
                                      <p:to>
                                        <p:strVal val="visible"/>
                                      </p:to>
                                    </p:set>
                                    <p:animEffect transition="in" filter="wipe(up)">
                                      <p:cBhvr>
                                        <p:cTn id="51" dur="500"/>
                                        <p:tgtEl>
                                          <p:spTgt spid="7"/>
                                        </p:tgtEl>
                                      </p:cBhvr>
                                    </p:animEffect>
                                  </p:childTnLst>
                                </p:cTn>
                              </p:par>
                            </p:childTnLst>
                          </p:cTn>
                        </p:par>
                        <p:par>
                          <p:cTn id="52" fill="hold">
                            <p:stCondLst>
                              <p:cond delay="2000"/>
                            </p:stCondLst>
                            <p:childTnLst>
                              <p:par>
                                <p:cTn id="53" presetID="2" presetClass="entr" presetSubtype="8" fill="hold" grpId="0" nodeType="afterEffect">
                                  <p:stCondLst>
                                    <p:cond delay="0"/>
                                  </p:stCondLst>
                                  <p:childTnLst>
                                    <p:set>
                                      <p:cBhvr>
                                        <p:cTn id="54" dur="1" fill="hold">
                                          <p:stCondLst>
                                            <p:cond delay="0"/>
                                          </p:stCondLst>
                                        </p:cTn>
                                        <p:tgtEl>
                                          <p:spTgt spid="8"/>
                                        </p:tgtEl>
                                        <p:attrNameLst>
                                          <p:attrName>style.visibility</p:attrName>
                                        </p:attrNameLst>
                                      </p:cBhvr>
                                      <p:to>
                                        <p:strVal val="visible"/>
                                      </p:to>
                                    </p:set>
                                    <p:anim calcmode="lin" valueType="num">
                                      <p:cBhvr additive="base">
                                        <p:cTn id="55" dur="500" fill="hold"/>
                                        <p:tgtEl>
                                          <p:spTgt spid="8"/>
                                        </p:tgtEl>
                                        <p:attrNameLst>
                                          <p:attrName>ppt_x</p:attrName>
                                        </p:attrNameLst>
                                      </p:cBhvr>
                                      <p:tavLst>
                                        <p:tav tm="0">
                                          <p:val>
                                            <p:strVal val="0-#ppt_w/2"/>
                                          </p:val>
                                        </p:tav>
                                        <p:tav tm="100000">
                                          <p:val>
                                            <p:strVal val="#ppt_x"/>
                                          </p:val>
                                        </p:tav>
                                      </p:tavLst>
                                    </p:anim>
                                    <p:anim calcmode="lin" valueType="num">
                                      <p:cBhvr additive="base">
                                        <p:cTn id="56" dur="500" fill="hold"/>
                                        <p:tgtEl>
                                          <p:spTgt spid="8"/>
                                        </p:tgtEl>
                                        <p:attrNameLst>
                                          <p:attrName>ppt_y</p:attrName>
                                        </p:attrNameLst>
                                      </p:cBhvr>
                                      <p:tavLst>
                                        <p:tav tm="0">
                                          <p:val>
                                            <p:strVal val="#ppt_y"/>
                                          </p:val>
                                        </p:tav>
                                        <p:tav tm="100000">
                                          <p:val>
                                            <p:strVal val="#ppt_y"/>
                                          </p:val>
                                        </p:tav>
                                      </p:tavLst>
                                    </p:anim>
                                  </p:childTnLst>
                                </p:cTn>
                              </p:par>
                              <p:par>
                                <p:cTn id="57" presetID="2" presetClass="entr" presetSubtype="8" fill="hold" grpId="0" nodeType="withEffect">
                                  <p:stCondLst>
                                    <p:cond delay="0"/>
                                  </p:stCondLst>
                                  <p:childTnLst>
                                    <p:set>
                                      <p:cBhvr>
                                        <p:cTn id="58" dur="1" fill="hold">
                                          <p:stCondLst>
                                            <p:cond delay="0"/>
                                          </p:stCondLst>
                                        </p:cTn>
                                        <p:tgtEl>
                                          <p:spTgt spid="10"/>
                                        </p:tgtEl>
                                        <p:attrNameLst>
                                          <p:attrName>style.visibility</p:attrName>
                                        </p:attrNameLst>
                                      </p:cBhvr>
                                      <p:to>
                                        <p:strVal val="visible"/>
                                      </p:to>
                                    </p:set>
                                    <p:anim calcmode="lin" valueType="num">
                                      <p:cBhvr additive="base">
                                        <p:cTn id="59" dur="500" fill="hold"/>
                                        <p:tgtEl>
                                          <p:spTgt spid="10"/>
                                        </p:tgtEl>
                                        <p:attrNameLst>
                                          <p:attrName>ppt_x</p:attrName>
                                        </p:attrNameLst>
                                      </p:cBhvr>
                                      <p:tavLst>
                                        <p:tav tm="0">
                                          <p:val>
                                            <p:strVal val="0-#ppt_w/2"/>
                                          </p:val>
                                        </p:tav>
                                        <p:tav tm="100000">
                                          <p:val>
                                            <p:strVal val="#ppt_x"/>
                                          </p:val>
                                        </p:tav>
                                      </p:tavLst>
                                    </p:anim>
                                    <p:anim calcmode="lin" valueType="num">
                                      <p:cBhvr additive="base">
                                        <p:cTn id="60" dur="500" fill="hold"/>
                                        <p:tgtEl>
                                          <p:spTgt spid="10"/>
                                        </p:tgtEl>
                                        <p:attrNameLst>
                                          <p:attrName>ppt_y</p:attrName>
                                        </p:attrNameLst>
                                      </p:cBhvr>
                                      <p:tavLst>
                                        <p:tav tm="0">
                                          <p:val>
                                            <p:strVal val="#ppt_y"/>
                                          </p:val>
                                        </p:tav>
                                        <p:tav tm="100000">
                                          <p:val>
                                            <p:strVal val="#ppt_y"/>
                                          </p:val>
                                        </p:tav>
                                      </p:tavLst>
                                    </p:anim>
                                  </p:childTnLst>
                                </p:cTn>
                              </p:par>
                              <p:par>
                                <p:cTn id="61" presetID="2" presetClass="entr" presetSubtype="8" fill="hold" grpId="0" nodeType="withEffect">
                                  <p:stCondLst>
                                    <p:cond delay="0"/>
                                  </p:stCondLst>
                                  <p:childTnLst>
                                    <p:set>
                                      <p:cBhvr>
                                        <p:cTn id="62" dur="1" fill="hold">
                                          <p:stCondLst>
                                            <p:cond delay="0"/>
                                          </p:stCondLst>
                                        </p:cTn>
                                        <p:tgtEl>
                                          <p:spTgt spid="12"/>
                                        </p:tgtEl>
                                        <p:attrNameLst>
                                          <p:attrName>style.visibility</p:attrName>
                                        </p:attrNameLst>
                                      </p:cBhvr>
                                      <p:to>
                                        <p:strVal val="visible"/>
                                      </p:to>
                                    </p:set>
                                    <p:anim calcmode="lin" valueType="num">
                                      <p:cBhvr additive="base">
                                        <p:cTn id="63" dur="500" fill="hold"/>
                                        <p:tgtEl>
                                          <p:spTgt spid="12"/>
                                        </p:tgtEl>
                                        <p:attrNameLst>
                                          <p:attrName>ppt_x</p:attrName>
                                        </p:attrNameLst>
                                      </p:cBhvr>
                                      <p:tavLst>
                                        <p:tav tm="0">
                                          <p:val>
                                            <p:strVal val="0-#ppt_w/2"/>
                                          </p:val>
                                        </p:tav>
                                        <p:tav tm="100000">
                                          <p:val>
                                            <p:strVal val="#ppt_x"/>
                                          </p:val>
                                        </p:tav>
                                      </p:tavLst>
                                    </p:anim>
                                    <p:anim calcmode="lin" valueType="num">
                                      <p:cBhvr additive="base">
                                        <p:cTn id="64" dur="500" fill="hold"/>
                                        <p:tgtEl>
                                          <p:spTgt spid="12"/>
                                        </p:tgtEl>
                                        <p:attrNameLst>
                                          <p:attrName>ppt_y</p:attrName>
                                        </p:attrNameLst>
                                      </p:cBhvr>
                                      <p:tavLst>
                                        <p:tav tm="0">
                                          <p:val>
                                            <p:strVal val="#ppt_y"/>
                                          </p:val>
                                        </p:tav>
                                        <p:tav tm="100000">
                                          <p:val>
                                            <p:strVal val="#ppt_y"/>
                                          </p:val>
                                        </p:tav>
                                      </p:tavLst>
                                    </p:anim>
                                  </p:childTnLst>
                                </p:cTn>
                              </p:par>
                              <p:par>
                                <p:cTn id="65" presetID="2" presetClass="entr" presetSubtype="8" fill="hold" grpId="0" nodeType="withEffect">
                                  <p:stCondLst>
                                    <p:cond delay="0"/>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500" fill="hold"/>
                                        <p:tgtEl>
                                          <p:spTgt spid="14"/>
                                        </p:tgtEl>
                                        <p:attrNameLst>
                                          <p:attrName>ppt_x</p:attrName>
                                        </p:attrNameLst>
                                      </p:cBhvr>
                                      <p:tavLst>
                                        <p:tav tm="0">
                                          <p:val>
                                            <p:strVal val="0-#ppt_w/2"/>
                                          </p:val>
                                        </p:tav>
                                        <p:tav tm="100000">
                                          <p:val>
                                            <p:strVal val="#ppt_x"/>
                                          </p:val>
                                        </p:tav>
                                      </p:tavLst>
                                    </p:anim>
                                    <p:anim calcmode="lin" valueType="num">
                                      <p:cBhvr additive="base">
                                        <p:cTn id="68" dur="500" fill="hold"/>
                                        <p:tgtEl>
                                          <p:spTgt spid="14"/>
                                        </p:tgtEl>
                                        <p:attrNameLst>
                                          <p:attrName>ppt_y</p:attrName>
                                        </p:attrNameLst>
                                      </p:cBhvr>
                                      <p:tavLst>
                                        <p:tav tm="0">
                                          <p:val>
                                            <p:strVal val="#ppt_y"/>
                                          </p:val>
                                        </p:tav>
                                        <p:tav tm="100000">
                                          <p:val>
                                            <p:strVal val="#ppt_y"/>
                                          </p:val>
                                        </p:tav>
                                      </p:tavLst>
                                    </p:anim>
                                  </p:childTnLst>
                                </p:cTn>
                              </p:par>
                              <p:par>
                                <p:cTn id="69" presetID="2" presetClass="entr" presetSubtype="8" fill="hold" grpId="0" nodeType="withEffect">
                                  <p:stCondLst>
                                    <p:cond delay="0"/>
                                  </p:stCondLst>
                                  <p:childTnLst>
                                    <p:set>
                                      <p:cBhvr>
                                        <p:cTn id="70" dur="1" fill="hold">
                                          <p:stCondLst>
                                            <p:cond delay="0"/>
                                          </p:stCondLst>
                                        </p:cTn>
                                        <p:tgtEl>
                                          <p:spTgt spid="16"/>
                                        </p:tgtEl>
                                        <p:attrNameLst>
                                          <p:attrName>style.visibility</p:attrName>
                                        </p:attrNameLst>
                                      </p:cBhvr>
                                      <p:to>
                                        <p:strVal val="visible"/>
                                      </p:to>
                                    </p:set>
                                    <p:anim calcmode="lin" valueType="num">
                                      <p:cBhvr additive="base">
                                        <p:cTn id="71" dur="500" fill="hold"/>
                                        <p:tgtEl>
                                          <p:spTgt spid="16"/>
                                        </p:tgtEl>
                                        <p:attrNameLst>
                                          <p:attrName>ppt_x</p:attrName>
                                        </p:attrNameLst>
                                      </p:cBhvr>
                                      <p:tavLst>
                                        <p:tav tm="0">
                                          <p:val>
                                            <p:strVal val="0-#ppt_w/2"/>
                                          </p:val>
                                        </p:tav>
                                        <p:tav tm="100000">
                                          <p:val>
                                            <p:strVal val="#ppt_x"/>
                                          </p:val>
                                        </p:tav>
                                      </p:tavLst>
                                    </p:anim>
                                    <p:anim calcmode="lin" valueType="num">
                                      <p:cBhvr additive="base">
                                        <p:cTn id="72" dur="500" fill="hold"/>
                                        <p:tgtEl>
                                          <p:spTgt spid="16"/>
                                        </p:tgtEl>
                                        <p:attrNameLst>
                                          <p:attrName>ppt_y</p:attrName>
                                        </p:attrNameLst>
                                      </p:cBhvr>
                                      <p:tavLst>
                                        <p:tav tm="0">
                                          <p:val>
                                            <p:strVal val="#ppt_y"/>
                                          </p:val>
                                        </p:tav>
                                        <p:tav tm="100000">
                                          <p:val>
                                            <p:strVal val="#ppt_y"/>
                                          </p:val>
                                        </p:tav>
                                      </p:tavLst>
                                    </p:anim>
                                  </p:childTnLst>
                                </p:cTn>
                              </p:par>
                              <p:par>
                                <p:cTn id="73" presetID="2" presetClass="entr" presetSubtype="8" fill="hold" grpId="0" nodeType="withEffect">
                                  <p:stCondLst>
                                    <p:cond delay="0"/>
                                  </p:stCondLst>
                                  <p:childTnLst>
                                    <p:set>
                                      <p:cBhvr>
                                        <p:cTn id="74" dur="1" fill="hold">
                                          <p:stCondLst>
                                            <p:cond delay="0"/>
                                          </p:stCondLst>
                                        </p:cTn>
                                        <p:tgtEl>
                                          <p:spTgt spid="18"/>
                                        </p:tgtEl>
                                        <p:attrNameLst>
                                          <p:attrName>style.visibility</p:attrName>
                                        </p:attrNameLst>
                                      </p:cBhvr>
                                      <p:to>
                                        <p:strVal val="visible"/>
                                      </p:to>
                                    </p:set>
                                    <p:anim calcmode="lin" valueType="num">
                                      <p:cBhvr additive="base">
                                        <p:cTn id="75" dur="500" fill="hold"/>
                                        <p:tgtEl>
                                          <p:spTgt spid="18"/>
                                        </p:tgtEl>
                                        <p:attrNameLst>
                                          <p:attrName>ppt_x</p:attrName>
                                        </p:attrNameLst>
                                      </p:cBhvr>
                                      <p:tavLst>
                                        <p:tav tm="0">
                                          <p:val>
                                            <p:strVal val="0-#ppt_w/2"/>
                                          </p:val>
                                        </p:tav>
                                        <p:tav tm="100000">
                                          <p:val>
                                            <p:strVal val="#ppt_x"/>
                                          </p:val>
                                        </p:tav>
                                      </p:tavLst>
                                    </p:anim>
                                    <p:anim calcmode="lin" valueType="num">
                                      <p:cBhvr additive="base">
                                        <p:cTn id="76" dur="500" fill="hold"/>
                                        <p:tgtEl>
                                          <p:spTgt spid="18"/>
                                        </p:tgtEl>
                                        <p:attrNameLst>
                                          <p:attrName>ppt_y</p:attrName>
                                        </p:attrNameLst>
                                      </p:cBhvr>
                                      <p:tavLst>
                                        <p:tav tm="0">
                                          <p:val>
                                            <p:strVal val="#ppt_y"/>
                                          </p:val>
                                        </p:tav>
                                        <p:tav tm="100000">
                                          <p:val>
                                            <p:strVal val="#ppt_y"/>
                                          </p:val>
                                        </p:tav>
                                      </p:tavLst>
                                    </p:anim>
                                  </p:childTnLst>
                                </p:cTn>
                              </p:par>
                              <p:par>
                                <p:cTn id="77" presetID="2" presetClass="entr" presetSubtype="8" fill="hold" grpId="0" nodeType="withEffect">
                                  <p:stCondLst>
                                    <p:cond delay="0"/>
                                  </p:stCondLst>
                                  <p:childTnLst>
                                    <p:set>
                                      <p:cBhvr>
                                        <p:cTn id="78" dur="1" fill="hold">
                                          <p:stCondLst>
                                            <p:cond delay="0"/>
                                          </p:stCondLst>
                                        </p:cTn>
                                        <p:tgtEl>
                                          <p:spTgt spid="19"/>
                                        </p:tgtEl>
                                        <p:attrNameLst>
                                          <p:attrName>style.visibility</p:attrName>
                                        </p:attrNameLst>
                                      </p:cBhvr>
                                      <p:to>
                                        <p:strVal val="visible"/>
                                      </p:to>
                                    </p:set>
                                    <p:anim calcmode="lin" valueType="num">
                                      <p:cBhvr additive="base">
                                        <p:cTn id="79" dur="500" fill="hold"/>
                                        <p:tgtEl>
                                          <p:spTgt spid="19"/>
                                        </p:tgtEl>
                                        <p:attrNameLst>
                                          <p:attrName>ppt_x</p:attrName>
                                        </p:attrNameLst>
                                      </p:cBhvr>
                                      <p:tavLst>
                                        <p:tav tm="0">
                                          <p:val>
                                            <p:strVal val="0-#ppt_w/2"/>
                                          </p:val>
                                        </p:tav>
                                        <p:tav tm="100000">
                                          <p:val>
                                            <p:strVal val="#ppt_x"/>
                                          </p:val>
                                        </p:tav>
                                      </p:tavLst>
                                    </p:anim>
                                    <p:anim calcmode="lin" valueType="num">
                                      <p:cBhvr additive="base">
                                        <p:cTn id="80" dur="500" fill="hold"/>
                                        <p:tgtEl>
                                          <p:spTgt spid="19"/>
                                        </p:tgtEl>
                                        <p:attrNameLst>
                                          <p:attrName>ppt_y</p:attrName>
                                        </p:attrNameLst>
                                      </p:cBhvr>
                                      <p:tavLst>
                                        <p:tav tm="0">
                                          <p:val>
                                            <p:strVal val="#ppt_y"/>
                                          </p:val>
                                        </p:tav>
                                        <p:tav tm="100000">
                                          <p:val>
                                            <p:strVal val="#ppt_y"/>
                                          </p:val>
                                        </p:tav>
                                      </p:tavLst>
                                    </p:anim>
                                  </p:childTnLst>
                                </p:cTn>
                              </p:par>
                              <p:par>
                                <p:cTn id="81" presetID="2" presetClass="entr" presetSubtype="8" fill="hold" grpId="0" nodeType="withEffect">
                                  <p:stCondLst>
                                    <p:cond delay="0"/>
                                  </p:stCondLst>
                                  <p:childTnLst>
                                    <p:set>
                                      <p:cBhvr>
                                        <p:cTn id="82" dur="1" fill="hold">
                                          <p:stCondLst>
                                            <p:cond delay="0"/>
                                          </p:stCondLst>
                                        </p:cTn>
                                        <p:tgtEl>
                                          <p:spTgt spid="20"/>
                                        </p:tgtEl>
                                        <p:attrNameLst>
                                          <p:attrName>style.visibility</p:attrName>
                                        </p:attrNameLst>
                                      </p:cBhvr>
                                      <p:to>
                                        <p:strVal val="visible"/>
                                      </p:to>
                                    </p:set>
                                    <p:anim calcmode="lin" valueType="num">
                                      <p:cBhvr additive="base">
                                        <p:cTn id="83" dur="500" fill="hold"/>
                                        <p:tgtEl>
                                          <p:spTgt spid="20"/>
                                        </p:tgtEl>
                                        <p:attrNameLst>
                                          <p:attrName>ppt_x</p:attrName>
                                        </p:attrNameLst>
                                      </p:cBhvr>
                                      <p:tavLst>
                                        <p:tav tm="0">
                                          <p:val>
                                            <p:strVal val="0-#ppt_w/2"/>
                                          </p:val>
                                        </p:tav>
                                        <p:tav tm="100000">
                                          <p:val>
                                            <p:strVal val="#ppt_x"/>
                                          </p:val>
                                        </p:tav>
                                      </p:tavLst>
                                    </p:anim>
                                    <p:anim calcmode="lin" valueType="num">
                                      <p:cBhvr additive="base">
                                        <p:cTn id="84" dur="500" fill="hold"/>
                                        <p:tgtEl>
                                          <p:spTgt spid="20"/>
                                        </p:tgtEl>
                                        <p:attrNameLst>
                                          <p:attrName>ppt_y</p:attrName>
                                        </p:attrNameLst>
                                      </p:cBhvr>
                                      <p:tavLst>
                                        <p:tav tm="0">
                                          <p:val>
                                            <p:strVal val="#ppt_y"/>
                                          </p:val>
                                        </p:tav>
                                        <p:tav tm="100000">
                                          <p:val>
                                            <p:strVal val="#ppt_y"/>
                                          </p:val>
                                        </p:tav>
                                      </p:tavLst>
                                    </p:anim>
                                  </p:childTnLst>
                                </p:cTn>
                              </p:par>
                              <p:par>
                                <p:cTn id="85" presetID="2" presetClass="entr" presetSubtype="8" fill="hold" grpId="0" nodeType="withEffect">
                                  <p:stCondLst>
                                    <p:cond delay="0"/>
                                  </p:stCondLst>
                                  <p:childTnLst>
                                    <p:set>
                                      <p:cBhvr>
                                        <p:cTn id="86" dur="1" fill="hold">
                                          <p:stCondLst>
                                            <p:cond delay="0"/>
                                          </p:stCondLst>
                                        </p:cTn>
                                        <p:tgtEl>
                                          <p:spTgt spid="21"/>
                                        </p:tgtEl>
                                        <p:attrNameLst>
                                          <p:attrName>style.visibility</p:attrName>
                                        </p:attrNameLst>
                                      </p:cBhvr>
                                      <p:to>
                                        <p:strVal val="visible"/>
                                      </p:to>
                                    </p:set>
                                    <p:anim calcmode="lin" valueType="num">
                                      <p:cBhvr additive="base">
                                        <p:cTn id="87" dur="500" fill="hold"/>
                                        <p:tgtEl>
                                          <p:spTgt spid="21"/>
                                        </p:tgtEl>
                                        <p:attrNameLst>
                                          <p:attrName>ppt_x</p:attrName>
                                        </p:attrNameLst>
                                      </p:cBhvr>
                                      <p:tavLst>
                                        <p:tav tm="0">
                                          <p:val>
                                            <p:strVal val="0-#ppt_w/2"/>
                                          </p:val>
                                        </p:tav>
                                        <p:tav tm="100000">
                                          <p:val>
                                            <p:strVal val="#ppt_x"/>
                                          </p:val>
                                        </p:tav>
                                      </p:tavLst>
                                    </p:anim>
                                    <p:anim calcmode="lin" valueType="num">
                                      <p:cBhvr additive="base">
                                        <p:cTn id="88" dur="500" fill="hold"/>
                                        <p:tgtEl>
                                          <p:spTgt spid="21"/>
                                        </p:tgtEl>
                                        <p:attrNameLst>
                                          <p:attrName>ppt_y</p:attrName>
                                        </p:attrNameLst>
                                      </p:cBhvr>
                                      <p:tavLst>
                                        <p:tav tm="0">
                                          <p:val>
                                            <p:strVal val="#ppt_y"/>
                                          </p:val>
                                        </p:tav>
                                        <p:tav tm="100000">
                                          <p:val>
                                            <p:strVal val="#ppt_y"/>
                                          </p:val>
                                        </p:tav>
                                      </p:tavLst>
                                    </p:anim>
                                  </p:childTnLst>
                                </p:cTn>
                              </p:par>
                              <p:par>
                                <p:cTn id="89" presetID="2" presetClass="entr" presetSubtype="8" fill="hold" grpId="0" nodeType="withEffect">
                                  <p:stCondLst>
                                    <p:cond delay="0"/>
                                  </p:stCondLst>
                                  <p:childTnLst>
                                    <p:set>
                                      <p:cBhvr>
                                        <p:cTn id="90" dur="1" fill="hold">
                                          <p:stCondLst>
                                            <p:cond delay="0"/>
                                          </p:stCondLst>
                                        </p:cTn>
                                        <p:tgtEl>
                                          <p:spTgt spid="22"/>
                                        </p:tgtEl>
                                        <p:attrNameLst>
                                          <p:attrName>style.visibility</p:attrName>
                                        </p:attrNameLst>
                                      </p:cBhvr>
                                      <p:to>
                                        <p:strVal val="visible"/>
                                      </p:to>
                                    </p:set>
                                    <p:anim calcmode="lin" valueType="num">
                                      <p:cBhvr additive="base">
                                        <p:cTn id="91" dur="500" fill="hold"/>
                                        <p:tgtEl>
                                          <p:spTgt spid="22"/>
                                        </p:tgtEl>
                                        <p:attrNameLst>
                                          <p:attrName>ppt_x</p:attrName>
                                        </p:attrNameLst>
                                      </p:cBhvr>
                                      <p:tavLst>
                                        <p:tav tm="0">
                                          <p:val>
                                            <p:strVal val="0-#ppt_w/2"/>
                                          </p:val>
                                        </p:tav>
                                        <p:tav tm="100000">
                                          <p:val>
                                            <p:strVal val="#ppt_x"/>
                                          </p:val>
                                        </p:tav>
                                      </p:tavLst>
                                    </p:anim>
                                    <p:anim calcmode="lin" valueType="num">
                                      <p:cBhvr additive="base">
                                        <p:cTn id="92" dur="500" fill="hold"/>
                                        <p:tgtEl>
                                          <p:spTgt spid="22"/>
                                        </p:tgtEl>
                                        <p:attrNameLst>
                                          <p:attrName>ppt_y</p:attrName>
                                        </p:attrNameLst>
                                      </p:cBhvr>
                                      <p:tavLst>
                                        <p:tav tm="0">
                                          <p:val>
                                            <p:strVal val="#ppt_y"/>
                                          </p:val>
                                        </p:tav>
                                        <p:tav tm="100000">
                                          <p:val>
                                            <p:strVal val="#ppt_y"/>
                                          </p:val>
                                        </p:tav>
                                      </p:tavLst>
                                    </p:anim>
                                  </p:childTnLst>
                                </p:cTn>
                              </p:par>
                            </p:childTnLst>
                          </p:cTn>
                        </p:par>
                        <p:par>
                          <p:cTn id="93" fill="hold">
                            <p:stCondLst>
                              <p:cond delay="2500"/>
                            </p:stCondLst>
                            <p:childTnLst>
                              <p:par>
                                <p:cTn id="94" presetID="2" presetClass="entr" presetSubtype="4" fill="hold" nodeType="afterEffect">
                                  <p:stCondLst>
                                    <p:cond delay="0"/>
                                  </p:stCondLst>
                                  <p:childTnLst>
                                    <p:set>
                                      <p:cBhvr>
                                        <p:cTn id="95" dur="1" fill="hold">
                                          <p:stCondLst>
                                            <p:cond delay="0"/>
                                          </p:stCondLst>
                                        </p:cTn>
                                        <p:tgtEl>
                                          <p:spTgt spid="26"/>
                                        </p:tgtEl>
                                        <p:attrNameLst>
                                          <p:attrName>style.visibility</p:attrName>
                                        </p:attrNameLst>
                                      </p:cBhvr>
                                      <p:to>
                                        <p:strVal val="visible"/>
                                      </p:to>
                                    </p:set>
                                    <p:anim calcmode="lin" valueType="num">
                                      <p:cBhvr additive="base">
                                        <p:cTn id="96" dur="500" fill="hold"/>
                                        <p:tgtEl>
                                          <p:spTgt spid="26"/>
                                        </p:tgtEl>
                                        <p:attrNameLst>
                                          <p:attrName>ppt_x</p:attrName>
                                        </p:attrNameLst>
                                      </p:cBhvr>
                                      <p:tavLst>
                                        <p:tav tm="0">
                                          <p:val>
                                            <p:strVal val="#ppt_x"/>
                                          </p:val>
                                        </p:tav>
                                        <p:tav tm="100000">
                                          <p:val>
                                            <p:strVal val="#ppt_x"/>
                                          </p:val>
                                        </p:tav>
                                      </p:tavLst>
                                    </p:anim>
                                    <p:anim calcmode="lin" valueType="num">
                                      <p:cBhvr additive="base">
                                        <p:cTn id="97" dur="500" fill="hold"/>
                                        <p:tgtEl>
                                          <p:spTgt spid="26"/>
                                        </p:tgtEl>
                                        <p:attrNameLst>
                                          <p:attrName>ppt_y</p:attrName>
                                        </p:attrNameLst>
                                      </p:cBhvr>
                                      <p:tavLst>
                                        <p:tav tm="0">
                                          <p:val>
                                            <p:strVal val="1+#ppt_h/2"/>
                                          </p:val>
                                        </p:tav>
                                        <p:tav tm="100000">
                                          <p:val>
                                            <p:strVal val="#ppt_y"/>
                                          </p:val>
                                        </p:tav>
                                      </p:tavLst>
                                    </p:anim>
                                  </p:childTnLst>
                                </p:cTn>
                              </p:par>
                              <p:par>
                                <p:cTn id="98" presetID="2" presetClass="entr" presetSubtype="4" fill="hold" nodeType="withEffect">
                                  <p:stCondLst>
                                    <p:cond delay="0"/>
                                  </p:stCondLst>
                                  <p:childTnLst>
                                    <p:set>
                                      <p:cBhvr>
                                        <p:cTn id="99" dur="1" fill="hold">
                                          <p:stCondLst>
                                            <p:cond delay="0"/>
                                          </p:stCondLst>
                                        </p:cTn>
                                        <p:tgtEl>
                                          <p:spTgt spid="23"/>
                                        </p:tgtEl>
                                        <p:attrNameLst>
                                          <p:attrName>style.visibility</p:attrName>
                                        </p:attrNameLst>
                                      </p:cBhvr>
                                      <p:to>
                                        <p:strVal val="visible"/>
                                      </p:to>
                                    </p:set>
                                    <p:anim calcmode="lin" valueType="num">
                                      <p:cBhvr additive="base">
                                        <p:cTn id="100" dur="500" fill="hold"/>
                                        <p:tgtEl>
                                          <p:spTgt spid="23"/>
                                        </p:tgtEl>
                                        <p:attrNameLst>
                                          <p:attrName>ppt_x</p:attrName>
                                        </p:attrNameLst>
                                      </p:cBhvr>
                                      <p:tavLst>
                                        <p:tav tm="0">
                                          <p:val>
                                            <p:strVal val="#ppt_x"/>
                                          </p:val>
                                        </p:tav>
                                        <p:tav tm="100000">
                                          <p:val>
                                            <p:strVal val="#ppt_x"/>
                                          </p:val>
                                        </p:tav>
                                      </p:tavLst>
                                    </p:anim>
                                    <p:anim calcmode="lin" valueType="num">
                                      <p:cBhvr additive="base">
                                        <p:cTn id="101" dur="500" fill="hold"/>
                                        <p:tgtEl>
                                          <p:spTgt spid="23"/>
                                        </p:tgtEl>
                                        <p:attrNameLst>
                                          <p:attrName>ppt_y</p:attrName>
                                        </p:attrNameLst>
                                      </p:cBhvr>
                                      <p:tavLst>
                                        <p:tav tm="0">
                                          <p:val>
                                            <p:strVal val="1+#ppt_h/2"/>
                                          </p:val>
                                        </p:tav>
                                        <p:tav tm="100000">
                                          <p:val>
                                            <p:strVal val="#ppt_y"/>
                                          </p:val>
                                        </p:tav>
                                      </p:tavLst>
                                    </p:anim>
                                  </p:childTnLst>
                                </p:cTn>
                              </p:par>
                              <p:par>
                                <p:cTn id="102" presetID="2" presetClass="entr" presetSubtype="4" fill="hold" nodeType="withEffect">
                                  <p:stCondLst>
                                    <p:cond delay="0"/>
                                  </p:stCondLst>
                                  <p:childTnLst>
                                    <p:set>
                                      <p:cBhvr>
                                        <p:cTn id="103" dur="1" fill="hold">
                                          <p:stCondLst>
                                            <p:cond delay="0"/>
                                          </p:stCondLst>
                                        </p:cTn>
                                        <p:tgtEl>
                                          <p:spTgt spid="33"/>
                                        </p:tgtEl>
                                        <p:attrNameLst>
                                          <p:attrName>style.visibility</p:attrName>
                                        </p:attrNameLst>
                                      </p:cBhvr>
                                      <p:to>
                                        <p:strVal val="visible"/>
                                      </p:to>
                                    </p:set>
                                    <p:anim calcmode="lin" valueType="num">
                                      <p:cBhvr additive="base">
                                        <p:cTn id="104" dur="500" fill="hold"/>
                                        <p:tgtEl>
                                          <p:spTgt spid="33"/>
                                        </p:tgtEl>
                                        <p:attrNameLst>
                                          <p:attrName>ppt_x</p:attrName>
                                        </p:attrNameLst>
                                      </p:cBhvr>
                                      <p:tavLst>
                                        <p:tav tm="0">
                                          <p:val>
                                            <p:strVal val="#ppt_x"/>
                                          </p:val>
                                        </p:tav>
                                        <p:tav tm="100000">
                                          <p:val>
                                            <p:strVal val="#ppt_x"/>
                                          </p:val>
                                        </p:tav>
                                      </p:tavLst>
                                    </p:anim>
                                    <p:anim calcmode="lin" valueType="num">
                                      <p:cBhvr additive="base">
                                        <p:cTn id="105" dur="500" fill="hold"/>
                                        <p:tgtEl>
                                          <p:spTgt spid="33"/>
                                        </p:tgtEl>
                                        <p:attrNameLst>
                                          <p:attrName>ppt_y</p:attrName>
                                        </p:attrNameLst>
                                      </p:cBhvr>
                                      <p:tavLst>
                                        <p:tav tm="0">
                                          <p:val>
                                            <p:strVal val="1+#ppt_h/2"/>
                                          </p:val>
                                        </p:tav>
                                        <p:tav tm="100000">
                                          <p:val>
                                            <p:strVal val="#ppt_y"/>
                                          </p:val>
                                        </p:tav>
                                      </p:tavLst>
                                    </p:anim>
                                  </p:childTnLst>
                                </p:cTn>
                              </p:par>
                              <p:par>
                                <p:cTn id="106" presetID="2" presetClass="entr" presetSubtype="4" fill="hold" nodeType="withEffect">
                                  <p:stCondLst>
                                    <p:cond delay="0"/>
                                  </p:stCondLst>
                                  <p:childTnLst>
                                    <p:set>
                                      <p:cBhvr>
                                        <p:cTn id="107" dur="1" fill="hold">
                                          <p:stCondLst>
                                            <p:cond delay="0"/>
                                          </p:stCondLst>
                                        </p:cTn>
                                        <p:tgtEl>
                                          <p:spTgt spid="29"/>
                                        </p:tgtEl>
                                        <p:attrNameLst>
                                          <p:attrName>style.visibility</p:attrName>
                                        </p:attrNameLst>
                                      </p:cBhvr>
                                      <p:to>
                                        <p:strVal val="visible"/>
                                      </p:to>
                                    </p:set>
                                    <p:anim calcmode="lin" valueType="num">
                                      <p:cBhvr additive="base">
                                        <p:cTn id="108" dur="500" fill="hold"/>
                                        <p:tgtEl>
                                          <p:spTgt spid="29"/>
                                        </p:tgtEl>
                                        <p:attrNameLst>
                                          <p:attrName>ppt_x</p:attrName>
                                        </p:attrNameLst>
                                      </p:cBhvr>
                                      <p:tavLst>
                                        <p:tav tm="0">
                                          <p:val>
                                            <p:strVal val="#ppt_x"/>
                                          </p:val>
                                        </p:tav>
                                        <p:tav tm="100000">
                                          <p:val>
                                            <p:strVal val="#ppt_x"/>
                                          </p:val>
                                        </p:tav>
                                      </p:tavLst>
                                    </p:anim>
                                    <p:anim calcmode="lin" valueType="num">
                                      <p:cBhvr additive="base">
                                        <p:cTn id="109" dur="500" fill="hold"/>
                                        <p:tgtEl>
                                          <p:spTgt spid="29"/>
                                        </p:tgtEl>
                                        <p:attrNameLst>
                                          <p:attrName>ppt_y</p:attrName>
                                        </p:attrNameLst>
                                      </p:cBhvr>
                                      <p:tavLst>
                                        <p:tav tm="0">
                                          <p:val>
                                            <p:strVal val="1+#ppt_h/2"/>
                                          </p:val>
                                        </p:tav>
                                        <p:tav tm="100000">
                                          <p:val>
                                            <p:strVal val="#ppt_y"/>
                                          </p:val>
                                        </p:tav>
                                      </p:tavLst>
                                    </p:anim>
                                  </p:childTnLst>
                                </p:cTn>
                              </p:par>
                              <p:par>
                                <p:cTn id="110" presetID="2" presetClass="entr" presetSubtype="4" fill="hold" nodeType="withEffect">
                                  <p:stCondLst>
                                    <p:cond delay="0"/>
                                  </p:stCondLst>
                                  <p:childTnLst>
                                    <p:set>
                                      <p:cBhvr>
                                        <p:cTn id="111" dur="1" fill="hold">
                                          <p:stCondLst>
                                            <p:cond delay="0"/>
                                          </p:stCondLst>
                                        </p:cTn>
                                        <p:tgtEl>
                                          <p:spTgt spid="37"/>
                                        </p:tgtEl>
                                        <p:attrNameLst>
                                          <p:attrName>style.visibility</p:attrName>
                                        </p:attrNameLst>
                                      </p:cBhvr>
                                      <p:to>
                                        <p:strVal val="visible"/>
                                      </p:to>
                                    </p:set>
                                    <p:anim calcmode="lin" valueType="num">
                                      <p:cBhvr additive="base">
                                        <p:cTn id="112" dur="500" fill="hold"/>
                                        <p:tgtEl>
                                          <p:spTgt spid="37"/>
                                        </p:tgtEl>
                                        <p:attrNameLst>
                                          <p:attrName>ppt_x</p:attrName>
                                        </p:attrNameLst>
                                      </p:cBhvr>
                                      <p:tavLst>
                                        <p:tav tm="0">
                                          <p:val>
                                            <p:strVal val="#ppt_x"/>
                                          </p:val>
                                        </p:tav>
                                        <p:tav tm="100000">
                                          <p:val>
                                            <p:strVal val="#ppt_x"/>
                                          </p:val>
                                        </p:tav>
                                      </p:tavLst>
                                    </p:anim>
                                    <p:anim calcmode="lin" valueType="num">
                                      <p:cBhvr additive="base">
                                        <p:cTn id="113" dur="500" fill="hold"/>
                                        <p:tgtEl>
                                          <p:spTgt spid="37"/>
                                        </p:tgtEl>
                                        <p:attrNameLst>
                                          <p:attrName>ppt_y</p:attrName>
                                        </p:attrNameLst>
                                      </p:cBhvr>
                                      <p:tavLst>
                                        <p:tav tm="0">
                                          <p:val>
                                            <p:strVal val="1+#ppt_h/2"/>
                                          </p:val>
                                        </p:tav>
                                        <p:tav tm="100000">
                                          <p:val>
                                            <p:strVal val="#ppt_y"/>
                                          </p:val>
                                        </p:tav>
                                      </p:tavLst>
                                    </p:anim>
                                  </p:childTnLst>
                                </p:cTn>
                              </p:par>
                            </p:childTnLst>
                          </p:cTn>
                        </p:par>
                        <p:par>
                          <p:cTn id="114" fill="hold">
                            <p:stCondLst>
                              <p:cond delay="3000"/>
                            </p:stCondLst>
                            <p:childTnLst>
                              <p:par>
                                <p:cTn id="115" presetID="22" presetClass="entr" presetSubtype="8" fill="hold" grpId="0" nodeType="afterEffect">
                                  <p:stCondLst>
                                    <p:cond delay="0"/>
                                  </p:stCondLst>
                                  <p:childTnLst>
                                    <p:set>
                                      <p:cBhvr>
                                        <p:cTn id="116" dur="1" fill="hold">
                                          <p:stCondLst>
                                            <p:cond delay="0"/>
                                          </p:stCondLst>
                                        </p:cTn>
                                        <p:tgtEl>
                                          <p:spTgt spid="46"/>
                                        </p:tgtEl>
                                        <p:attrNameLst>
                                          <p:attrName>style.visibility</p:attrName>
                                        </p:attrNameLst>
                                      </p:cBhvr>
                                      <p:to>
                                        <p:strVal val="visible"/>
                                      </p:to>
                                    </p:set>
                                    <p:animEffect transition="in" filter="wipe(left)">
                                      <p:cBhvr>
                                        <p:cTn id="117" dur="500"/>
                                        <p:tgtEl>
                                          <p:spTgt spid="46"/>
                                        </p:tgtEl>
                                      </p:cBhvr>
                                    </p:animEffect>
                                  </p:childTnLst>
                                </p:cTn>
                              </p:par>
                              <p:par>
                                <p:cTn id="118" presetID="22" presetClass="entr" presetSubtype="8" fill="hold" grpId="0" nodeType="withEffect">
                                  <p:stCondLst>
                                    <p:cond delay="0"/>
                                  </p:stCondLst>
                                  <p:childTnLst>
                                    <p:set>
                                      <p:cBhvr>
                                        <p:cTn id="119" dur="1" fill="hold">
                                          <p:stCondLst>
                                            <p:cond delay="0"/>
                                          </p:stCondLst>
                                        </p:cTn>
                                        <p:tgtEl>
                                          <p:spTgt spid="43"/>
                                        </p:tgtEl>
                                        <p:attrNameLst>
                                          <p:attrName>style.visibility</p:attrName>
                                        </p:attrNameLst>
                                      </p:cBhvr>
                                      <p:to>
                                        <p:strVal val="visible"/>
                                      </p:to>
                                    </p:set>
                                    <p:animEffect transition="in" filter="wipe(left)">
                                      <p:cBhvr>
                                        <p:cTn id="120" dur="500"/>
                                        <p:tgtEl>
                                          <p:spTgt spid="43"/>
                                        </p:tgtEl>
                                      </p:cBhvr>
                                    </p:animEffect>
                                  </p:childTnLst>
                                </p:cTn>
                              </p:par>
                              <p:par>
                                <p:cTn id="121" presetID="22" presetClass="entr" presetSubtype="8" fill="hold" grpId="0" nodeType="withEffect">
                                  <p:stCondLst>
                                    <p:cond delay="0"/>
                                  </p:stCondLst>
                                  <p:childTnLst>
                                    <p:set>
                                      <p:cBhvr>
                                        <p:cTn id="122" dur="1" fill="hold">
                                          <p:stCondLst>
                                            <p:cond delay="0"/>
                                          </p:stCondLst>
                                        </p:cTn>
                                        <p:tgtEl>
                                          <p:spTgt spid="44"/>
                                        </p:tgtEl>
                                        <p:attrNameLst>
                                          <p:attrName>style.visibility</p:attrName>
                                        </p:attrNameLst>
                                      </p:cBhvr>
                                      <p:to>
                                        <p:strVal val="visible"/>
                                      </p:to>
                                    </p:set>
                                    <p:animEffect transition="in" filter="wipe(left)">
                                      <p:cBhvr>
                                        <p:cTn id="123" dur="500"/>
                                        <p:tgtEl>
                                          <p:spTgt spid="44"/>
                                        </p:tgtEl>
                                      </p:cBhvr>
                                    </p:animEffect>
                                  </p:childTnLst>
                                </p:cTn>
                              </p:par>
                              <p:par>
                                <p:cTn id="124" presetID="22" presetClass="entr" presetSubtype="8" fill="hold" grpId="0" nodeType="withEffect">
                                  <p:stCondLst>
                                    <p:cond delay="0"/>
                                  </p:stCondLst>
                                  <p:childTnLst>
                                    <p:set>
                                      <p:cBhvr>
                                        <p:cTn id="125" dur="1" fill="hold">
                                          <p:stCondLst>
                                            <p:cond delay="0"/>
                                          </p:stCondLst>
                                        </p:cTn>
                                        <p:tgtEl>
                                          <p:spTgt spid="45"/>
                                        </p:tgtEl>
                                        <p:attrNameLst>
                                          <p:attrName>style.visibility</p:attrName>
                                        </p:attrNameLst>
                                      </p:cBhvr>
                                      <p:to>
                                        <p:strVal val="visible"/>
                                      </p:to>
                                    </p:set>
                                    <p:animEffect transition="in" filter="wipe(left)">
                                      <p:cBhvr>
                                        <p:cTn id="126" dur="500"/>
                                        <p:tgtEl>
                                          <p:spTgt spid="45"/>
                                        </p:tgtEl>
                                      </p:cBhvr>
                                    </p:animEffect>
                                  </p:childTnLst>
                                </p:cTn>
                              </p:par>
                              <p:par>
                                <p:cTn id="127" presetID="22" presetClass="entr" presetSubtype="8" fill="hold" grpId="0" nodeType="withEffect">
                                  <p:stCondLst>
                                    <p:cond delay="0"/>
                                  </p:stCondLst>
                                  <p:childTnLst>
                                    <p:set>
                                      <p:cBhvr>
                                        <p:cTn id="128" dur="1" fill="hold">
                                          <p:stCondLst>
                                            <p:cond delay="0"/>
                                          </p:stCondLst>
                                        </p:cTn>
                                        <p:tgtEl>
                                          <p:spTgt spid="47"/>
                                        </p:tgtEl>
                                        <p:attrNameLst>
                                          <p:attrName>style.visibility</p:attrName>
                                        </p:attrNameLst>
                                      </p:cBhvr>
                                      <p:to>
                                        <p:strVal val="visible"/>
                                      </p:to>
                                    </p:set>
                                    <p:animEffect transition="in" filter="wipe(left)">
                                      <p:cBhvr>
                                        <p:cTn id="129"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p:bldP spid="19" grpId="0"/>
      <p:bldP spid="20" grpId="0"/>
      <p:bldP spid="21" grpId="0"/>
      <p:bldP spid="22" grpId="0"/>
      <p:bldP spid="43" grpId="0"/>
      <p:bldP spid="44" grpId="0"/>
      <p:bldP spid="45" grpId="0"/>
      <p:bldP spid="46" grpId="0"/>
      <p:bldP spid="47" grpId="0"/>
      <p:bldP spid="4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组合 22">
            <a:extLst>
              <a:ext uri="{FF2B5EF4-FFF2-40B4-BE49-F238E27FC236}">
                <a16:creationId xmlns:a16="http://schemas.microsoft.com/office/drawing/2014/main" id="{7798E4F5-9195-42C7-B999-4A9FEC067BAD}"/>
              </a:ext>
            </a:extLst>
          </p:cNvPr>
          <p:cNvGrpSpPr/>
          <p:nvPr/>
        </p:nvGrpSpPr>
        <p:grpSpPr>
          <a:xfrm>
            <a:off x="676211" y="2584748"/>
            <a:ext cx="3168118" cy="3007911"/>
            <a:chOff x="67090" y="2080407"/>
            <a:chExt cx="4190334" cy="3978435"/>
          </a:xfrm>
        </p:grpSpPr>
        <p:sp>
          <p:nvSpPr>
            <p:cNvPr id="2" name="Freeform 5">
              <a:extLst>
                <a:ext uri="{FF2B5EF4-FFF2-40B4-BE49-F238E27FC236}">
                  <a16:creationId xmlns:a16="http://schemas.microsoft.com/office/drawing/2014/main" id="{F77FC70E-A4CA-4DBD-9E54-0CF0C0A35EB0}"/>
                </a:ext>
              </a:extLst>
            </p:cNvPr>
            <p:cNvSpPr>
              <a:spLocks noEditPoints="1"/>
            </p:cNvSpPr>
            <p:nvPr/>
          </p:nvSpPr>
          <p:spPr bwMode="auto">
            <a:xfrm>
              <a:off x="543264" y="4927928"/>
              <a:ext cx="190469" cy="2381"/>
            </a:xfrm>
            <a:custGeom>
              <a:avLst/>
              <a:gdLst/>
              <a:ahLst/>
              <a:cxnLst>
                <a:cxn ang="0">
                  <a:pos x="80" y="0"/>
                </a:cxn>
                <a:cxn ang="0">
                  <a:pos x="78" y="0"/>
                </a:cxn>
                <a:cxn ang="0">
                  <a:pos x="80" y="0"/>
                </a:cxn>
                <a:cxn ang="0">
                  <a:pos x="80" y="0"/>
                </a:cxn>
                <a:cxn ang="0">
                  <a:pos x="0" y="0"/>
                </a:cxn>
                <a:cxn ang="0">
                  <a:pos x="0" y="0"/>
                </a:cxn>
                <a:cxn ang="0">
                  <a:pos x="0" y="0"/>
                </a:cxn>
                <a:cxn ang="0">
                  <a:pos x="0" y="0"/>
                </a:cxn>
              </a:cxnLst>
              <a:rect l="0" t="0" r="r" b="b"/>
              <a:pathLst>
                <a:path w="80">
                  <a:moveTo>
                    <a:pt x="80" y="0"/>
                  </a:moveTo>
                  <a:lnTo>
                    <a:pt x="78" y="0"/>
                  </a:lnTo>
                  <a:lnTo>
                    <a:pt x="80" y="0"/>
                  </a:lnTo>
                  <a:lnTo>
                    <a:pt x="80" y="0"/>
                  </a:lnTo>
                  <a:close/>
                  <a:moveTo>
                    <a:pt x="0" y="0"/>
                  </a:moveTo>
                  <a:lnTo>
                    <a:pt x="0" y="0"/>
                  </a:lnTo>
                  <a:lnTo>
                    <a:pt x="0" y="0"/>
                  </a:lnTo>
                  <a:lnTo>
                    <a:pt x="0" y="0"/>
                  </a:lnTo>
                  <a:close/>
                </a:path>
              </a:pathLst>
            </a:custGeom>
            <a:solidFill>
              <a:srgbClr val="AEA596"/>
            </a:solidFill>
            <a:ln w="19050">
              <a:solidFill>
                <a:schemeClr val="bg1"/>
              </a:solidFill>
              <a:round/>
            </a:ln>
          </p:spPr>
          <p:txBody>
            <a:bodyPr vert="horz" wrap="square" lIns="121920" tIns="60960" rIns="121920" bIns="60960" numCol="1" anchor="t" anchorCtr="0" compatLnSpc="1"/>
            <a:lstStyle/>
            <a:p>
              <a:endParaRPr lang="en-US" sz="2400">
                <a:cs typeface="+mn-ea"/>
                <a:sym typeface="+mn-lt"/>
              </a:endParaRPr>
            </a:p>
          </p:txBody>
        </p:sp>
        <p:sp>
          <p:nvSpPr>
            <p:cNvPr id="3" name="Freeform 6">
              <a:extLst>
                <a:ext uri="{FF2B5EF4-FFF2-40B4-BE49-F238E27FC236}">
                  <a16:creationId xmlns:a16="http://schemas.microsoft.com/office/drawing/2014/main" id="{CBBDABC5-23B6-4AAD-8C98-13CBEE1A8F5B}"/>
                </a:ext>
              </a:extLst>
            </p:cNvPr>
            <p:cNvSpPr/>
            <p:nvPr/>
          </p:nvSpPr>
          <p:spPr bwMode="auto">
            <a:xfrm>
              <a:off x="2126544" y="2080407"/>
              <a:ext cx="852352" cy="1204721"/>
            </a:xfrm>
            <a:custGeom>
              <a:avLst/>
              <a:gdLst/>
              <a:ahLst/>
              <a:cxnLst>
                <a:cxn ang="0">
                  <a:pos x="183" y="260"/>
                </a:cxn>
                <a:cxn ang="0">
                  <a:pos x="119" y="260"/>
                </a:cxn>
                <a:cxn ang="0">
                  <a:pos x="124" y="244"/>
                </a:cxn>
                <a:cxn ang="0">
                  <a:pos x="115" y="223"/>
                </a:cxn>
                <a:cxn ang="0">
                  <a:pos x="95" y="215"/>
                </a:cxn>
                <a:cxn ang="0">
                  <a:pos x="76" y="222"/>
                </a:cxn>
                <a:cxn ang="0">
                  <a:pos x="74" y="223"/>
                </a:cxn>
                <a:cxn ang="0">
                  <a:pos x="66" y="244"/>
                </a:cxn>
                <a:cxn ang="0">
                  <a:pos x="71" y="260"/>
                </a:cxn>
                <a:cxn ang="0">
                  <a:pos x="0" y="260"/>
                </a:cxn>
                <a:cxn ang="0">
                  <a:pos x="11" y="226"/>
                </a:cxn>
                <a:cxn ang="0">
                  <a:pos x="31" y="92"/>
                </a:cxn>
                <a:cxn ang="0">
                  <a:pos x="63" y="0"/>
                </a:cxn>
                <a:cxn ang="0">
                  <a:pos x="167" y="92"/>
                </a:cxn>
                <a:cxn ang="0">
                  <a:pos x="184" y="226"/>
                </a:cxn>
                <a:cxn ang="0">
                  <a:pos x="183" y="260"/>
                </a:cxn>
              </a:cxnLst>
              <a:rect l="0" t="0" r="r" b="b"/>
              <a:pathLst>
                <a:path w="184" h="260">
                  <a:moveTo>
                    <a:pt x="183" y="260"/>
                  </a:moveTo>
                  <a:cubicBezTo>
                    <a:pt x="119" y="260"/>
                    <a:pt x="119" y="260"/>
                    <a:pt x="119" y="260"/>
                  </a:cubicBezTo>
                  <a:cubicBezTo>
                    <a:pt x="122" y="255"/>
                    <a:pt x="124" y="250"/>
                    <a:pt x="124" y="244"/>
                  </a:cubicBezTo>
                  <a:cubicBezTo>
                    <a:pt x="124" y="236"/>
                    <a:pt x="121" y="229"/>
                    <a:pt x="115" y="223"/>
                  </a:cubicBezTo>
                  <a:cubicBezTo>
                    <a:pt x="110" y="218"/>
                    <a:pt x="103" y="215"/>
                    <a:pt x="95" y="215"/>
                  </a:cubicBezTo>
                  <a:cubicBezTo>
                    <a:pt x="87" y="215"/>
                    <a:pt x="81" y="217"/>
                    <a:pt x="76" y="222"/>
                  </a:cubicBezTo>
                  <a:cubicBezTo>
                    <a:pt x="75" y="222"/>
                    <a:pt x="75" y="223"/>
                    <a:pt x="74" y="223"/>
                  </a:cubicBezTo>
                  <a:cubicBezTo>
                    <a:pt x="69" y="229"/>
                    <a:pt x="66" y="236"/>
                    <a:pt x="66" y="244"/>
                  </a:cubicBezTo>
                  <a:cubicBezTo>
                    <a:pt x="66" y="250"/>
                    <a:pt x="67" y="255"/>
                    <a:pt x="71" y="260"/>
                  </a:cubicBezTo>
                  <a:cubicBezTo>
                    <a:pt x="0" y="260"/>
                    <a:pt x="0" y="260"/>
                    <a:pt x="0" y="260"/>
                  </a:cubicBezTo>
                  <a:cubicBezTo>
                    <a:pt x="4" y="249"/>
                    <a:pt x="8" y="237"/>
                    <a:pt x="11" y="226"/>
                  </a:cubicBezTo>
                  <a:cubicBezTo>
                    <a:pt x="25" y="181"/>
                    <a:pt x="31" y="136"/>
                    <a:pt x="31" y="92"/>
                  </a:cubicBezTo>
                  <a:cubicBezTo>
                    <a:pt x="24" y="32"/>
                    <a:pt x="35" y="1"/>
                    <a:pt x="63" y="0"/>
                  </a:cubicBezTo>
                  <a:cubicBezTo>
                    <a:pt x="114" y="6"/>
                    <a:pt x="148" y="37"/>
                    <a:pt x="167" y="92"/>
                  </a:cubicBezTo>
                  <a:cubicBezTo>
                    <a:pt x="179" y="128"/>
                    <a:pt x="184" y="173"/>
                    <a:pt x="184" y="226"/>
                  </a:cubicBezTo>
                  <a:cubicBezTo>
                    <a:pt x="184" y="237"/>
                    <a:pt x="184" y="248"/>
                    <a:pt x="183" y="260"/>
                  </a:cubicBezTo>
                  <a:close/>
                </a:path>
              </a:pathLst>
            </a:custGeom>
            <a:solidFill>
              <a:srgbClr val="344F66"/>
            </a:solidFill>
            <a:ln w="19050">
              <a:solidFill>
                <a:schemeClr val="bg1"/>
              </a:solidFill>
              <a:round/>
            </a:ln>
          </p:spPr>
          <p:txBody>
            <a:bodyPr vert="horz" wrap="square" lIns="121920" tIns="60960" rIns="121920" bIns="60960" numCol="1" anchor="t" anchorCtr="0" compatLnSpc="1"/>
            <a:lstStyle/>
            <a:p>
              <a:endParaRPr lang="en-US" sz="2400">
                <a:cs typeface="+mn-ea"/>
                <a:sym typeface="+mn-lt"/>
              </a:endParaRPr>
            </a:p>
          </p:txBody>
        </p:sp>
        <p:sp>
          <p:nvSpPr>
            <p:cNvPr id="4" name="Freeform 7">
              <a:extLst>
                <a:ext uri="{FF2B5EF4-FFF2-40B4-BE49-F238E27FC236}">
                  <a16:creationId xmlns:a16="http://schemas.microsoft.com/office/drawing/2014/main" id="{1335FB7B-14FC-4701-AEBE-E84FF2A7EE2F}"/>
                </a:ext>
              </a:extLst>
            </p:cNvPr>
            <p:cNvSpPr>
              <a:spLocks noEditPoints="1"/>
            </p:cNvSpPr>
            <p:nvPr/>
          </p:nvSpPr>
          <p:spPr bwMode="auto">
            <a:xfrm>
              <a:off x="1205146" y="3075610"/>
              <a:ext cx="1768988" cy="1342811"/>
            </a:xfrm>
            <a:custGeom>
              <a:avLst/>
              <a:gdLst/>
              <a:ahLst/>
              <a:cxnLst>
                <a:cxn ang="0">
                  <a:pos x="372" y="145"/>
                </a:cxn>
                <a:cxn ang="0">
                  <a:pos x="372" y="184"/>
                </a:cxn>
                <a:cxn ang="0">
                  <a:pos x="353" y="191"/>
                </a:cxn>
                <a:cxn ang="0">
                  <a:pos x="351" y="193"/>
                </a:cxn>
                <a:cxn ang="0">
                  <a:pos x="343" y="213"/>
                </a:cxn>
                <a:cxn ang="0">
                  <a:pos x="351" y="234"/>
                </a:cxn>
                <a:cxn ang="0">
                  <a:pos x="353" y="235"/>
                </a:cxn>
                <a:cxn ang="0">
                  <a:pos x="372" y="242"/>
                </a:cxn>
                <a:cxn ang="0">
                  <a:pos x="372" y="273"/>
                </a:cxn>
                <a:cxn ang="0">
                  <a:pos x="372" y="290"/>
                </a:cxn>
                <a:cxn ang="0">
                  <a:pos x="353" y="290"/>
                </a:cxn>
                <a:cxn ang="0">
                  <a:pos x="280" y="290"/>
                </a:cxn>
                <a:cxn ang="0">
                  <a:pos x="284" y="287"/>
                </a:cxn>
                <a:cxn ang="0">
                  <a:pos x="293" y="266"/>
                </a:cxn>
                <a:cxn ang="0">
                  <a:pos x="284" y="246"/>
                </a:cxn>
                <a:cxn ang="0">
                  <a:pos x="264" y="237"/>
                </a:cxn>
                <a:cxn ang="0">
                  <a:pos x="243" y="246"/>
                </a:cxn>
                <a:cxn ang="0">
                  <a:pos x="235" y="266"/>
                </a:cxn>
                <a:cxn ang="0">
                  <a:pos x="243" y="287"/>
                </a:cxn>
                <a:cxn ang="0">
                  <a:pos x="247" y="290"/>
                </a:cxn>
                <a:cxn ang="0">
                  <a:pos x="162" y="290"/>
                </a:cxn>
                <a:cxn ang="0">
                  <a:pos x="100" y="290"/>
                </a:cxn>
                <a:cxn ang="0">
                  <a:pos x="104" y="287"/>
                </a:cxn>
                <a:cxn ang="0">
                  <a:pos x="112" y="266"/>
                </a:cxn>
                <a:cxn ang="0">
                  <a:pos x="104" y="246"/>
                </a:cxn>
                <a:cxn ang="0">
                  <a:pos x="83" y="237"/>
                </a:cxn>
                <a:cxn ang="0">
                  <a:pos x="63" y="246"/>
                </a:cxn>
                <a:cxn ang="0">
                  <a:pos x="54" y="266"/>
                </a:cxn>
                <a:cxn ang="0">
                  <a:pos x="63" y="287"/>
                </a:cxn>
                <a:cxn ang="0">
                  <a:pos x="67" y="290"/>
                </a:cxn>
                <a:cxn ang="0">
                  <a:pos x="0" y="290"/>
                </a:cxn>
                <a:cxn ang="0">
                  <a:pos x="0" y="225"/>
                </a:cxn>
                <a:cxn ang="0">
                  <a:pos x="157" y="134"/>
                </a:cxn>
                <a:cxn ang="0">
                  <a:pos x="199" y="45"/>
                </a:cxn>
                <a:cxn ang="0">
                  <a:pos x="270" y="45"/>
                </a:cxn>
                <a:cxn ang="0">
                  <a:pos x="265" y="29"/>
                </a:cxn>
                <a:cxn ang="0">
                  <a:pos x="273" y="8"/>
                </a:cxn>
                <a:cxn ang="0">
                  <a:pos x="275" y="7"/>
                </a:cxn>
                <a:cxn ang="0">
                  <a:pos x="294" y="0"/>
                </a:cxn>
                <a:cxn ang="0">
                  <a:pos x="314" y="8"/>
                </a:cxn>
                <a:cxn ang="0">
                  <a:pos x="323" y="29"/>
                </a:cxn>
                <a:cxn ang="0">
                  <a:pos x="318" y="45"/>
                </a:cxn>
                <a:cxn ang="0">
                  <a:pos x="382" y="45"/>
                </a:cxn>
                <a:cxn ang="0">
                  <a:pos x="372" y="145"/>
                </a:cxn>
                <a:cxn ang="0">
                  <a:pos x="353" y="278"/>
                </a:cxn>
                <a:cxn ang="0">
                  <a:pos x="353" y="277"/>
                </a:cxn>
                <a:cxn ang="0">
                  <a:pos x="352" y="278"/>
                </a:cxn>
                <a:cxn ang="0">
                  <a:pos x="353" y="278"/>
                </a:cxn>
              </a:cxnLst>
              <a:rect l="0" t="0" r="r" b="b"/>
              <a:pathLst>
                <a:path w="382" h="290">
                  <a:moveTo>
                    <a:pt x="372" y="145"/>
                  </a:moveTo>
                  <a:cubicBezTo>
                    <a:pt x="372" y="184"/>
                    <a:pt x="372" y="184"/>
                    <a:pt x="372" y="184"/>
                  </a:cubicBezTo>
                  <a:cubicBezTo>
                    <a:pt x="365" y="184"/>
                    <a:pt x="358" y="187"/>
                    <a:pt x="353" y="191"/>
                  </a:cubicBezTo>
                  <a:cubicBezTo>
                    <a:pt x="352" y="192"/>
                    <a:pt x="352" y="192"/>
                    <a:pt x="351" y="193"/>
                  </a:cubicBezTo>
                  <a:cubicBezTo>
                    <a:pt x="346" y="198"/>
                    <a:pt x="343" y="205"/>
                    <a:pt x="343" y="213"/>
                  </a:cubicBezTo>
                  <a:cubicBezTo>
                    <a:pt x="343" y="221"/>
                    <a:pt x="346" y="228"/>
                    <a:pt x="351" y="234"/>
                  </a:cubicBezTo>
                  <a:cubicBezTo>
                    <a:pt x="352" y="234"/>
                    <a:pt x="352" y="235"/>
                    <a:pt x="353" y="235"/>
                  </a:cubicBezTo>
                  <a:cubicBezTo>
                    <a:pt x="358" y="240"/>
                    <a:pt x="365" y="242"/>
                    <a:pt x="372" y="242"/>
                  </a:cubicBezTo>
                  <a:cubicBezTo>
                    <a:pt x="372" y="273"/>
                    <a:pt x="372" y="273"/>
                    <a:pt x="372" y="273"/>
                  </a:cubicBezTo>
                  <a:cubicBezTo>
                    <a:pt x="372" y="290"/>
                    <a:pt x="372" y="290"/>
                    <a:pt x="372" y="290"/>
                  </a:cubicBezTo>
                  <a:cubicBezTo>
                    <a:pt x="353" y="290"/>
                    <a:pt x="353" y="290"/>
                    <a:pt x="353" y="290"/>
                  </a:cubicBezTo>
                  <a:cubicBezTo>
                    <a:pt x="280" y="290"/>
                    <a:pt x="280" y="290"/>
                    <a:pt x="280" y="290"/>
                  </a:cubicBezTo>
                  <a:cubicBezTo>
                    <a:pt x="281" y="289"/>
                    <a:pt x="283" y="288"/>
                    <a:pt x="284" y="287"/>
                  </a:cubicBezTo>
                  <a:cubicBezTo>
                    <a:pt x="290" y="281"/>
                    <a:pt x="293" y="274"/>
                    <a:pt x="293" y="266"/>
                  </a:cubicBezTo>
                  <a:cubicBezTo>
                    <a:pt x="293" y="258"/>
                    <a:pt x="290" y="252"/>
                    <a:pt x="284" y="246"/>
                  </a:cubicBezTo>
                  <a:cubicBezTo>
                    <a:pt x="278" y="240"/>
                    <a:pt x="272" y="237"/>
                    <a:pt x="264" y="237"/>
                  </a:cubicBezTo>
                  <a:cubicBezTo>
                    <a:pt x="256" y="237"/>
                    <a:pt x="249" y="240"/>
                    <a:pt x="243" y="246"/>
                  </a:cubicBezTo>
                  <a:cubicBezTo>
                    <a:pt x="237" y="252"/>
                    <a:pt x="235" y="258"/>
                    <a:pt x="235" y="266"/>
                  </a:cubicBezTo>
                  <a:cubicBezTo>
                    <a:pt x="235" y="274"/>
                    <a:pt x="237" y="281"/>
                    <a:pt x="243" y="287"/>
                  </a:cubicBezTo>
                  <a:cubicBezTo>
                    <a:pt x="244" y="288"/>
                    <a:pt x="246" y="289"/>
                    <a:pt x="247" y="290"/>
                  </a:cubicBezTo>
                  <a:cubicBezTo>
                    <a:pt x="162" y="290"/>
                    <a:pt x="162" y="290"/>
                    <a:pt x="162" y="290"/>
                  </a:cubicBezTo>
                  <a:cubicBezTo>
                    <a:pt x="100" y="290"/>
                    <a:pt x="100" y="290"/>
                    <a:pt x="100" y="290"/>
                  </a:cubicBezTo>
                  <a:cubicBezTo>
                    <a:pt x="101" y="289"/>
                    <a:pt x="103" y="288"/>
                    <a:pt x="104" y="287"/>
                  </a:cubicBezTo>
                  <a:cubicBezTo>
                    <a:pt x="110" y="281"/>
                    <a:pt x="112" y="274"/>
                    <a:pt x="112" y="266"/>
                  </a:cubicBezTo>
                  <a:cubicBezTo>
                    <a:pt x="112" y="258"/>
                    <a:pt x="110" y="252"/>
                    <a:pt x="104" y="246"/>
                  </a:cubicBezTo>
                  <a:cubicBezTo>
                    <a:pt x="98" y="240"/>
                    <a:pt x="91" y="237"/>
                    <a:pt x="83" y="237"/>
                  </a:cubicBezTo>
                  <a:cubicBezTo>
                    <a:pt x="75" y="237"/>
                    <a:pt x="69" y="240"/>
                    <a:pt x="63" y="246"/>
                  </a:cubicBezTo>
                  <a:cubicBezTo>
                    <a:pt x="57" y="252"/>
                    <a:pt x="54" y="258"/>
                    <a:pt x="54" y="266"/>
                  </a:cubicBezTo>
                  <a:cubicBezTo>
                    <a:pt x="54" y="274"/>
                    <a:pt x="57" y="281"/>
                    <a:pt x="63" y="287"/>
                  </a:cubicBezTo>
                  <a:cubicBezTo>
                    <a:pt x="64" y="288"/>
                    <a:pt x="65" y="289"/>
                    <a:pt x="67" y="290"/>
                  </a:cubicBezTo>
                  <a:cubicBezTo>
                    <a:pt x="0" y="290"/>
                    <a:pt x="0" y="290"/>
                    <a:pt x="0" y="290"/>
                  </a:cubicBezTo>
                  <a:cubicBezTo>
                    <a:pt x="0" y="225"/>
                    <a:pt x="0" y="225"/>
                    <a:pt x="0" y="225"/>
                  </a:cubicBezTo>
                  <a:cubicBezTo>
                    <a:pt x="77" y="219"/>
                    <a:pt x="129" y="188"/>
                    <a:pt x="157" y="134"/>
                  </a:cubicBezTo>
                  <a:cubicBezTo>
                    <a:pt x="174" y="104"/>
                    <a:pt x="188" y="74"/>
                    <a:pt x="199" y="45"/>
                  </a:cubicBezTo>
                  <a:cubicBezTo>
                    <a:pt x="270" y="45"/>
                    <a:pt x="270" y="45"/>
                    <a:pt x="270" y="45"/>
                  </a:cubicBezTo>
                  <a:cubicBezTo>
                    <a:pt x="266" y="40"/>
                    <a:pt x="265" y="35"/>
                    <a:pt x="265" y="29"/>
                  </a:cubicBezTo>
                  <a:cubicBezTo>
                    <a:pt x="265" y="21"/>
                    <a:pt x="268" y="14"/>
                    <a:pt x="273" y="8"/>
                  </a:cubicBezTo>
                  <a:cubicBezTo>
                    <a:pt x="274" y="8"/>
                    <a:pt x="274" y="7"/>
                    <a:pt x="275" y="7"/>
                  </a:cubicBezTo>
                  <a:cubicBezTo>
                    <a:pt x="280" y="2"/>
                    <a:pt x="286" y="0"/>
                    <a:pt x="294" y="0"/>
                  </a:cubicBezTo>
                  <a:cubicBezTo>
                    <a:pt x="302" y="0"/>
                    <a:pt x="309" y="3"/>
                    <a:pt x="314" y="8"/>
                  </a:cubicBezTo>
                  <a:cubicBezTo>
                    <a:pt x="320" y="14"/>
                    <a:pt x="323" y="21"/>
                    <a:pt x="323" y="29"/>
                  </a:cubicBezTo>
                  <a:cubicBezTo>
                    <a:pt x="323" y="35"/>
                    <a:pt x="321" y="40"/>
                    <a:pt x="318" y="45"/>
                  </a:cubicBezTo>
                  <a:cubicBezTo>
                    <a:pt x="382" y="45"/>
                    <a:pt x="382" y="45"/>
                    <a:pt x="382" y="45"/>
                  </a:cubicBezTo>
                  <a:cubicBezTo>
                    <a:pt x="380" y="76"/>
                    <a:pt x="377" y="109"/>
                    <a:pt x="372" y="145"/>
                  </a:cubicBezTo>
                  <a:close/>
                  <a:moveTo>
                    <a:pt x="353" y="278"/>
                  </a:moveTo>
                  <a:cubicBezTo>
                    <a:pt x="353" y="277"/>
                    <a:pt x="353" y="277"/>
                    <a:pt x="353" y="277"/>
                  </a:cubicBezTo>
                  <a:cubicBezTo>
                    <a:pt x="353" y="277"/>
                    <a:pt x="352" y="277"/>
                    <a:pt x="352" y="278"/>
                  </a:cubicBezTo>
                  <a:lnTo>
                    <a:pt x="353" y="278"/>
                  </a:lnTo>
                  <a:close/>
                </a:path>
              </a:pathLst>
            </a:custGeom>
            <a:solidFill>
              <a:srgbClr val="344F66"/>
            </a:solidFill>
            <a:ln w="19050">
              <a:solidFill>
                <a:schemeClr val="bg1"/>
              </a:solidFill>
              <a:round/>
            </a:ln>
          </p:spPr>
          <p:txBody>
            <a:bodyPr vert="horz" wrap="square" lIns="121920" tIns="60960" rIns="121920" bIns="60960" numCol="1" anchor="t" anchorCtr="0" compatLnSpc="1"/>
            <a:lstStyle/>
            <a:p>
              <a:endParaRPr lang="en-US" sz="2400">
                <a:cs typeface="+mn-ea"/>
                <a:sym typeface="+mn-lt"/>
              </a:endParaRPr>
            </a:p>
          </p:txBody>
        </p:sp>
        <p:sp>
          <p:nvSpPr>
            <p:cNvPr id="5" name="Freeform 8">
              <a:extLst>
                <a:ext uri="{FF2B5EF4-FFF2-40B4-BE49-F238E27FC236}">
                  <a16:creationId xmlns:a16="http://schemas.microsoft.com/office/drawing/2014/main" id="{CFCB6A62-49C8-48C5-9AF2-644C6A3A596F}"/>
                </a:ext>
              </a:extLst>
            </p:cNvPr>
            <p:cNvSpPr/>
            <p:nvPr/>
          </p:nvSpPr>
          <p:spPr bwMode="auto">
            <a:xfrm>
              <a:off x="67090" y="3618449"/>
              <a:ext cx="1371381" cy="1538043"/>
            </a:xfrm>
            <a:custGeom>
              <a:avLst/>
              <a:gdLst/>
              <a:ahLst/>
              <a:cxnLst>
                <a:cxn ang="0">
                  <a:pos x="246" y="108"/>
                </a:cxn>
                <a:cxn ang="0">
                  <a:pos x="246" y="173"/>
                </a:cxn>
                <a:cxn ang="0">
                  <a:pos x="246" y="219"/>
                </a:cxn>
                <a:cxn ang="0">
                  <a:pos x="247" y="219"/>
                </a:cxn>
                <a:cxn ang="0">
                  <a:pos x="267" y="211"/>
                </a:cxn>
                <a:cxn ang="0">
                  <a:pos x="288" y="219"/>
                </a:cxn>
                <a:cxn ang="0">
                  <a:pos x="296" y="240"/>
                </a:cxn>
                <a:cxn ang="0">
                  <a:pos x="288" y="260"/>
                </a:cxn>
                <a:cxn ang="0">
                  <a:pos x="284" y="263"/>
                </a:cxn>
                <a:cxn ang="0">
                  <a:pos x="267" y="269"/>
                </a:cxn>
                <a:cxn ang="0">
                  <a:pos x="251" y="263"/>
                </a:cxn>
                <a:cxn ang="0">
                  <a:pos x="247" y="260"/>
                </a:cxn>
                <a:cxn ang="0">
                  <a:pos x="246" y="260"/>
                </a:cxn>
                <a:cxn ang="0">
                  <a:pos x="246" y="283"/>
                </a:cxn>
                <a:cxn ang="0">
                  <a:pos x="144" y="283"/>
                </a:cxn>
                <a:cxn ang="0">
                  <a:pos x="143" y="283"/>
                </a:cxn>
                <a:cxn ang="0">
                  <a:pos x="144" y="283"/>
                </a:cxn>
                <a:cxn ang="0">
                  <a:pos x="152" y="303"/>
                </a:cxn>
                <a:cxn ang="0">
                  <a:pos x="144" y="324"/>
                </a:cxn>
                <a:cxn ang="0">
                  <a:pos x="123" y="332"/>
                </a:cxn>
                <a:cxn ang="0">
                  <a:pos x="103" y="324"/>
                </a:cxn>
                <a:cxn ang="0">
                  <a:pos x="94" y="303"/>
                </a:cxn>
                <a:cxn ang="0">
                  <a:pos x="103" y="283"/>
                </a:cxn>
                <a:cxn ang="0">
                  <a:pos x="103" y="283"/>
                </a:cxn>
                <a:cxn ang="0">
                  <a:pos x="103" y="283"/>
                </a:cxn>
                <a:cxn ang="0">
                  <a:pos x="0" y="283"/>
                </a:cxn>
                <a:cxn ang="0">
                  <a:pos x="0" y="48"/>
                </a:cxn>
                <a:cxn ang="0">
                  <a:pos x="48" y="0"/>
                </a:cxn>
                <a:cxn ang="0">
                  <a:pos x="198" y="0"/>
                </a:cxn>
                <a:cxn ang="0">
                  <a:pos x="246" y="48"/>
                </a:cxn>
                <a:cxn ang="0">
                  <a:pos x="246" y="108"/>
                </a:cxn>
              </a:cxnLst>
              <a:rect l="0" t="0" r="r" b="b"/>
              <a:pathLst>
                <a:path w="296" h="332">
                  <a:moveTo>
                    <a:pt x="246" y="108"/>
                  </a:moveTo>
                  <a:cubicBezTo>
                    <a:pt x="246" y="173"/>
                    <a:pt x="246" y="173"/>
                    <a:pt x="246" y="173"/>
                  </a:cubicBezTo>
                  <a:cubicBezTo>
                    <a:pt x="246" y="219"/>
                    <a:pt x="246" y="219"/>
                    <a:pt x="246" y="219"/>
                  </a:cubicBezTo>
                  <a:cubicBezTo>
                    <a:pt x="246" y="219"/>
                    <a:pt x="247" y="219"/>
                    <a:pt x="247" y="219"/>
                  </a:cubicBezTo>
                  <a:cubicBezTo>
                    <a:pt x="252" y="213"/>
                    <a:pt x="259" y="211"/>
                    <a:pt x="267" y="211"/>
                  </a:cubicBezTo>
                  <a:cubicBezTo>
                    <a:pt x="275" y="211"/>
                    <a:pt x="282" y="213"/>
                    <a:pt x="288" y="219"/>
                  </a:cubicBezTo>
                  <a:cubicBezTo>
                    <a:pt x="293" y="225"/>
                    <a:pt x="296" y="232"/>
                    <a:pt x="296" y="240"/>
                  </a:cubicBezTo>
                  <a:cubicBezTo>
                    <a:pt x="296" y="248"/>
                    <a:pt x="293" y="254"/>
                    <a:pt x="288" y="260"/>
                  </a:cubicBezTo>
                  <a:cubicBezTo>
                    <a:pt x="286" y="261"/>
                    <a:pt x="285" y="262"/>
                    <a:pt x="284" y="263"/>
                  </a:cubicBezTo>
                  <a:cubicBezTo>
                    <a:pt x="279" y="267"/>
                    <a:pt x="273" y="269"/>
                    <a:pt x="267" y="269"/>
                  </a:cubicBezTo>
                  <a:cubicBezTo>
                    <a:pt x="261" y="269"/>
                    <a:pt x="255" y="267"/>
                    <a:pt x="251" y="263"/>
                  </a:cubicBezTo>
                  <a:cubicBezTo>
                    <a:pt x="249" y="262"/>
                    <a:pt x="248" y="261"/>
                    <a:pt x="247" y="260"/>
                  </a:cubicBezTo>
                  <a:cubicBezTo>
                    <a:pt x="247" y="260"/>
                    <a:pt x="246" y="260"/>
                    <a:pt x="246" y="260"/>
                  </a:cubicBezTo>
                  <a:cubicBezTo>
                    <a:pt x="246" y="283"/>
                    <a:pt x="246" y="283"/>
                    <a:pt x="246" y="283"/>
                  </a:cubicBezTo>
                  <a:cubicBezTo>
                    <a:pt x="144" y="283"/>
                    <a:pt x="144" y="283"/>
                    <a:pt x="144" y="283"/>
                  </a:cubicBezTo>
                  <a:cubicBezTo>
                    <a:pt x="143" y="283"/>
                    <a:pt x="143" y="283"/>
                    <a:pt x="143" y="283"/>
                  </a:cubicBezTo>
                  <a:cubicBezTo>
                    <a:pt x="144" y="283"/>
                    <a:pt x="144" y="283"/>
                    <a:pt x="144" y="283"/>
                  </a:cubicBezTo>
                  <a:cubicBezTo>
                    <a:pt x="149" y="289"/>
                    <a:pt x="152" y="295"/>
                    <a:pt x="152" y="303"/>
                  </a:cubicBezTo>
                  <a:cubicBezTo>
                    <a:pt x="152" y="311"/>
                    <a:pt x="149" y="318"/>
                    <a:pt x="144" y="324"/>
                  </a:cubicBezTo>
                  <a:cubicBezTo>
                    <a:pt x="138" y="330"/>
                    <a:pt x="131" y="332"/>
                    <a:pt x="123" y="332"/>
                  </a:cubicBezTo>
                  <a:cubicBezTo>
                    <a:pt x="115" y="332"/>
                    <a:pt x="108" y="330"/>
                    <a:pt x="103" y="324"/>
                  </a:cubicBezTo>
                  <a:cubicBezTo>
                    <a:pt x="97" y="318"/>
                    <a:pt x="94" y="311"/>
                    <a:pt x="94" y="303"/>
                  </a:cubicBezTo>
                  <a:cubicBezTo>
                    <a:pt x="94" y="295"/>
                    <a:pt x="97" y="289"/>
                    <a:pt x="103" y="283"/>
                  </a:cubicBezTo>
                  <a:cubicBezTo>
                    <a:pt x="103" y="283"/>
                    <a:pt x="103" y="283"/>
                    <a:pt x="103" y="283"/>
                  </a:cubicBezTo>
                  <a:cubicBezTo>
                    <a:pt x="103" y="283"/>
                    <a:pt x="103" y="283"/>
                    <a:pt x="103" y="283"/>
                  </a:cubicBezTo>
                  <a:cubicBezTo>
                    <a:pt x="0" y="283"/>
                    <a:pt x="0" y="283"/>
                    <a:pt x="0" y="283"/>
                  </a:cubicBezTo>
                  <a:cubicBezTo>
                    <a:pt x="0" y="48"/>
                    <a:pt x="0" y="48"/>
                    <a:pt x="0" y="48"/>
                  </a:cubicBezTo>
                  <a:cubicBezTo>
                    <a:pt x="0" y="16"/>
                    <a:pt x="16" y="0"/>
                    <a:pt x="48" y="0"/>
                  </a:cubicBezTo>
                  <a:cubicBezTo>
                    <a:pt x="198" y="0"/>
                    <a:pt x="198" y="0"/>
                    <a:pt x="198" y="0"/>
                  </a:cubicBezTo>
                  <a:cubicBezTo>
                    <a:pt x="230" y="0"/>
                    <a:pt x="246" y="16"/>
                    <a:pt x="246" y="48"/>
                  </a:cubicBezTo>
                  <a:lnTo>
                    <a:pt x="246" y="108"/>
                  </a:lnTo>
                  <a:close/>
                </a:path>
              </a:pathLst>
            </a:custGeom>
            <a:solidFill>
              <a:srgbClr val="CF3B4C"/>
            </a:solidFill>
            <a:ln w="19050">
              <a:solidFill>
                <a:schemeClr val="bg1"/>
              </a:solidFill>
              <a:round/>
            </a:ln>
          </p:spPr>
          <p:txBody>
            <a:bodyPr vert="horz" wrap="square" lIns="121920" tIns="60960" rIns="121920" bIns="60960" numCol="1" anchor="t" anchorCtr="0" compatLnSpc="1"/>
            <a:lstStyle/>
            <a:p>
              <a:endParaRPr lang="en-US" sz="2400">
                <a:cs typeface="+mn-ea"/>
                <a:sym typeface="+mn-lt"/>
              </a:endParaRPr>
            </a:p>
          </p:txBody>
        </p:sp>
        <p:sp>
          <p:nvSpPr>
            <p:cNvPr id="6" name="Freeform 9">
              <a:extLst>
                <a:ext uri="{FF2B5EF4-FFF2-40B4-BE49-F238E27FC236}">
                  <a16:creationId xmlns:a16="http://schemas.microsoft.com/office/drawing/2014/main" id="{5E7E73C6-669F-4B95-98B6-79C706B1D84A}"/>
                </a:ext>
              </a:extLst>
            </p:cNvPr>
            <p:cNvSpPr/>
            <p:nvPr/>
          </p:nvSpPr>
          <p:spPr bwMode="auto">
            <a:xfrm>
              <a:off x="67090" y="4927927"/>
              <a:ext cx="1371381" cy="1130915"/>
            </a:xfrm>
            <a:custGeom>
              <a:avLst/>
              <a:gdLst/>
              <a:ahLst/>
              <a:cxnLst>
                <a:cxn ang="0">
                  <a:pos x="103" y="0"/>
                </a:cxn>
                <a:cxn ang="0">
                  <a:pos x="103" y="0"/>
                </a:cxn>
                <a:cxn ang="0">
                  <a:pos x="94" y="20"/>
                </a:cxn>
                <a:cxn ang="0">
                  <a:pos x="103" y="41"/>
                </a:cxn>
                <a:cxn ang="0">
                  <a:pos x="123" y="49"/>
                </a:cxn>
                <a:cxn ang="0">
                  <a:pos x="144" y="41"/>
                </a:cxn>
                <a:cxn ang="0">
                  <a:pos x="152" y="20"/>
                </a:cxn>
                <a:cxn ang="0">
                  <a:pos x="144" y="0"/>
                </a:cxn>
                <a:cxn ang="0">
                  <a:pos x="144" y="0"/>
                </a:cxn>
                <a:cxn ang="0">
                  <a:pos x="246" y="0"/>
                </a:cxn>
                <a:cxn ang="0">
                  <a:pos x="246" y="58"/>
                </a:cxn>
                <a:cxn ang="0">
                  <a:pos x="247" y="58"/>
                </a:cxn>
                <a:cxn ang="0">
                  <a:pos x="267" y="50"/>
                </a:cxn>
                <a:cxn ang="0">
                  <a:pos x="288" y="58"/>
                </a:cxn>
                <a:cxn ang="0">
                  <a:pos x="296" y="79"/>
                </a:cxn>
                <a:cxn ang="0">
                  <a:pos x="288" y="99"/>
                </a:cxn>
                <a:cxn ang="0">
                  <a:pos x="284" y="103"/>
                </a:cxn>
                <a:cxn ang="0">
                  <a:pos x="267" y="108"/>
                </a:cxn>
                <a:cxn ang="0">
                  <a:pos x="251" y="103"/>
                </a:cxn>
                <a:cxn ang="0">
                  <a:pos x="247" y="99"/>
                </a:cxn>
                <a:cxn ang="0">
                  <a:pos x="246" y="99"/>
                </a:cxn>
                <a:cxn ang="0">
                  <a:pos x="246" y="103"/>
                </a:cxn>
                <a:cxn ang="0">
                  <a:pos x="246" y="155"/>
                </a:cxn>
                <a:cxn ang="0">
                  <a:pos x="246" y="196"/>
                </a:cxn>
                <a:cxn ang="0">
                  <a:pos x="198" y="244"/>
                </a:cxn>
                <a:cxn ang="0">
                  <a:pos x="48" y="244"/>
                </a:cxn>
                <a:cxn ang="0">
                  <a:pos x="0" y="196"/>
                </a:cxn>
                <a:cxn ang="0">
                  <a:pos x="0" y="0"/>
                </a:cxn>
                <a:cxn ang="0">
                  <a:pos x="103" y="0"/>
                </a:cxn>
              </a:cxnLst>
              <a:rect l="0" t="0" r="r" b="b"/>
              <a:pathLst>
                <a:path w="296" h="244">
                  <a:moveTo>
                    <a:pt x="103" y="0"/>
                  </a:moveTo>
                  <a:cubicBezTo>
                    <a:pt x="103" y="0"/>
                    <a:pt x="103" y="0"/>
                    <a:pt x="103" y="0"/>
                  </a:cubicBezTo>
                  <a:cubicBezTo>
                    <a:pt x="97" y="6"/>
                    <a:pt x="94" y="12"/>
                    <a:pt x="94" y="20"/>
                  </a:cubicBezTo>
                  <a:cubicBezTo>
                    <a:pt x="94" y="28"/>
                    <a:pt x="97" y="35"/>
                    <a:pt x="103" y="41"/>
                  </a:cubicBezTo>
                  <a:cubicBezTo>
                    <a:pt x="108" y="47"/>
                    <a:pt x="115" y="49"/>
                    <a:pt x="123" y="49"/>
                  </a:cubicBezTo>
                  <a:cubicBezTo>
                    <a:pt x="131" y="49"/>
                    <a:pt x="138" y="47"/>
                    <a:pt x="144" y="41"/>
                  </a:cubicBezTo>
                  <a:cubicBezTo>
                    <a:pt x="149" y="35"/>
                    <a:pt x="152" y="28"/>
                    <a:pt x="152" y="20"/>
                  </a:cubicBezTo>
                  <a:cubicBezTo>
                    <a:pt x="152" y="12"/>
                    <a:pt x="149" y="6"/>
                    <a:pt x="144" y="0"/>
                  </a:cubicBezTo>
                  <a:cubicBezTo>
                    <a:pt x="144" y="0"/>
                    <a:pt x="144" y="0"/>
                    <a:pt x="144" y="0"/>
                  </a:cubicBezTo>
                  <a:cubicBezTo>
                    <a:pt x="246" y="0"/>
                    <a:pt x="246" y="0"/>
                    <a:pt x="246" y="0"/>
                  </a:cubicBezTo>
                  <a:cubicBezTo>
                    <a:pt x="246" y="58"/>
                    <a:pt x="246" y="58"/>
                    <a:pt x="246" y="58"/>
                  </a:cubicBezTo>
                  <a:cubicBezTo>
                    <a:pt x="246" y="58"/>
                    <a:pt x="247" y="58"/>
                    <a:pt x="247" y="58"/>
                  </a:cubicBezTo>
                  <a:cubicBezTo>
                    <a:pt x="252" y="53"/>
                    <a:pt x="259" y="50"/>
                    <a:pt x="267" y="50"/>
                  </a:cubicBezTo>
                  <a:cubicBezTo>
                    <a:pt x="275" y="50"/>
                    <a:pt x="282" y="53"/>
                    <a:pt x="288" y="58"/>
                  </a:cubicBezTo>
                  <a:cubicBezTo>
                    <a:pt x="293" y="64"/>
                    <a:pt x="296" y="71"/>
                    <a:pt x="296" y="79"/>
                  </a:cubicBezTo>
                  <a:cubicBezTo>
                    <a:pt x="296" y="87"/>
                    <a:pt x="293" y="94"/>
                    <a:pt x="288" y="99"/>
                  </a:cubicBezTo>
                  <a:cubicBezTo>
                    <a:pt x="286" y="101"/>
                    <a:pt x="285" y="102"/>
                    <a:pt x="284" y="103"/>
                  </a:cubicBezTo>
                  <a:cubicBezTo>
                    <a:pt x="279" y="106"/>
                    <a:pt x="273" y="108"/>
                    <a:pt x="267" y="108"/>
                  </a:cubicBezTo>
                  <a:cubicBezTo>
                    <a:pt x="261" y="108"/>
                    <a:pt x="255" y="106"/>
                    <a:pt x="251" y="103"/>
                  </a:cubicBezTo>
                  <a:cubicBezTo>
                    <a:pt x="249" y="102"/>
                    <a:pt x="248" y="101"/>
                    <a:pt x="247" y="99"/>
                  </a:cubicBezTo>
                  <a:cubicBezTo>
                    <a:pt x="247" y="99"/>
                    <a:pt x="246" y="99"/>
                    <a:pt x="246" y="99"/>
                  </a:cubicBezTo>
                  <a:cubicBezTo>
                    <a:pt x="246" y="103"/>
                    <a:pt x="246" y="103"/>
                    <a:pt x="246" y="103"/>
                  </a:cubicBezTo>
                  <a:cubicBezTo>
                    <a:pt x="246" y="155"/>
                    <a:pt x="246" y="155"/>
                    <a:pt x="246" y="155"/>
                  </a:cubicBezTo>
                  <a:cubicBezTo>
                    <a:pt x="246" y="196"/>
                    <a:pt x="246" y="196"/>
                    <a:pt x="246" y="196"/>
                  </a:cubicBezTo>
                  <a:cubicBezTo>
                    <a:pt x="246" y="228"/>
                    <a:pt x="230" y="244"/>
                    <a:pt x="198" y="244"/>
                  </a:cubicBezTo>
                  <a:cubicBezTo>
                    <a:pt x="48" y="244"/>
                    <a:pt x="48" y="244"/>
                    <a:pt x="48" y="244"/>
                  </a:cubicBezTo>
                  <a:cubicBezTo>
                    <a:pt x="16" y="244"/>
                    <a:pt x="0" y="228"/>
                    <a:pt x="0" y="196"/>
                  </a:cubicBezTo>
                  <a:cubicBezTo>
                    <a:pt x="0" y="0"/>
                    <a:pt x="0" y="0"/>
                    <a:pt x="0" y="0"/>
                  </a:cubicBezTo>
                  <a:lnTo>
                    <a:pt x="103" y="0"/>
                  </a:lnTo>
                  <a:close/>
                </a:path>
              </a:pathLst>
            </a:custGeom>
            <a:solidFill>
              <a:srgbClr val="CF3B4C"/>
            </a:solidFill>
            <a:ln w="19050">
              <a:solidFill>
                <a:schemeClr val="bg1"/>
              </a:solidFill>
              <a:round/>
            </a:ln>
          </p:spPr>
          <p:txBody>
            <a:bodyPr vert="horz" wrap="square" lIns="121920" tIns="60960" rIns="121920" bIns="60960" numCol="1" anchor="t" anchorCtr="0" compatLnSpc="1"/>
            <a:lstStyle/>
            <a:p>
              <a:endParaRPr lang="en-US" sz="2400">
                <a:cs typeface="+mn-ea"/>
                <a:sym typeface="+mn-lt"/>
              </a:endParaRPr>
            </a:p>
          </p:txBody>
        </p:sp>
        <p:sp>
          <p:nvSpPr>
            <p:cNvPr id="7" name="Freeform 10">
              <a:extLst>
                <a:ext uri="{FF2B5EF4-FFF2-40B4-BE49-F238E27FC236}">
                  <a16:creationId xmlns:a16="http://schemas.microsoft.com/office/drawing/2014/main" id="{2D844EA0-1296-4D3F-B7E8-51F84A1DBDD7}"/>
                </a:ext>
              </a:extLst>
            </p:cNvPr>
            <p:cNvSpPr/>
            <p:nvPr/>
          </p:nvSpPr>
          <p:spPr bwMode="auto">
            <a:xfrm>
              <a:off x="1205146" y="4173193"/>
              <a:ext cx="749975" cy="1852317"/>
            </a:xfrm>
            <a:custGeom>
              <a:avLst/>
              <a:gdLst/>
              <a:ahLst/>
              <a:cxnLst>
                <a:cxn ang="0">
                  <a:pos x="162" y="400"/>
                </a:cxn>
                <a:cxn ang="0">
                  <a:pos x="78" y="324"/>
                </a:cxn>
                <a:cxn ang="0">
                  <a:pos x="3" y="318"/>
                </a:cxn>
                <a:cxn ang="0">
                  <a:pos x="0" y="318"/>
                </a:cxn>
                <a:cxn ang="0">
                  <a:pos x="0" y="266"/>
                </a:cxn>
                <a:cxn ang="0">
                  <a:pos x="5" y="266"/>
                </a:cxn>
                <a:cxn ang="0">
                  <a:pos x="21" y="271"/>
                </a:cxn>
                <a:cxn ang="0">
                  <a:pos x="38" y="266"/>
                </a:cxn>
                <a:cxn ang="0">
                  <a:pos x="42" y="262"/>
                </a:cxn>
                <a:cxn ang="0">
                  <a:pos x="50" y="242"/>
                </a:cxn>
                <a:cxn ang="0">
                  <a:pos x="42" y="221"/>
                </a:cxn>
                <a:cxn ang="0">
                  <a:pos x="21" y="213"/>
                </a:cxn>
                <a:cxn ang="0">
                  <a:pos x="1" y="221"/>
                </a:cxn>
                <a:cxn ang="0">
                  <a:pos x="0" y="221"/>
                </a:cxn>
                <a:cxn ang="0">
                  <a:pos x="0" y="163"/>
                </a:cxn>
                <a:cxn ang="0">
                  <a:pos x="0" y="140"/>
                </a:cxn>
                <a:cxn ang="0">
                  <a:pos x="1" y="140"/>
                </a:cxn>
                <a:cxn ang="0">
                  <a:pos x="5" y="143"/>
                </a:cxn>
                <a:cxn ang="0">
                  <a:pos x="21" y="149"/>
                </a:cxn>
                <a:cxn ang="0">
                  <a:pos x="38" y="143"/>
                </a:cxn>
                <a:cxn ang="0">
                  <a:pos x="42" y="140"/>
                </a:cxn>
                <a:cxn ang="0">
                  <a:pos x="50" y="120"/>
                </a:cxn>
                <a:cxn ang="0">
                  <a:pos x="42" y="99"/>
                </a:cxn>
                <a:cxn ang="0">
                  <a:pos x="21" y="91"/>
                </a:cxn>
                <a:cxn ang="0">
                  <a:pos x="1" y="99"/>
                </a:cxn>
                <a:cxn ang="0">
                  <a:pos x="0" y="99"/>
                </a:cxn>
                <a:cxn ang="0">
                  <a:pos x="0" y="53"/>
                </a:cxn>
                <a:cxn ang="0">
                  <a:pos x="67" y="53"/>
                </a:cxn>
                <a:cxn ang="0">
                  <a:pos x="63" y="50"/>
                </a:cxn>
                <a:cxn ang="0">
                  <a:pos x="54" y="29"/>
                </a:cxn>
                <a:cxn ang="0">
                  <a:pos x="63" y="9"/>
                </a:cxn>
                <a:cxn ang="0">
                  <a:pos x="83" y="0"/>
                </a:cxn>
                <a:cxn ang="0">
                  <a:pos x="104" y="9"/>
                </a:cxn>
                <a:cxn ang="0">
                  <a:pos x="112" y="29"/>
                </a:cxn>
                <a:cxn ang="0">
                  <a:pos x="104" y="50"/>
                </a:cxn>
                <a:cxn ang="0">
                  <a:pos x="100" y="53"/>
                </a:cxn>
                <a:cxn ang="0">
                  <a:pos x="162" y="53"/>
                </a:cxn>
                <a:cxn ang="0">
                  <a:pos x="162" y="195"/>
                </a:cxn>
                <a:cxn ang="0">
                  <a:pos x="147" y="190"/>
                </a:cxn>
                <a:cxn ang="0">
                  <a:pos x="127" y="199"/>
                </a:cxn>
                <a:cxn ang="0">
                  <a:pos x="127" y="199"/>
                </a:cxn>
                <a:cxn ang="0">
                  <a:pos x="118" y="219"/>
                </a:cxn>
                <a:cxn ang="0">
                  <a:pos x="127" y="240"/>
                </a:cxn>
                <a:cxn ang="0">
                  <a:pos x="127" y="240"/>
                </a:cxn>
                <a:cxn ang="0">
                  <a:pos x="131" y="243"/>
                </a:cxn>
                <a:cxn ang="0">
                  <a:pos x="147" y="248"/>
                </a:cxn>
                <a:cxn ang="0">
                  <a:pos x="162" y="244"/>
                </a:cxn>
                <a:cxn ang="0">
                  <a:pos x="162" y="400"/>
                </a:cxn>
              </a:cxnLst>
              <a:rect l="0" t="0" r="r" b="b"/>
              <a:pathLst>
                <a:path w="162" h="400">
                  <a:moveTo>
                    <a:pt x="162" y="400"/>
                  </a:moveTo>
                  <a:cubicBezTo>
                    <a:pt x="142" y="371"/>
                    <a:pt x="114" y="346"/>
                    <a:pt x="78" y="324"/>
                  </a:cubicBezTo>
                  <a:cubicBezTo>
                    <a:pt x="53" y="314"/>
                    <a:pt x="28" y="312"/>
                    <a:pt x="3" y="318"/>
                  </a:cubicBezTo>
                  <a:cubicBezTo>
                    <a:pt x="0" y="318"/>
                    <a:pt x="0" y="318"/>
                    <a:pt x="0" y="318"/>
                  </a:cubicBezTo>
                  <a:cubicBezTo>
                    <a:pt x="0" y="266"/>
                    <a:pt x="0" y="266"/>
                    <a:pt x="0" y="266"/>
                  </a:cubicBezTo>
                  <a:cubicBezTo>
                    <a:pt x="5" y="266"/>
                    <a:pt x="5" y="266"/>
                    <a:pt x="5" y="266"/>
                  </a:cubicBezTo>
                  <a:cubicBezTo>
                    <a:pt x="9" y="269"/>
                    <a:pt x="15" y="271"/>
                    <a:pt x="21" y="271"/>
                  </a:cubicBezTo>
                  <a:cubicBezTo>
                    <a:pt x="27" y="271"/>
                    <a:pt x="33" y="269"/>
                    <a:pt x="38" y="266"/>
                  </a:cubicBezTo>
                  <a:cubicBezTo>
                    <a:pt x="39" y="265"/>
                    <a:pt x="40" y="264"/>
                    <a:pt x="42" y="262"/>
                  </a:cubicBezTo>
                  <a:cubicBezTo>
                    <a:pt x="47" y="257"/>
                    <a:pt x="50" y="250"/>
                    <a:pt x="50" y="242"/>
                  </a:cubicBezTo>
                  <a:cubicBezTo>
                    <a:pt x="50" y="234"/>
                    <a:pt x="47" y="227"/>
                    <a:pt x="42" y="221"/>
                  </a:cubicBezTo>
                  <a:cubicBezTo>
                    <a:pt x="36" y="216"/>
                    <a:pt x="29" y="213"/>
                    <a:pt x="21" y="213"/>
                  </a:cubicBezTo>
                  <a:cubicBezTo>
                    <a:pt x="13" y="213"/>
                    <a:pt x="6" y="216"/>
                    <a:pt x="1" y="221"/>
                  </a:cubicBezTo>
                  <a:cubicBezTo>
                    <a:pt x="1" y="221"/>
                    <a:pt x="0" y="221"/>
                    <a:pt x="0" y="221"/>
                  </a:cubicBezTo>
                  <a:cubicBezTo>
                    <a:pt x="0" y="163"/>
                    <a:pt x="0" y="163"/>
                    <a:pt x="0" y="163"/>
                  </a:cubicBezTo>
                  <a:cubicBezTo>
                    <a:pt x="0" y="140"/>
                    <a:pt x="0" y="140"/>
                    <a:pt x="0" y="140"/>
                  </a:cubicBezTo>
                  <a:cubicBezTo>
                    <a:pt x="0" y="140"/>
                    <a:pt x="1" y="140"/>
                    <a:pt x="1" y="140"/>
                  </a:cubicBezTo>
                  <a:cubicBezTo>
                    <a:pt x="2" y="141"/>
                    <a:pt x="3" y="142"/>
                    <a:pt x="5" y="143"/>
                  </a:cubicBezTo>
                  <a:cubicBezTo>
                    <a:pt x="9" y="147"/>
                    <a:pt x="15" y="149"/>
                    <a:pt x="21" y="149"/>
                  </a:cubicBezTo>
                  <a:cubicBezTo>
                    <a:pt x="27" y="149"/>
                    <a:pt x="33" y="147"/>
                    <a:pt x="38" y="143"/>
                  </a:cubicBezTo>
                  <a:cubicBezTo>
                    <a:pt x="39" y="142"/>
                    <a:pt x="40" y="141"/>
                    <a:pt x="42" y="140"/>
                  </a:cubicBezTo>
                  <a:cubicBezTo>
                    <a:pt x="47" y="134"/>
                    <a:pt x="50" y="128"/>
                    <a:pt x="50" y="120"/>
                  </a:cubicBezTo>
                  <a:cubicBezTo>
                    <a:pt x="50" y="112"/>
                    <a:pt x="47" y="105"/>
                    <a:pt x="42" y="99"/>
                  </a:cubicBezTo>
                  <a:cubicBezTo>
                    <a:pt x="36" y="93"/>
                    <a:pt x="29" y="91"/>
                    <a:pt x="21" y="91"/>
                  </a:cubicBezTo>
                  <a:cubicBezTo>
                    <a:pt x="13" y="91"/>
                    <a:pt x="6" y="93"/>
                    <a:pt x="1" y="99"/>
                  </a:cubicBezTo>
                  <a:cubicBezTo>
                    <a:pt x="1" y="99"/>
                    <a:pt x="0" y="99"/>
                    <a:pt x="0" y="99"/>
                  </a:cubicBezTo>
                  <a:cubicBezTo>
                    <a:pt x="0" y="53"/>
                    <a:pt x="0" y="53"/>
                    <a:pt x="0" y="53"/>
                  </a:cubicBezTo>
                  <a:cubicBezTo>
                    <a:pt x="67" y="53"/>
                    <a:pt x="67" y="53"/>
                    <a:pt x="67" y="53"/>
                  </a:cubicBezTo>
                  <a:cubicBezTo>
                    <a:pt x="65" y="52"/>
                    <a:pt x="64" y="51"/>
                    <a:pt x="63" y="50"/>
                  </a:cubicBezTo>
                  <a:cubicBezTo>
                    <a:pt x="57" y="44"/>
                    <a:pt x="54" y="37"/>
                    <a:pt x="54" y="29"/>
                  </a:cubicBezTo>
                  <a:cubicBezTo>
                    <a:pt x="54" y="21"/>
                    <a:pt x="57" y="15"/>
                    <a:pt x="63" y="9"/>
                  </a:cubicBezTo>
                  <a:cubicBezTo>
                    <a:pt x="69" y="3"/>
                    <a:pt x="75" y="0"/>
                    <a:pt x="83" y="0"/>
                  </a:cubicBezTo>
                  <a:cubicBezTo>
                    <a:pt x="91" y="0"/>
                    <a:pt x="98" y="3"/>
                    <a:pt x="104" y="9"/>
                  </a:cubicBezTo>
                  <a:cubicBezTo>
                    <a:pt x="110" y="15"/>
                    <a:pt x="112" y="21"/>
                    <a:pt x="112" y="29"/>
                  </a:cubicBezTo>
                  <a:cubicBezTo>
                    <a:pt x="112" y="37"/>
                    <a:pt x="110" y="44"/>
                    <a:pt x="104" y="50"/>
                  </a:cubicBezTo>
                  <a:cubicBezTo>
                    <a:pt x="103" y="51"/>
                    <a:pt x="101" y="52"/>
                    <a:pt x="100" y="53"/>
                  </a:cubicBezTo>
                  <a:cubicBezTo>
                    <a:pt x="162" y="53"/>
                    <a:pt x="162" y="53"/>
                    <a:pt x="162" y="53"/>
                  </a:cubicBezTo>
                  <a:cubicBezTo>
                    <a:pt x="162" y="195"/>
                    <a:pt x="162" y="195"/>
                    <a:pt x="162" y="195"/>
                  </a:cubicBezTo>
                  <a:cubicBezTo>
                    <a:pt x="158" y="192"/>
                    <a:pt x="153" y="190"/>
                    <a:pt x="147" y="190"/>
                  </a:cubicBezTo>
                  <a:cubicBezTo>
                    <a:pt x="139" y="190"/>
                    <a:pt x="133" y="193"/>
                    <a:pt x="127" y="199"/>
                  </a:cubicBezTo>
                  <a:cubicBezTo>
                    <a:pt x="127" y="199"/>
                    <a:pt x="127" y="199"/>
                    <a:pt x="127" y="199"/>
                  </a:cubicBezTo>
                  <a:cubicBezTo>
                    <a:pt x="121" y="205"/>
                    <a:pt x="118" y="212"/>
                    <a:pt x="118" y="219"/>
                  </a:cubicBezTo>
                  <a:cubicBezTo>
                    <a:pt x="118" y="227"/>
                    <a:pt x="121" y="234"/>
                    <a:pt x="127" y="240"/>
                  </a:cubicBezTo>
                  <a:cubicBezTo>
                    <a:pt x="127" y="240"/>
                    <a:pt x="127" y="240"/>
                    <a:pt x="127" y="240"/>
                  </a:cubicBezTo>
                  <a:cubicBezTo>
                    <a:pt x="128" y="241"/>
                    <a:pt x="129" y="242"/>
                    <a:pt x="131" y="243"/>
                  </a:cubicBezTo>
                  <a:cubicBezTo>
                    <a:pt x="136" y="247"/>
                    <a:pt x="141" y="248"/>
                    <a:pt x="147" y="248"/>
                  </a:cubicBezTo>
                  <a:cubicBezTo>
                    <a:pt x="153" y="248"/>
                    <a:pt x="158" y="247"/>
                    <a:pt x="162" y="244"/>
                  </a:cubicBezTo>
                  <a:lnTo>
                    <a:pt x="162" y="400"/>
                  </a:lnTo>
                  <a:close/>
                </a:path>
              </a:pathLst>
            </a:custGeom>
            <a:solidFill>
              <a:srgbClr val="344F66"/>
            </a:solidFill>
            <a:ln w="19050">
              <a:solidFill>
                <a:schemeClr val="bg1"/>
              </a:solidFill>
              <a:round/>
            </a:ln>
          </p:spPr>
          <p:txBody>
            <a:bodyPr vert="horz" wrap="square" lIns="121920" tIns="60960" rIns="121920" bIns="60960" numCol="1" anchor="t" anchorCtr="0" compatLnSpc="1"/>
            <a:lstStyle/>
            <a:p>
              <a:endParaRPr lang="en-US" sz="2400">
                <a:cs typeface="+mn-ea"/>
                <a:sym typeface="+mn-lt"/>
              </a:endParaRPr>
            </a:p>
          </p:txBody>
        </p:sp>
        <p:sp>
          <p:nvSpPr>
            <p:cNvPr id="8" name="Freeform 11">
              <a:extLst>
                <a:ext uri="{FF2B5EF4-FFF2-40B4-BE49-F238E27FC236}">
                  <a16:creationId xmlns:a16="http://schemas.microsoft.com/office/drawing/2014/main" id="{A4F49A51-253A-47BB-8C67-326AAE61FF5C}"/>
                </a:ext>
              </a:extLst>
            </p:cNvPr>
            <p:cNvSpPr/>
            <p:nvPr/>
          </p:nvSpPr>
          <p:spPr bwMode="auto">
            <a:xfrm>
              <a:off x="1752747" y="4173193"/>
              <a:ext cx="1309479" cy="1852317"/>
            </a:xfrm>
            <a:custGeom>
              <a:avLst/>
              <a:gdLst/>
              <a:ahLst/>
              <a:cxnLst>
                <a:cxn ang="0">
                  <a:pos x="235" y="400"/>
                </a:cxn>
                <a:cxn ang="0">
                  <a:pos x="44" y="400"/>
                </a:cxn>
                <a:cxn ang="0">
                  <a:pos x="44" y="244"/>
                </a:cxn>
                <a:cxn ang="0">
                  <a:pos x="29" y="248"/>
                </a:cxn>
                <a:cxn ang="0">
                  <a:pos x="13" y="243"/>
                </a:cxn>
                <a:cxn ang="0">
                  <a:pos x="9" y="240"/>
                </a:cxn>
                <a:cxn ang="0">
                  <a:pos x="9" y="240"/>
                </a:cxn>
                <a:cxn ang="0">
                  <a:pos x="0" y="219"/>
                </a:cxn>
                <a:cxn ang="0">
                  <a:pos x="9" y="199"/>
                </a:cxn>
                <a:cxn ang="0">
                  <a:pos x="9" y="199"/>
                </a:cxn>
                <a:cxn ang="0">
                  <a:pos x="29" y="190"/>
                </a:cxn>
                <a:cxn ang="0">
                  <a:pos x="44" y="195"/>
                </a:cxn>
                <a:cxn ang="0">
                  <a:pos x="44" y="53"/>
                </a:cxn>
                <a:cxn ang="0">
                  <a:pos x="129" y="53"/>
                </a:cxn>
                <a:cxn ang="0">
                  <a:pos x="125" y="50"/>
                </a:cxn>
                <a:cxn ang="0">
                  <a:pos x="117" y="29"/>
                </a:cxn>
                <a:cxn ang="0">
                  <a:pos x="125" y="9"/>
                </a:cxn>
                <a:cxn ang="0">
                  <a:pos x="146" y="0"/>
                </a:cxn>
                <a:cxn ang="0">
                  <a:pos x="166" y="9"/>
                </a:cxn>
                <a:cxn ang="0">
                  <a:pos x="175" y="29"/>
                </a:cxn>
                <a:cxn ang="0">
                  <a:pos x="166" y="50"/>
                </a:cxn>
                <a:cxn ang="0">
                  <a:pos x="162" y="53"/>
                </a:cxn>
                <a:cxn ang="0">
                  <a:pos x="235" y="53"/>
                </a:cxn>
                <a:cxn ang="0">
                  <a:pos x="235" y="82"/>
                </a:cxn>
                <a:cxn ang="0">
                  <a:pos x="254" y="75"/>
                </a:cxn>
                <a:cxn ang="0">
                  <a:pos x="274" y="83"/>
                </a:cxn>
                <a:cxn ang="0">
                  <a:pos x="283" y="104"/>
                </a:cxn>
                <a:cxn ang="0">
                  <a:pos x="274" y="124"/>
                </a:cxn>
                <a:cxn ang="0">
                  <a:pos x="254" y="133"/>
                </a:cxn>
                <a:cxn ang="0">
                  <a:pos x="235" y="126"/>
                </a:cxn>
                <a:cxn ang="0">
                  <a:pos x="235" y="154"/>
                </a:cxn>
                <a:cxn ang="0">
                  <a:pos x="235" y="196"/>
                </a:cxn>
                <a:cxn ang="0">
                  <a:pos x="218" y="190"/>
                </a:cxn>
                <a:cxn ang="0">
                  <a:pos x="197" y="199"/>
                </a:cxn>
                <a:cxn ang="0">
                  <a:pos x="191" y="207"/>
                </a:cxn>
                <a:cxn ang="0">
                  <a:pos x="189" y="219"/>
                </a:cxn>
                <a:cxn ang="0">
                  <a:pos x="194" y="236"/>
                </a:cxn>
                <a:cxn ang="0">
                  <a:pos x="197" y="240"/>
                </a:cxn>
                <a:cxn ang="0">
                  <a:pos x="218" y="248"/>
                </a:cxn>
                <a:cxn ang="0">
                  <a:pos x="235" y="243"/>
                </a:cxn>
                <a:cxn ang="0">
                  <a:pos x="235" y="274"/>
                </a:cxn>
                <a:cxn ang="0">
                  <a:pos x="235" y="317"/>
                </a:cxn>
                <a:cxn ang="0">
                  <a:pos x="218" y="312"/>
                </a:cxn>
                <a:cxn ang="0">
                  <a:pos x="210" y="313"/>
                </a:cxn>
                <a:cxn ang="0">
                  <a:pos x="197" y="320"/>
                </a:cxn>
                <a:cxn ang="0">
                  <a:pos x="189" y="341"/>
                </a:cxn>
                <a:cxn ang="0">
                  <a:pos x="197" y="361"/>
                </a:cxn>
                <a:cxn ang="0">
                  <a:pos x="215" y="370"/>
                </a:cxn>
                <a:cxn ang="0">
                  <a:pos x="218" y="370"/>
                </a:cxn>
                <a:cxn ang="0">
                  <a:pos x="235" y="364"/>
                </a:cxn>
                <a:cxn ang="0">
                  <a:pos x="235" y="400"/>
                </a:cxn>
              </a:cxnLst>
              <a:rect l="0" t="0" r="r" b="b"/>
              <a:pathLst>
                <a:path w="283" h="400">
                  <a:moveTo>
                    <a:pt x="235" y="400"/>
                  </a:moveTo>
                  <a:cubicBezTo>
                    <a:pt x="44" y="400"/>
                    <a:pt x="44" y="400"/>
                    <a:pt x="44" y="400"/>
                  </a:cubicBezTo>
                  <a:cubicBezTo>
                    <a:pt x="44" y="244"/>
                    <a:pt x="44" y="244"/>
                    <a:pt x="44" y="244"/>
                  </a:cubicBezTo>
                  <a:cubicBezTo>
                    <a:pt x="40" y="247"/>
                    <a:pt x="35" y="248"/>
                    <a:pt x="29" y="248"/>
                  </a:cubicBezTo>
                  <a:cubicBezTo>
                    <a:pt x="23" y="248"/>
                    <a:pt x="18" y="247"/>
                    <a:pt x="13" y="243"/>
                  </a:cubicBezTo>
                  <a:cubicBezTo>
                    <a:pt x="11" y="242"/>
                    <a:pt x="10" y="241"/>
                    <a:pt x="9" y="240"/>
                  </a:cubicBezTo>
                  <a:cubicBezTo>
                    <a:pt x="9" y="240"/>
                    <a:pt x="9" y="240"/>
                    <a:pt x="9" y="240"/>
                  </a:cubicBezTo>
                  <a:cubicBezTo>
                    <a:pt x="3" y="234"/>
                    <a:pt x="0" y="227"/>
                    <a:pt x="0" y="219"/>
                  </a:cubicBezTo>
                  <a:cubicBezTo>
                    <a:pt x="0" y="212"/>
                    <a:pt x="3" y="205"/>
                    <a:pt x="9" y="199"/>
                  </a:cubicBezTo>
                  <a:cubicBezTo>
                    <a:pt x="9" y="199"/>
                    <a:pt x="9" y="199"/>
                    <a:pt x="9" y="199"/>
                  </a:cubicBezTo>
                  <a:cubicBezTo>
                    <a:pt x="15" y="193"/>
                    <a:pt x="21" y="190"/>
                    <a:pt x="29" y="190"/>
                  </a:cubicBezTo>
                  <a:cubicBezTo>
                    <a:pt x="35" y="190"/>
                    <a:pt x="40" y="192"/>
                    <a:pt x="44" y="195"/>
                  </a:cubicBezTo>
                  <a:cubicBezTo>
                    <a:pt x="44" y="53"/>
                    <a:pt x="44" y="53"/>
                    <a:pt x="44" y="53"/>
                  </a:cubicBezTo>
                  <a:cubicBezTo>
                    <a:pt x="129" y="53"/>
                    <a:pt x="129" y="53"/>
                    <a:pt x="129" y="53"/>
                  </a:cubicBezTo>
                  <a:cubicBezTo>
                    <a:pt x="128" y="52"/>
                    <a:pt x="126" y="51"/>
                    <a:pt x="125" y="50"/>
                  </a:cubicBezTo>
                  <a:cubicBezTo>
                    <a:pt x="119" y="44"/>
                    <a:pt x="117" y="37"/>
                    <a:pt x="117" y="29"/>
                  </a:cubicBezTo>
                  <a:cubicBezTo>
                    <a:pt x="117" y="21"/>
                    <a:pt x="119" y="15"/>
                    <a:pt x="125" y="9"/>
                  </a:cubicBezTo>
                  <a:cubicBezTo>
                    <a:pt x="131" y="3"/>
                    <a:pt x="138" y="0"/>
                    <a:pt x="146" y="0"/>
                  </a:cubicBezTo>
                  <a:cubicBezTo>
                    <a:pt x="154" y="0"/>
                    <a:pt x="160" y="3"/>
                    <a:pt x="166" y="9"/>
                  </a:cubicBezTo>
                  <a:cubicBezTo>
                    <a:pt x="172" y="15"/>
                    <a:pt x="175" y="21"/>
                    <a:pt x="175" y="29"/>
                  </a:cubicBezTo>
                  <a:cubicBezTo>
                    <a:pt x="175" y="37"/>
                    <a:pt x="172" y="44"/>
                    <a:pt x="166" y="50"/>
                  </a:cubicBezTo>
                  <a:cubicBezTo>
                    <a:pt x="165" y="51"/>
                    <a:pt x="163" y="52"/>
                    <a:pt x="162" y="53"/>
                  </a:cubicBezTo>
                  <a:cubicBezTo>
                    <a:pt x="235" y="53"/>
                    <a:pt x="235" y="53"/>
                    <a:pt x="235" y="53"/>
                  </a:cubicBezTo>
                  <a:cubicBezTo>
                    <a:pt x="235" y="82"/>
                    <a:pt x="235" y="82"/>
                    <a:pt x="235" y="82"/>
                  </a:cubicBezTo>
                  <a:cubicBezTo>
                    <a:pt x="240" y="77"/>
                    <a:pt x="247" y="75"/>
                    <a:pt x="254" y="75"/>
                  </a:cubicBezTo>
                  <a:cubicBezTo>
                    <a:pt x="262" y="75"/>
                    <a:pt x="269" y="78"/>
                    <a:pt x="274" y="83"/>
                  </a:cubicBezTo>
                  <a:cubicBezTo>
                    <a:pt x="280" y="89"/>
                    <a:pt x="283" y="96"/>
                    <a:pt x="283" y="104"/>
                  </a:cubicBezTo>
                  <a:cubicBezTo>
                    <a:pt x="283" y="112"/>
                    <a:pt x="280" y="119"/>
                    <a:pt x="274" y="124"/>
                  </a:cubicBezTo>
                  <a:cubicBezTo>
                    <a:pt x="269" y="130"/>
                    <a:pt x="262" y="133"/>
                    <a:pt x="254" y="133"/>
                  </a:cubicBezTo>
                  <a:cubicBezTo>
                    <a:pt x="247" y="133"/>
                    <a:pt x="240" y="130"/>
                    <a:pt x="235" y="126"/>
                  </a:cubicBezTo>
                  <a:cubicBezTo>
                    <a:pt x="235" y="154"/>
                    <a:pt x="235" y="154"/>
                    <a:pt x="235" y="154"/>
                  </a:cubicBezTo>
                  <a:cubicBezTo>
                    <a:pt x="235" y="196"/>
                    <a:pt x="235" y="196"/>
                    <a:pt x="235" y="196"/>
                  </a:cubicBezTo>
                  <a:cubicBezTo>
                    <a:pt x="230" y="192"/>
                    <a:pt x="224" y="190"/>
                    <a:pt x="218" y="190"/>
                  </a:cubicBezTo>
                  <a:cubicBezTo>
                    <a:pt x="210" y="190"/>
                    <a:pt x="203" y="193"/>
                    <a:pt x="197" y="199"/>
                  </a:cubicBezTo>
                  <a:cubicBezTo>
                    <a:pt x="195" y="201"/>
                    <a:pt x="193" y="204"/>
                    <a:pt x="191" y="207"/>
                  </a:cubicBezTo>
                  <a:cubicBezTo>
                    <a:pt x="190" y="211"/>
                    <a:pt x="189" y="215"/>
                    <a:pt x="189" y="219"/>
                  </a:cubicBezTo>
                  <a:cubicBezTo>
                    <a:pt x="189" y="226"/>
                    <a:pt x="191" y="231"/>
                    <a:pt x="194" y="236"/>
                  </a:cubicBezTo>
                  <a:cubicBezTo>
                    <a:pt x="195" y="237"/>
                    <a:pt x="196" y="239"/>
                    <a:pt x="197" y="240"/>
                  </a:cubicBezTo>
                  <a:cubicBezTo>
                    <a:pt x="203" y="246"/>
                    <a:pt x="210" y="248"/>
                    <a:pt x="218" y="248"/>
                  </a:cubicBezTo>
                  <a:cubicBezTo>
                    <a:pt x="224" y="248"/>
                    <a:pt x="230" y="247"/>
                    <a:pt x="235" y="243"/>
                  </a:cubicBezTo>
                  <a:cubicBezTo>
                    <a:pt x="235" y="274"/>
                    <a:pt x="235" y="274"/>
                    <a:pt x="235" y="274"/>
                  </a:cubicBezTo>
                  <a:cubicBezTo>
                    <a:pt x="235" y="317"/>
                    <a:pt x="235" y="317"/>
                    <a:pt x="235" y="317"/>
                  </a:cubicBezTo>
                  <a:cubicBezTo>
                    <a:pt x="230" y="313"/>
                    <a:pt x="224" y="312"/>
                    <a:pt x="218" y="312"/>
                  </a:cubicBezTo>
                  <a:cubicBezTo>
                    <a:pt x="215" y="312"/>
                    <a:pt x="213" y="312"/>
                    <a:pt x="210" y="313"/>
                  </a:cubicBezTo>
                  <a:cubicBezTo>
                    <a:pt x="205" y="314"/>
                    <a:pt x="201" y="316"/>
                    <a:pt x="197" y="320"/>
                  </a:cubicBezTo>
                  <a:cubicBezTo>
                    <a:pt x="192" y="326"/>
                    <a:pt x="189" y="333"/>
                    <a:pt x="189" y="341"/>
                  </a:cubicBezTo>
                  <a:cubicBezTo>
                    <a:pt x="189" y="349"/>
                    <a:pt x="192" y="355"/>
                    <a:pt x="197" y="361"/>
                  </a:cubicBezTo>
                  <a:cubicBezTo>
                    <a:pt x="202" y="366"/>
                    <a:pt x="208" y="369"/>
                    <a:pt x="215" y="370"/>
                  </a:cubicBezTo>
                  <a:cubicBezTo>
                    <a:pt x="216" y="370"/>
                    <a:pt x="217" y="370"/>
                    <a:pt x="218" y="370"/>
                  </a:cubicBezTo>
                  <a:cubicBezTo>
                    <a:pt x="224" y="370"/>
                    <a:pt x="230" y="368"/>
                    <a:pt x="235" y="364"/>
                  </a:cubicBezTo>
                  <a:lnTo>
                    <a:pt x="235" y="400"/>
                  </a:lnTo>
                  <a:close/>
                </a:path>
              </a:pathLst>
            </a:custGeom>
            <a:solidFill>
              <a:srgbClr val="344F66"/>
            </a:solidFill>
            <a:ln w="19050">
              <a:solidFill>
                <a:schemeClr val="bg1"/>
              </a:solidFill>
              <a:round/>
            </a:ln>
          </p:spPr>
          <p:txBody>
            <a:bodyPr vert="horz" wrap="square" lIns="121920" tIns="60960" rIns="121920" bIns="60960" numCol="1" anchor="t" anchorCtr="0" compatLnSpc="1"/>
            <a:lstStyle/>
            <a:p>
              <a:endParaRPr lang="en-US" sz="2400">
                <a:cs typeface="+mn-ea"/>
                <a:sym typeface="+mn-lt"/>
              </a:endParaRPr>
            </a:p>
          </p:txBody>
        </p:sp>
        <p:sp>
          <p:nvSpPr>
            <p:cNvPr id="9" name="Freeform 12">
              <a:extLst>
                <a:ext uri="{FF2B5EF4-FFF2-40B4-BE49-F238E27FC236}">
                  <a16:creationId xmlns:a16="http://schemas.microsoft.com/office/drawing/2014/main" id="{EF129515-D04A-4B96-AF94-C12F90319B2B}"/>
                </a:ext>
              </a:extLst>
            </p:cNvPr>
            <p:cNvSpPr/>
            <p:nvPr/>
          </p:nvSpPr>
          <p:spPr bwMode="auto">
            <a:xfrm>
              <a:off x="2626527" y="4887455"/>
              <a:ext cx="1561852" cy="573791"/>
            </a:xfrm>
            <a:custGeom>
              <a:avLst/>
              <a:gdLst/>
              <a:ahLst/>
              <a:cxnLst>
                <a:cxn ang="0">
                  <a:pos x="292" y="2"/>
                </a:cxn>
                <a:cxn ang="0">
                  <a:pos x="319" y="18"/>
                </a:cxn>
                <a:cxn ang="0">
                  <a:pos x="337" y="62"/>
                </a:cxn>
                <a:cxn ang="0">
                  <a:pos x="319" y="105"/>
                </a:cxn>
                <a:cxn ang="0">
                  <a:pos x="276" y="124"/>
                </a:cxn>
                <a:cxn ang="0">
                  <a:pos x="260" y="124"/>
                </a:cxn>
                <a:cxn ang="0">
                  <a:pos x="237" y="120"/>
                </a:cxn>
                <a:cxn ang="0">
                  <a:pos x="145" y="120"/>
                </a:cxn>
                <a:cxn ang="0">
                  <a:pos x="150" y="103"/>
                </a:cxn>
                <a:cxn ang="0">
                  <a:pos x="141" y="83"/>
                </a:cxn>
                <a:cxn ang="0">
                  <a:pos x="121" y="74"/>
                </a:cxn>
                <a:cxn ang="0">
                  <a:pos x="100" y="83"/>
                </a:cxn>
                <a:cxn ang="0">
                  <a:pos x="92" y="103"/>
                </a:cxn>
                <a:cxn ang="0">
                  <a:pos x="97" y="120"/>
                </a:cxn>
                <a:cxn ang="0">
                  <a:pos x="46" y="120"/>
                </a:cxn>
                <a:cxn ang="0">
                  <a:pos x="46" y="89"/>
                </a:cxn>
                <a:cxn ang="0">
                  <a:pos x="29" y="94"/>
                </a:cxn>
                <a:cxn ang="0">
                  <a:pos x="8" y="86"/>
                </a:cxn>
                <a:cxn ang="0">
                  <a:pos x="5" y="82"/>
                </a:cxn>
                <a:cxn ang="0">
                  <a:pos x="0" y="65"/>
                </a:cxn>
                <a:cxn ang="0">
                  <a:pos x="2" y="53"/>
                </a:cxn>
                <a:cxn ang="0">
                  <a:pos x="8" y="45"/>
                </a:cxn>
                <a:cxn ang="0">
                  <a:pos x="29" y="36"/>
                </a:cxn>
                <a:cxn ang="0">
                  <a:pos x="46" y="42"/>
                </a:cxn>
                <a:cxn ang="0">
                  <a:pos x="46" y="0"/>
                </a:cxn>
                <a:cxn ang="0">
                  <a:pos x="52" y="0"/>
                </a:cxn>
                <a:cxn ang="0">
                  <a:pos x="52" y="1"/>
                </a:cxn>
                <a:cxn ang="0">
                  <a:pos x="54" y="1"/>
                </a:cxn>
                <a:cxn ang="0">
                  <a:pos x="62" y="0"/>
                </a:cxn>
                <a:cxn ang="0">
                  <a:pos x="189" y="0"/>
                </a:cxn>
                <a:cxn ang="0">
                  <a:pos x="181" y="20"/>
                </a:cxn>
                <a:cxn ang="0">
                  <a:pos x="189" y="40"/>
                </a:cxn>
                <a:cxn ang="0">
                  <a:pos x="210" y="49"/>
                </a:cxn>
                <a:cxn ang="0">
                  <a:pos x="230" y="40"/>
                </a:cxn>
                <a:cxn ang="0">
                  <a:pos x="239" y="20"/>
                </a:cxn>
                <a:cxn ang="0">
                  <a:pos x="231" y="0"/>
                </a:cxn>
                <a:cxn ang="0">
                  <a:pos x="276" y="0"/>
                </a:cxn>
                <a:cxn ang="0">
                  <a:pos x="292" y="2"/>
                </a:cxn>
              </a:cxnLst>
              <a:rect l="0" t="0" r="r" b="b"/>
              <a:pathLst>
                <a:path w="337" h="124">
                  <a:moveTo>
                    <a:pt x="292" y="2"/>
                  </a:moveTo>
                  <a:cubicBezTo>
                    <a:pt x="302" y="5"/>
                    <a:pt x="311" y="10"/>
                    <a:pt x="319" y="18"/>
                  </a:cubicBezTo>
                  <a:cubicBezTo>
                    <a:pt x="331" y="31"/>
                    <a:pt x="337" y="45"/>
                    <a:pt x="337" y="62"/>
                  </a:cubicBezTo>
                  <a:cubicBezTo>
                    <a:pt x="337" y="79"/>
                    <a:pt x="331" y="93"/>
                    <a:pt x="319" y="105"/>
                  </a:cubicBezTo>
                  <a:cubicBezTo>
                    <a:pt x="307" y="118"/>
                    <a:pt x="293" y="124"/>
                    <a:pt x="276" y="124"/>
                  </a:cubicBezTo>
                  <a:cubicBezTo>
                    <a:pt x="260" y="124"/>
                    <a:pt x="260" y="124"/>
                    <a:pt x="260" y="124"/>
                  </a:cubicBezTo>
                  <a:cubicBezTo>
                    <a:pt x="253" y="121"/>
                    <a:pt x="245" y="120"/>
                    <a:pt x="237" y="120"/>
                  </a:cubicBezTo>
                  <a:cubicBezTo>
                    <a:pt x="145" y="120"/>
                    <a:pt x="145" y="120"/>
                    <a:pt x="145" y="120"/>
                  </a:cubicBezTo>
                  <a:cubicBezTo>
                    <a:pt x="148" y="115"/>
                    <a:pt x="150" y="109"/>
                    <a:pt x="150" y="103"/>
                  </a:cubicBezTo>
                  <a:cubicBezTo>
                    <a:pt x="150" y="95"/>
                    <a:pt x="147" y="89"/>
                    <a:pt x="141" y="83"/>
                  </a:cubicBezTo>
                  <a:cubicBezTo>
                    <a:pt x="136" y="77"/>
                    <a:pt x="129" y="74"/>
                    <a:pt x="121" y="74"/>
                  </a:cubicBezTo>
                  <a:cubicBezTo>
                    <a:pt x="113" y="74"/>
                    <a:pt x="106" y="77"/>
                    <a:pt x="100" y="83"/>
                  </a:cubicBezTo>
                  <a:cubicBezTo>
                    <a:pt x="95" y="89"/>
                    <a:pt x="92" y="95"/>
                    <a:pt x="92" y="103"/>
                  </a:cubicBezTo>
                  <a:cubicBezTo>
                    <a:pt x="92" y="109"/>
                    <a:pt x="94" y="115"/>
                    <a:pt x="97" y="120"/>
                  </a:cubicBezTo>
                  <a:cubicBezTo>
                    <a:pt x="46" y="120"/>
                    <a:pt x="46" y="120"/>
                    <a:pt x="46" y="120"/>
                  </a:cubicBezTo>
                  <a:cubicBezTo>
                    <a:pt x="46" y="89"/>
                    <a:pt x="46" y="89"/>
                    <a:pt x="46" y="89"/>
                  </a:cubicBezTo>
                  <a:cubicBezTo>
                    <a:pt x="41" y="93"/>
                    <a:pt x="35" y="94"/>
                    <a:pt x="29" y="94"/>
                  </a:cubicBezTo>
                  <a:cubicBezTo>
                    <a:pt x="21" y="94"/>
                    <a:pt x="14" y="92"/>
                    <a:pt x="8" y="86"/>
                  </a:cubicBezTo>
                  <a:cubicBezTo>
                    <a:pt x="7" y="85"/>
                    <a:pt x="6" y="83"/>
                    <a:pt x="5" y="82"/>
                  </a:cubicBezTo>
                  <a:cubicBezTo>
                    <a:pt x="2" y="77"/>
                    <a:pt x="0" y="72"/>
                    <a:pt x="0" y="65"/>
                  </a:cubicBezTo>
                  <a:cubicBezTo>
                    <a:pt x="0" y="61"/>
                    <a:pt x="1" y="57"/>
                    <a:pt x="2" y="53"/>
                  </a:cubicBezTo>
                  <a:cubicBezTo>
                    <a:pt x="4" y="50"/>
                    <a:pt x="6" y="47"/>
                    <a:pt x="8" y="45"/>
                  </a:cubicBezTo>
                  <a:cubicBezTo>
                    <a:pt x="14" y="39"/>
                    <a:pt x="21" y="36"/>
                    <a:pt x="29" y="36"/>
                  </a:cubicBezTo>
                  <a:cubicBezTo>
                    <a:pt x="35" y="36"/>
                    <a:pt x="41" y="38"/>
                    <a:pt x="46" y="42"/>
                  </a:cubicBezTo>
                  <a:cubicBezTo>
                    <a:pt x="46" y="0"/>
                    <a:pt x="46" y="0"/>
                    <a:pt x="46" y="0"/>
                  </a:cubicBezTo>
                  <a:cubicBezTo>
                    <a:pt x="52" y="0"/>
                    <a:pt x="52" y="0"/>
                    <a:pt x="52" y="0"/>
                  </a:cubicBezTo>
                  <a:cubicBezTo>
                    <a:pt x="52" y="1"/>
                    <a:pt x="52" y="1"/>
                    <a:pt x="52" y="1"/>
                  </a:cubicBezTo>
                  <a:cubicBezTo>
                    <a:pt x="53" y="1"/>
                    <a:pt x="54" y="1"/>
                    <a:pt x="54" y="1"/>
                  </a:cubicBezTo>
                  <a:cubicBezTo>
                    <a:pt x="57" y="1"/>
                    <a:pt x="60" y="0"/>
                    <a:pt x="62" y="0"/>
                  </a:cubicBezTo>
                  <a:cubicBezTo>
                    <a:pt x="189" y="0"/>
                    <a:pt x="189" y="0"/>
                    <a:pt x="189" y="0"/>
                  </a:cubicBezTo>
                  <a:cubicBezTo>
                    <a:pt x="184" y="6"/>
                    <a:pt x="181" y="12"/>
                    <a:pt x="181" y="20"/>
                  </a:cubicBezTo>
                  <a:cubicBezTo>
                    <a:pt x="181" y="28"/>
                    <a:pt x="184" y="35"/>
                    <a:pt x="189" y="40"/>
                  </a:cubicBezTo>
                  <a:cubicBezTo>
                    <a:pt x="195" y="46"/>
                    <a:pt x="202" y="49"/>
                    <a:pt x="210" y="49"/>
                  </a:cubicBezTo>
                  <a:cubicBezTo>
                    <a:pt x="218" y="49"/>
                    <a:pt x="225" y="46"/>
                    <a:pt x="230" y="40"/>
                  </a:cubicBezTo>
                  <a:cubicBezTo>
                    <a:pt x="236" y="35"/>
                    <a:pt x="239" y="28"/>
                    <a:pt x="239" y="20"/>
                  </a:cubicBezTo>
                  <a:cubicBezTo>
                    <a:pt x="239" y="12"/>
                    <a:pt x="236" y="6"/>
                    <a:pt x="231" y="0"/>
                  </a:cubicBezTo>
                  <a:cubicBezTo>
                    <a:pt x="276" y="0"/>
                    <a:pt x="276" y="0"/>
                    <a:pt x="276" y="0"/>
                  </a:cubicBezTo>
                  <a:cubicBezTo>
                    <a:pt x="281" y="0"/>
                    <a:pt x="287" y="1"/>
                    <a:pt x="292" y="2"/>
                  </a:cubicBezTo>
                  <a:close/>
                </a:path>
              </a:pathLst>
            </a:custGeom>
            <a:solidFill>
              <a:srgbClr val="344F66"/>
            </a:solidFill>
            <a:ln w="19050">
              <a:solidFill>
                <a:schemeClr val="bg1"/>
              </a:solidFill>
              <a:round/>
            </a:ln>
          </p:spPr>
          <p:txBody>
            <a:bodyPr vert="horz" wrap="square" lIns="121920" tIns="60960" rIns="121920" bIns="60960" numCol="1" anchor="t" anchorCtr="0" compatLnSpc="1"/>
            <a:lstStyle/>
            <a:p>
              <a:endParaRPr lang="en-US" sz="2400">
                <a:cs typeface="+mn-ea"/>
                <a:sym typeface="+mn-lt"/>
              </a:endParaRPr>
            </a:p>
          </p:txBody>
        </p:sp>
        <p:sp>
          <p:nvSpPr>
            <p:cNvPr id="10" name="Freeform 13">
              <a:extLst>
                <a:ext uri="{FF2B5EF4-FFF2-40B4-BE49-F238E27FC236}">
                  <a16:creationId xmlns:a16="http://schemas.microsoft.com/office/drawing/2014/main" id="{7C927C9B-8E72-4F50-8918-2607975CB81C}"/>
                </a:ext>
              </a:extLst>
            </p:cNvPr>
            <p:cNvSpPr/>
            <p:nvPr/>
          </p:nvSpPr>
          <p:spPr bwMode="auto">
            <a:xfrm>
              <a:off x="2840805" y="4118432"/>
              <a:ext cx="1416619" cy="995204"/>
            </a:xfrm>
            <a:custGeom>
              <a:avLst/>
              <a:gdLst/>
              <a:ahLst/>
              <a:cxnLst>
                <a:cxn ang="0">
                  <a:pos x="0" y="166"/>
                </a:cxn>
                <a:cxn ang="0">
                  <a:pos x="0" y="138"/>
                </a:cxn>
                <a:cxn ang="0">
                  <a:pos x="19" y="145"/>
                </a:cxn>
                <a:cxn ang="0">
                  <a:pos x="39" y="136"/>
                </a:cxn>
                <a:cxn ang="0">
                  <a:pos x="48" y="116"/>
                </a:cxn>
                <a:cxn ang="0">
                  <a:pos x="39" y="95"/>
                </a:cxn>
                <a:cxn ang="0">
                  <a:pos x="19" y="87"/>
                </a:cxn>
                <a:cxn ang="0">
                  <a:pos x="0" y="94"/>
                </a:cxn>
                <a:cxn ang="0">
                  <a:pos x="0" y="65"/>
                </a:cxn>
                <a:cxn ang="0">
                  <a:pos x="19" y="65"/>
                </a:cxn>
                <a:cxn ang="0">
                  <a:pos x="19" y="48"/>
                </a:cxn>
                <a:cxn ang="0">
                  <a:pos x="22" y="48"/>
                </a:cxn>
                <a:cxn ang="0">
                  <a:pos x="182" y="48"/>
                </a:cxn>
                <a:cxn ang="0">
                  <a:pos x="175" y="29"/>
                </a:cxn>
                <a:cxn ang="0">
                  <a:pos x="184" y="9"/>
                </a:cxn>
                <a:cxn ang="0">
                  <a:pos x="204" y="0"/>
                </a:cxn>
                <a:cxn ang="0">
                  <a:pos x="225" y="9"/>
                </a:cxn>
                <a:cxn ang="0">
                  <a:pos x="233" y="29"/>
                </a:cxn>
                <a:cxn ang="0">
                  <a:pos x="226" y="48"/>
                </a:cxn>
                <a:cxn ang="0">
                  <a:pos x="246" y="48"/>
                </a:cxn>
                <a:cxn ang="0">
                  <a:pos x="262" y="50"/>
                </a:cxn>
                <a:cxn ang="0">
                  <a:pos x="288" y="65"/>
                </a:cxn>
                <a:cxn ang="0">
                  <a:pos x="289" y="66"/>
                </a:cxn>
                <a:cxn ang="0">
                  <a:pos x="306" y="108"/>
                </a:cxn>
                <a:cxn ang="0">
                  <a:pos x="306" y="108"/>
                </a:cxn>
                <a:cxn ang="0">
                  <a:pos x="289" y="151"/>
                </a:cxn>
                <a:cxn ang="0">
                  <a:pos x="246" y="168"/>
                </a:cxn>
                <a:cxn ang="0">
                  <a:pos x="246" y="168"/>
                </a:cxn>
                <a:cxn ang="0">
                  <a:pos x="230" y="166"/>
                </a:cxn>
                <a:cxn ang="0">
                  <a:pos x="185" y="166"/>
                </a:cxn>
                <a:cxn ang="0">
                  <a:pos x="193" y="186"/>
                </a:cxn>
                <a:cxn ang="0">
                  <a:pos x="184" y="206"/>
                </a:cxn>
                <a:cxn ang="0">
                  <a:pos x="164" y="215"/>
                </a:cxn>
                <a:cxn ang="0">
                  <a:pos x="143" y="206"/>
                </a:cxn>
                <a:cxn ang="0">
                  <a:pos x="135" y="186"/>
                </a:cxn>
                <a:cxn ang="0">
                  <a:pos x="143" y="166"/>
                </a:cxn>
                <a:cxn ang="0">
                  <a:pos x="16" y="166"/>
                </a:cxn>
                <a:cxn ang="0">
                  <a:pos x="8" y="167"/>
                </a:cxn>
                <a:cxn ang="0">
                  <a:pos x="6" y="167"/>
                </a:cxn>
                <a:cxn ang="0">
                  <a:pos x="6" y="166"/>
                </a:cxn>
                <a:cxn ang="0">
                  <a:pos x="0" y="166"/>
                </a:cxn>
              </a:cxnLst>
              <a:rect l="0" t="0" r="r" b="b"/>
              <a:pathLst>
                <a:path w="306" h="215">
                  <a:moveTo>
                    <a:pt x="0" y="166"/>
                  </a:moveTo>
                  <a:cubicBezTo>
                    <a:pt x="0" y="138"/>
                    <a:pt x="0" y="138"/>
                    <a:pt x="0" y="138"/>
                  </a:cubicBezTo>
                  <a:cubicBezTo>
                    <a:pt x="5" y="142"/>
                    <a:pt x="12" y="145"/>
                    <a:pt x="19" y="145"/>
                  </a:cubicBezTo>
                  <a:cubicBezTo>
                    <a:pt x="27" y="145"/>
                    <a:pt x="34" y="142"/>
                    <a:pt x="39" y="136"/>
                  </a:cubicBezTo>
                  <a:cubicBezTo>
                    <a:pt x="45" y="131"/>
                    <a:pt x="48" y="124"/>
                    <a:pt x="48" y="116"/>
                  </a:cubicBezTo>
                  <a:cubicBezTo>
                    <a:pt x="48" y="108"/>
                    <a:pt x="45" y="101"/>
                    <a:pt x="39" y="95"/>
                  </a:cubicBezTo>
                  <a:cubicBezTo>
                    <a:pt x="34" y="90"/>
                    <a:pt x="27" y="87"/>
                    <a:pt x="19" y="87"/>
                  </a:cubicBezTo>
                  <a:cubicBezTo>
                    <a:pt x="12" y="87"/>
                    <a:pt x="5" y="89"/>
                    <a:pt x="0" y="94"/>
                  </a:cubicBezTo>
                  <a:cubicBezTo>
                    <a:pt x="0" y="65"/>
                    <a:pt x="0" y="65"/>
                    <a:pt x="0" y="65"/>
                  </a:cubicBezTo>
                  <a:cubicBezTo>
                    <a:pt x="19" y="65"/>
                    <a:pt x="19" y="65"/>
                    <a:pt x="19" y="65"/>
                  </a:cubicBezTo>
                  <a:cubicBezTo>
                    <a:pt x="19" y="48"/>
                    <a:pt x="19" y="48"/>
                    <a:pt x="19" y="48"/>
                  </a:cubicBezTo>
                  <a:cubicBezTo>
                    <a:pt x="20" y="48"/>
                    <a:pt x="21" y="48"/>
                    <a:pt x="22" y="48"/>
                  </a:cubicBezTo>
                  <a:cubicBezTo>
                    <a:pt x="182" y="48"/>
                    <a:pt x="182" y="48"/>
                    <a:pt x="182" y="48"/>
                  </a:cubicBezTo>
                  <a:cubicBezTo>
                    <a:pt x="178" y="43"/>
                    <a:pt x="175" y="37"/>
                    <a:pt x="175" y="29"/>
                  </a:cubicBezTo>
                  <a:cubicBezTo>
                    <a:pt x="175" y="21"/>
                    <a:pt x="178" y="15"/>
                    <a:pt x="184" y="9"/>
                  </a:cubicBezTo>
                  <a:cubicBezTo>
                    <a:pt x="189" y="3"/>
                    <a:pt x="196" y="0"/>
                    <a:pt x="204" y="0"/>
                  </a:cubicBezTo>
                  <a:cubicBezTo>
                    <a:pt x="212" y="0"/>
                    <a:pt x="219" y="3"/>
                    <a:pt x="225" y="9"/>
                  </a:cubicBezTo>
                  <a:cubicBezTo>
                    <a:pt x="230" y="15"/>
                    <a:pt x="233" y="21"/>
                    <a:pt x="233" y="29"/>
                  </a:cubicBezTo>
                  <a:cubicBezTo>
                    <a:pt x="233" y="37"/>
                    <a:pt x="231" y="43"/>
                    <a:pt x="226" y="48"/>
                  </a:cubicBezTo>
                  <a:cubicBezTo>
                    <a:pt x="246" y="48"/>
                    <a:pt x="246" y="48"/>
                    <a:pt x="246" y="48"/>
                  </a:cubicBezTo>
                  <a:cubicBezTo>
                    <a:pt x="252" y="48"/>
                    <a:pt x="257" y="49"/>
                    <a:pt x="262" y="50"/>
                  </a:cubicBezTo>
                  <a:cubicBezTo>
                    <a:pt x="272" y="53"/>
                    <a:pt x="280" y="58"/>
                    <a:pt x="288" y="65"/>
                  </a:cubicBezTo>
                  <a:cubicBezTo>
                    <a:pt x="288" y="65"/>
                    <a:pt x="289" y="66"/>
                    <a:pt x="289" y="66"/>
                  </a:cubicBezTo>
                  <a:cubicBezTo>
                    <a:pt x="301" y="78"/>
                    <a:pt x="306" y="92"/>
                    <a:pt x="306" y="108"/>
                  </a:cubicBezTo>
                  <a:cubicBezTo>
                    <a:pt x="306" y="108"/>
                    <a:pt x="306" y="108"/>
                    <a:pt x="306" y="108"/>
                  </a:cubicBezTo>
                  <a:cubicBezTo>
                    <a:pt x="306" y="125"/>
                    <a:pt x="301" y="139"/>
                    <a:pt x="289" y="151"/>
                  </a:cubicBezTo>
                  <a:cubicBezTo>
                    <a:pt x="277" y="163"/>
                    <a:pt x="263" y="168"/>
                    <a:pt x="246" y="168"/>
                  </a:cubicBezTo>
                  <a:cubicBezTo>
                    <a:pt x="246" y="168"/>
                    <a:pt x="246" y="168"/>
                    <a:pt x="246" y="168"/>
                  </a:cubicBezTo>
                  <a:cubicBezTo>
                    <a:pt x="241" y="167"/>
                    <a:pt x="235" y="166"/>
                    <a:pt x="230" y="166"/>
                  </a:cubicBezTo>
                  <a:cubicBezTo>
                    <a:pt x="185" y="166"/>
                    <a:pt x="185" y="166"/>
                    <a:pt x="185" y="166"/>
                  </a:cubicBezTo>
                  <a:cubicBezTo>
                    <a:pt x="190" y="172"/>
                    <a:pt x="193" y="178"/>
                    <a:pt x="193" y="186"/>
                  </a:cubicBezTo>
                  <a:cubicBezTo>
                    <a:pt x="193" y="194"/>
                    <a:pt x="190" y="201"/>
                    <a:pt x="184" y="206"/>
                  </a:cubicBezTo>
                  <a:cubicBezTo>
                    <a:pt x="179" y="212"/>
                    <a:pt x="172" y="215"/>
                    <a:pt x="164" y="215"/>
                  </a:cubicBezTo>
                  <a:cubicBezTo>
                    <a:pt x="156" y="215"/>
                    <a:pt x="149" y="212"/>
                    <a:pt x="143" y="206"/>
                  </a:cubicBezTo>
                  <a:cubicBezTo>
                    <a:pt x="138" y="201"/>
                    <a:pt x="135" y="194"/>
                    <a:pt x="135" y="186"/>
                  </a:cubicBezTo>
                  <a:cubicBezTo>
                    <a:pt x="135" y="178"/>
                    <a:pt x="138" y="172"/>
                    <a:pt x="143" y="166"/>
                  </a:cubicBezTo>
                  <a:cubicBezTo>
                    <a:pt x="16" y="166"/>
                    <a:pt x="16" y="166"/>
                    <a:pt x="16" y="166"/>
                  </a:cubicBezTo>
                  <a:cubicBezTo>
                    <a:pt x="14" y="166"/>
                    <a:pt x="11" y="167"/>
                    <a:pt x="8" y="167"/>
                  </a:cubicBezTo>
                  <a:cubicBezTo>
                    <a:pt x="8" y="167"/>
                    <a:pt x="7" y="167"/>
                    <a:pt x="6" y="167"/>
                  </a:cubicBezTo>
                  <a:cubicBezTo>
                    <a:pt x="6" y="166"/>
                    <a:pt x="6" y="166"/>
                    <a:pt x="6" y="166"/>
                  </a:cubicBezTo>
                  <a:lnTo>
                    <a:pt x="0" y="166"/>
                  </a:lnTo>
                  <a:close/>
                </a:path>
              </a:pathLst>
            </a:custGeom>
            <a:solidFill>
              <a:srgbClr val="344F66"/>
            </a:solidFill>
            <a:ln w="19050">
              <a:solidFill>
                <a:schemeClr val="bg1"/>
              </a:solidFill>
              <a:round/>
            </a:ln>
          </p:spPr>
          <p:txBody>
            <a:bodyPr vert="horz" wrap="square" lIns="121920" tIns="60960" rIns="121920" bIns="60960" numCol="1" anchor="t" anchorCtr="0" compatLnSpc="1"/>
            <a:lstStyle/>
            <a:p>
              <a:endParaRPr lang="en-US" sz="2400">
                <a:cs typeface="+mn-ea"/>
                <a:sym typeface="+mn-lt"/>
              </a:endParaRPr>
            </a:p>
          </p:txBody>
        </p:sp>
        <p:sp>
          <p:nvSpPr>
            <p:cNvPr id="11" name="Freeform 14">
              <a:extLst>
                <a:ext uri="{FF2B5EF4-FFF2-40B4-BE49-F238E27FC236}">
                  <a16:creationId xmlns:a16="http://schemas.microsoft.com/office/drawing/2014/main" id="{7D0CF15B-3E06-49A8-BCEE-1F897275134C}"/>
                </a:ext>
              </a:extLst>
            </p:cNvPr>
            <p:cNvSpPr/>
            <p:nvPr/>
          </p:nvSpPr>
          <p:spPr bwMode="auto">
            <a:xfrm>
              <a:off x="2793188" y="3747016"/>
              <a:ext cx="1459475" cy="602361"/>
            </a:xfrm>
            <a:custGeom>
              <a:avLst/>
              <a:gdLst/>
              <a:ahLst/>
              <a:cxnLst>
                <a:cxn ang="0">
                  <a:pos x="272" y="130"/>
                </a:cxn>
                <a:cxn ang="0">
                  <a:pos x="256" y="128"/>
                </a:cxn>
                <a:cxn ang="0">
                  <a:pos x="236" y="128"/>
                </a:cxn>
                <a:cxn ang="0">
                  <a:pos x="243" y="109"/>
                </a:cxn>
                <a:cxn ang="0">
                  <a:pos x="235" y="89"/>
                </a:cxn>
                <a:cxn ang="0">
                  <a:pos x="214" y="80"/>
                </a:cxn>
                <a:cxn ang="0">
                  <a:pos x="194" y="89"/>
                </a:cxn>
                <a:cxn ang="0">
                  <a:pos x="185" y="109"/>
                </a:cxn>
                <a:cxn ang="0">
                  <a:pos x="192" y="128"/>
                </a:cxn>
                <a:cxn ang="0">
                  <a:pos x="32" y="128"/>
                </a:cxn>
                <a:cxn ang="0">
                  <a:pos x="29" y="128"/>
                </a:cxn>
                <a:cxn ang="0">
                  <a:pos x="29" y="97"/>
                </a:cxn>
                <a:cxn ang="0">
                  <a:pos x="10" y="90"/>
                </a:cxn>
                <a:cxn ang="0">
                  <a:pos x="8" y="89"/>
                </a:cxn>
                <a:cxn ang="0">
                  <a:pos x="0" y="68"/>
                </a:cxn>
                <a:cxn ang="0">
                  <a:pos x="8" y="48"/>
                </a:cxn>
                <a:cxn ang="0">
                  <a:pos x="10" y="46"/>
                </a:cxn>
                <a:cxn ang="0">
                  <a:pos x="29" y="39"/>
                </a:cxn>
                <a:cxn ang="0">
                  <a:pos x="29" y="0"/>
                </a:cxn>
                <a:cxn ang="0">
                  <a:pos x="248" y="0"/>
                </a:cxn>
                <a:cxn ang="0">
                  <a:pos x="296" y="20"/>
                </a:cxn>
                <a:cxn ang="0">
                  <a:pos x="315" y="67"/>
                </a:cxn>
                <a:cxn ang="0">
                  <a:pos x="315" y="67"/>
                </a:cxn>
                <a:cxn ang="0">
                  <a:pos x="296" y="115"/>
                </a:cxn>
                <a:cxn ang="0">
                  <a:pos x="272" y="130"/>
                </a:cxn>
              </a:cxnLst>
              <a:rect l="0" t="0" r="r" b="b"/>
              <a:pathLst>
                <a:path w="315" h="130">
                  <a:moveTo>
                    <a:pt x="272" y="130"/>
                  </a:moveTo>
                  <a:cubicBezTo>
                    <a:pt x="267" y="129"/>
                    <a:pt x="262" y="128"/>
                    <a:pt x="256" y="128"/>
                  </a:cubicBezTo>
                  <a:cubicBezTo>
                    <a:pt x="236" y="128"/>
                    <a:pt x="236" y="128"/>
                    <a:pt x="236" y="128"/>
                  </a:cubicBezTo>
                  <a:cubicBezTo>
                    <a:pt x="241" y="123"/>
                    <a:pt x="243" y="117"/>
                    <a:pt x="243" y="109"/>
                  </a:cubicBezTo>
                  <a:cubicBezTo>
                    <a:pt x="243" y="101"/>
                    <a:pt x="240" y="95"/>
                    <a:pt x="235" y="89"/>
                  </a:cubicBezTo>
                  <a:cubicBezTo>
                    <a:pt x="229" y="83"/>
                    <a:pt x="222" y="80"/>
                    <a:pt x="214" y="80"/>
                  </a:cubicBezTo>
                  <a:cubicBezTo>
                    <a:pt x="206" y="80"/>
                    <a:pt x="199" y="83"/>
                    <a:pt x="194" y="89"/>
                  </a:cubicBezTo>
                  <a:cubicBezTo>
                    <a:pt x="188" y="95"/>
                    <a:pt x="185" y="101"/>
                    <a:pt x="185" y="109"/>
                  </a:cubicBezTo>
                  <a:cubicBezTo>
                    <a:pt x="185" y="117"/>
                    <a:pt x="188" y="123"/>
                    <a:pt x="192" y="128"/>
                  </a:cubicBezTo>
                  <a:cubicBezTo>
                    <a:pt x="32" y="128"/>
                    <a:pt x="32" y="128"/>
                    <a:pt x="32" y="128"/>
                  </a:cubicBezTo>
                  <a:cubicBezTo>
                    <a:pt x="31" y="128"/>
                    <a:pt x="30" y="128"/>
                    <a:pt x="29" y="128"/>
                  </a:cubicBezTo>
                  <a:cubicBezTo>
                    <a:pt x="29" y="97"/>
                    <a:pt x="29" y="97"/>
                    <a:pt x="29" y="97"/>
                  </a:cubicBezTo>
                  <a:cubicBezTo>
                    <a:pt x="22" y="97"/>
                    <a:pt x="15" y="95"/>
                    <a:pt x="10" y="90"/>
                  </a:cubicBezTo>
                  <a:cubicBezTo>
                    <a:pt x="9" y="90"/>
                    <a:pt x="9" y="89"/>
                    <a:pt x="8" y="89"/>
                  </a:cubicBezTo>
                  <a:cubicBezTo>
                    <a:pt x="3" y="83"/>
                    <a:pt x="0" y="76"/>
                    <a:pt x="0" y="68"/>
                  </a:cubicBezTo>
                  <a:cubicBezTo>
                    <a:pt x="0" y="60"/>
                    <a:pt x="3" y="53"/>
                    <a:pt x="8" y="48"/>
                  </a:cubicBezTo>
                  <a:cubicBezTo>
                    <a:pt x="9" y="47"/>
                    <a:pt x="9" y="47"/>
                    <a:pt x="10" y="46"/>
                  </a:cubicBezTo>
                  <a:cubicBezTo>
                    <a:pt x="15" y="42"/>
                    <a:pt x="22" y="39"/>
                    <a:pt x="29" y="39"/>
                  </a:cubicBezTo>
                  <a:cubicBezTo>
                    <a:pt x="29" y="0"/>
                    <a:pt x="29" y="0"/>
                    <a:pt x="29" y="0"/>
                  </a:cubicBezTo>
                  <a:cubicBezTo>
                    <a:pt x="248" y="0"/>
                    <a:pt x="248" y="0"/>
                    <a:pt x="248" y="0"/>
                  </a:cubicBezTo>
                  <a:cubicBezTo>
                    <a:pt x="267" y="0"/>
                    <a:pt x="283" y="7"/>
                    <a:pt x="296" y="20"/>
                  </a:cubicBezTo>
                  <a:cubicBezTo>
                    <a:pt x="309" y="33"/>
                    <a:pt x="315" y="48"/>
                    <a:pt x="315" y="67"/>
                  </a:cubicBezTo>
                  <a:cubicBezTo>
                    <a:pt x="315" y="67"/>
                    <a:pt x="315" y="67"/>
                    <a:pt x="315" y="67"/>
                  </a:cubicBezTo>
                  <a:cubicBezTo>
                    <a:pt x="315" y="86"/>
                    <a:pt x="309" y="102"/>
                    <a:pt x="296" y="115"/>
                  </a:cubicBezTo>
                  <a:cubicBezTo>
                    <a:pt x="289" y="122"/>
                    <a:pt x="281" y="127"/>
                    <a:pt x="272" y="130"/>
                  </a:cubicBezTo>
                  <a:close/>
                </a:path>
              </a:pathLst>
            </a:custGeom>
            <a:solidFill>
              <a:srgbClr val="344F66"/>
            </a:solidFill>
            <a:ln w="19050">
              <a:solidFill>
                <a:schemeClr val="bg1"/>
              </a:solidFill>
              <a:round/>
            </a:ln>
          </p:spPr>
          <p:txBody>
            <a:bodyPr vert="horz" wrap="square" lIns="121920" tIns="60960" rIns="121920" bIns="60960" numCol="1" anchor="t" anchorCtr="0" compatLnSpc="1"/>
            <a:lstStyle/>
            <a:p>
              <a:endParaRPr lang="en-US" sz="2400">
                <a:cs typeface="+mn-ea"/>
                <a:sym typeface="+mn-lt"/>
              </a:endParaRPr>
            </a:p>
          </p:txBody>
        </p:sp>
        <p:sp>
          <p:nvSpPr>
            <p:cNvPr id="12" name="Freeform 15">
              <a:extLst>
                <a:ext uri="{FF2B5EF4-FFF2-40B4-BE49-F238E27FC236}">
                  <a16:creationId xmlns:a16="http://schemas.microsoft.com/office/drawing/2014/main" id="{FF902031-A8AF-44E8-82DC-8C8387806A32}"/>
                </a:ext>
              </a:extLst>
            </p:cNvPr>
            <p:cNvSpPr/>
            <p:nvPr/>
          </p:nvSpPr>
          <p:spPr bwMode="auto">
            <a:xfrm>
              <a:off x="2626527" y="5230299"/>
              <a:ext cx="1390429" cy="795211"/>
            </a:xfrm>
            <a:custGeom>
              <a:avLst/>
              <a:gdLst/>
              <a:ahLst/>
              <a:cxnLst>
                <a:cxn ang="0">
                  <a:pos x="46" y="172"/>
                </a:cxn>
                <a:cxn ang="0">
                  <a:pos x="46" y="136"/>
                </a:cxn>
                <a:cxn ang="0">
                  <a:pos x="29" y="142"/>
                </a:cxn>
                <a:cxn ang="0">
                  <a:pos x="26" y="142"/>
                </a:cxn>
                <a:cxn ang="0">
                  <a:pos x="8" y="133"/>
                </a:cxn>
                <a:cxn ang="0">
                  <a:pos x="0" y="113"/>
                </a:cxn>
                <a:cxn ang="0">
                  <a:pos x="8" y="92"/>
                </a:cxn>
                <a:cxn ang="0">
                  <a:pos x="21" y="85"/>
                </a:cxn>
                <a:cxn ang="0">
                  <a:pos x="29" y="84"/>
                </a:cxn>
                <a:cxn ang="0">
                  <a:pos x="46" y="89"/>
                </a:cxn>
                <a:cxn ang="0">
                  <a:pos x="46" y="46"/>
                </a:cxn>
                <a:cxn ang="0">
                  <a:pos x="97" y="46"/>
                </a:cxn>
                <a:cxn ang="0">
                  <a:pos x="92" y="29"/>
                </a:cxn>
                <a:cxn ang="0">
                  <a:pos x="100" y="9"/>
                </a:cxn>
                <a:cxn ang="0">
                  <a:pos x="121" y="0"/>
                </a:cxn>
                <a:cxn ang="0">
                  <a:pos x="141" y="9"/>
                </a:cxn>
                <a:cxn ang="0">
                  <a:pos x="150" y="29"/>
                </a:cxn>
                <a:cxn ang="0">
                  <a:pos x="145" y="46"/>
                </a:cxn>
                <a:cxn ang="0">
                  <a:pos x="237" y="46"/>
                </a:cxn>
                <a:cxn ang="0">
                  <a:pos x="260" y="50"/>
                </a:cxn>
                <a:cxn ang="0">
                  <a:pos x="282" y="64"/>
                </a:cxn>
                <a:cxn ang="0">
                  <a:pos x="300" y="109"/>
                </a:cxn>
                <a:cxn ang="0">
                  <a:pos x="300" y="109"/>
                </a:cxn>
                <a:cxn ang="0">
                  <a:pos x="282" y="153"/>
                </a:cxn>
                <a:cxn ang="0">
                  <a:pos x="239" y="172"/>
                </a:cxn>
                <a:cxn ang="0">
                  <a:pos x="46" y="172"/>
                </a:cxn>
              </a:cxnLst>
              <a:rect l="0" t="0" r="r" b="b"/>
              <a:pathLst>
                <a:path w="300" h="172">
                  <a:moveTo>
                    <a:pt x="46" y="172"/>
                  </a:moveTo>
                  <a:cubicBezTo>
                    <a:pt x="46" y="136"/>
                    <a:pt x="46" y="136"/>
                    <a:pt x="46" y="136"/>
                  </a:cubicBezTo>
                  <a:cubicBezTo>
                    <a:pt x="41" y="140"/>
                    <a:pt x="35" y="142"/>
                    <a:pt x="29" y="142"/>
                  </a:cubicBezTo>
                  <a:cubicBezTo>
                    <a:pt x="28" y="142"/>
                    <a:pt x="27" y="142"/>
                    <a:pt x="26" y="142"/>
                  </a:cubicBezTo>
                  <a:cubicBezTo>
                    <a:pt x="19" y="141"/>
                    <a:pt x="13" y="138"/>
                    <a:pt x="8" y="133"/>
                  </a:cubicBezTo>
                  <a:cubicBezTo>
                    <a:pt x="3" y="127"/>
                    <a:pt x="0" y="121"/>
                    <a:pt x="0" y="113"/>
                  </a:cubicBezTo>
                  <a:cubicBezTo>
                    <a:pt x="0" y="105"/>
                    <a:pt x="3" y="98"/>
                    <a:pt x="8" y="92"/>
                  </a:cubicBezTo>
                  <a:cubicBezTo>
                    <a:pt x="12" y="88"/>
                    <a:pt x="16" y="86"/>
                    <a:pt x="21" y="85"/>
                  </a:cubicBezTo>
                  <a:cubicBezTo>
                    <a:pt x="24" y="84"/>
                    <a:pt x="26" y="84"/>
                    <a:pt x="29" y="84"/>
                  </a:cubicBezTo>
                  <a:cubicBezTo>
                    <a:pt x="35" y="84"/>
                    <a:pt x="41" y="85"/>
                    <a:pt x="46" y="89"/>
                  </a:cubicBezTo>
                  <a:cubicBezTo>
                    <a:pt x="46" y="46"/>
                    <a:pt x="46" y="46"/>
                    <a:pt x="46" y="46"/>
                  </a:cubicBezTo>
                  <a:cubicBezTo>
                    <a:pt x="97" y="46"/>
                    <a:pt x="97" y="46"/>
                    <a:pt x="97" y="46"/>
                  </a:cubicBezTo>
                  <a:cubicBezTo>
                    <a:pt x="94" y="41"/>
                    <a:pt x="92" y="35"/>
                    <a:pt x="92" y="29"/>
                  </a:cubicBezTo>
                  <a:cubicBezTo>
                    <a:pt x="92" y="21"/>
                    <a:pt x="95" y="15"/>
                    <a:pt x="100" y="9"/>
                  </a:cubicBezTo>
                  <a:cubicBezTo>
                    <a:pt x="106" y="3"/>
                    <a:pt x="113" y="0"/>
                    <a:pt x="121" y="0"/>
                  </a:cubicBezTo>
                  <a:cubicBezTo>
                    <a:pt x="129" y="0"/>
                    <a:pt x="136" y="3"/>
                    <a:pt x="141" y="9"/>
                  </a:cubicBezTo>
                  <a:cubicBezTo>
                    <a:pt x="147" y="15"/>
                    <a:pt x="150" y="21"/>
                    <a:pt x="150" y="29"/>
                  </a:cubicBezTo>
                  <a:cubicBezTo>
                    <a:pt x="150" y="35"/>
                    <a:pt x="148" y="41"/>
                    <a:pt x="145" y="46"/>
                  </a:cubicBezTo>
                  <a:cubicBezTo>
                    <a:pt x="237" y="46"/>
                    <a:pt x="237" y="46"/>
                    <a:pt x="237" y="46"/>
                  </a:cubicBezTo>
                  <a:cubicBezTo>
                    <a:pt x="245" y="46"/>
                    <a:pt x="253" y="47"/>
                    <a:pt x="260" y="50"/>
                  </a:cubicBezTo>
                  <a:cubicBezTo>
                    <a:pt x="268" y="53"/>
                    <a:pt x="275" y="57"/>
                    <a:pt x="282" y="64"/>
                  </a:cubicBezTo>
                  <a:cubicBezTo>
                    <a:pt x="294" y="76"/>
                    <a:pt x="300" y="91"/>
                    <a:pt x="300" y="109"/>
                  </a:cubicBezTo>
                  <a:cubicBezTo>
                    <a:pt x="300" y="109"/>
                    <a:pt x="300" y="109"/>
                    <a:pt x="300" y="109"/>
                  </a:cubicBezTo>
                  <a:cubicBezTo>
                    <a:pt x="300" y="126"/>
                    <a:pt x="294" y="141"/>
                    <a:pt x="282" y="153"/>
                  </a:cubicBezTo>
                  <a:cubicBezTo>
                    <a:pt x="270" y="165"/>
                    <a:pt x="255" y="171"/>
                    <a:pt x="239" y="172"/>
                  </a:cubicBezTo>
                  <a:lnTo>
                    <a:pt x="46" y="172"/>
                  </a:lnTo>
                  <a:close/>
                </a:path>
              </a:pathLst>
            </a:custGeom>
            <a:solidFill>
              <a:srgbClr val="344F66"/>
            </a:solidFill>
            <a:ln w="19050">
              <a:solidFill>
                <a:schemeClr val="bg1"/>
              </a:solidFill>
              <a:round/>
            </a:ln>
          </p:spPr>
          <p:txBody>
            <a:bodyPr vert="horz" wrap="square" lIns="121920" tIns="60960" rIns="121920" bIns="60960" numCol="1" anchor="t" anchorCtr="0" compatLnSpc="1"/>
            <a:lstStyle/>
            <a:p>
              <a:endParaRPr lang="en-US" sz="2400">
                <a:cs typeface="+mn-ea"/>
                <a:sym typeface="+mn-lt"/>
              </a:endParaRPr>
            </a:p>
          </p:txBody>
        </p:sp>
      </p:grpSp>
      <p:sp>
        <p:nvSpPr>
          <p:cNvPr id="13" name="Oval 31">
            <a:extLst>
              <a:ext uri="{FF2B5EF4-FFF2-40B4-BE49-F238E27FC236}">
                <a16:creationId xmlns:a16="http://schemas.microsoft.com/office/drawing/2014/main" id="{CEC18D96-FD03-4A0E-AA7C-DE72D96E6476}"/>
              </a:ext>
            </a:extLst>
          </p:cNvPr>
          <p:cNvSpPr/>
          <p:nvPr/>
        </p:nvSpPr>
        <p:spPr>
          <a:xfrm>
            <a:off x="6245470" y="3424714"/>
            <a:ext cx="1113973" cy="1113971"/>
          </a:xfrm>
          <a:prstGeom prst="ellipse">
            <a:avLst/>
          </a:prstGeom>
          <a:noFill/>
          <a:ln>
            <a:solidFill>
              <a:srgbClr val="CF3B4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accent1">
                  <a:lumMod val="50000"/>
                </a:schemeClr>
              </a:solidFill>
              <a:cs typeface="+mn-ea"/>
              <a:sym typeface="+mn-lt"/>
            </a:endParaRPr>
          </a:p>
        </p:txBody>
      </p:sp>
      <p:sp>
        <p:nvSpPr>
          <p:cNvPr id="14" name="Freeform 154">
            <a:extLst>
              <a:ext uri="{FF2B5EF4-FFF2-40B4-BE49-F238E27FC236}">
                <a16:creationId xmlns:a16="http://schemas.microsoft.com/office/drawing/2014/main" id="{886A0288-3A6E-4F54-8B5C-8DFD6BAD8F7F}"/>
              </a:ext>
            </a:extLst>
          </p:cNvPr>
          <p:cNvSpPr/>
          <p:nvPr/>
        </p:nvSpPr>
        <p:spPr bwMode="auto">
          <a:xfrm>
            <a:off x="6526568" y="3811436"/>
            <a:ext cx="519905" cy="414417"/>
          </a:xfrm>
          <a:custGeom>
            <a:avLst/>
            <a:gdLst/>
            <a:ahLst/>
            <a:cxnLst>
              <a:cxn ang="0">
                <a:pos x="57" y="12"/>
              </a:cxn>
              <a:cxn ang="0">
                <a:pos x="57" y="14"/>
              </a:cxn>
              <a:cxn ang="0">
                <a:pos x="20" y="51"/>
              </a:cxn>
              <a:cxn ang="0">
                <a:pos x="0" y="45"/>
              </a:cxn>
              <a:cxn ang="0">
                <a:pos x="3" y="45"/>
              </a:cxn>
              <a:cxn ang="0">
                <a:pos x="19" y="40"/>
              </a:cxn>
              <a:cxn ang="0">
                <a:pos x="7" y="31"/>
              </a:cxn>
              <a:cxn ang="0">
                <a:pos x="10" y="31"/>
              </a:cxn>
              <a:cxn ang="0">
                <a:pos x="13" y="31"/>
              </a:cxn>
              <a:cxn ang="0">
                <a:pos x="3" y="18"/>
              </a:cxn>
              <a:cxn ang="0">
                <a:pos x="3" y="18"/>
              </a:cxn>
              <a:cxn ang="0">
                <a:pos x="9" y="19"/>
              </a:cxn>
              <a:cxn ang="0">
                <a:pos x="3" y="9"/>
              </a:cxn>
              <a:cxn ang="0">
                <a:pos x="5" y="2"/>
              </a:cxn>
              <a:cxn ang="0">
                <a:pos x="31" y="16"/>
              </a:cxn>
              <a:cxn ang="0">
                <a:pos x="31" y="13"/>
              </a:cxn>
              <a:cxn ang="0">
                <a:pos x="44" y="0"/>
              </a:cxn>
              <a:cxn ang="0">
                <a:pos x="54" y="4"/>
              </a:cxn>
              <a:cxn ang="0">
                <a:pos x="62" y="1"/>
              </a:cxn>
              <a:cxn ang="0">
                <a:pos x="56" y="8"/>
              </a:cxn>
              <a:cxn ang="0">
                <a:pos x="64" y="6"/>
              </a:cxn>
              <a:cxn ang="0">
                <a:pos x="57" y="12"/>
              </a:cxn>
            </a:cxnLst>
            <a:rect l="0" t="0" r="r" b="b"/>
            <a:pathLst>
              <a:path w="64" h="51">
                <a:moveTo>
                  <a:pt x="57" y="12"/>
                </a:moveTo>
                <a:cubicBezTo>
                  <a:pt x="57" y="13"/>
                  <a:pt x="57" y="14"/>
                  <a:pt x="57" y="14"/>
                </a:cubicBezTo>
                <a:cubicBezTo>
                  <a:pt x="57" y="31"/>
                  <a:pt x="44" y="51"/>
                  <a:pt x="20" y="51"/>
                </a:cubicBezTo>
                <a:cubicBezTo>
                  <a:pt x="13" y="51"/>
                  <a:pt x="6" y="49"/>
                  <a:pt x="0" y="45"/>
                </a:cubicBezTo>
                <a:cubicBezTo>
                  <a:pt x="1" y="45"/>
                  <a:pt x="2" y="45"/>
                  <a:pt x="3" y="45"/>
                </a:cubicBezTo>
                <a:cubicBezTo>
                  <a:pt x="9" y="45"/>
                  <a:pt x="15" y="43"/>
                  <a:pt x="19" y="40"/>
                </a:cubicBezTo>
                <a:cubicBezTo>
                  <a:pt x="14" y="40"/>
                  <a:pt x="9" y="36"/>
                  <a:pt x="7" y="31"/>
                </a:cubicBezTo>
                <a:cubicBezTo>
                  <a:pt x="8" y="31"/>
                  <a:pt x="9" y="31"/>
                  <a:pt x="10" y="31"/>
                </a:cubicBezTo>
                <a:cubicBezTo>
                  <a:pt x="11" y="31"/>
                  <a:pt x="12" y="31"/>
                  <a:pt x="13" y="31"/>
                </a:cubicBezTo>
                <a:cubicBezTo>
                  <a:pt x="7" y="29"/>
                  <a:pt x="3" y="24"/>
                  <a:pt x="3" y="18"/>
                </a:cubicBezTo>
                <a:cubicBezTo>
                  <a:pt x="3" y="18"/>
                  <a:pt x="3" y="18"/>
                  <a:pt x="3" y="18"/>
                </a:cubicBezTo>
                <a:cubicBezTo>
                  <a:pt x="5" y="19"/>
                  <a:pt x="7" y="19"/>
                  <a:pt x="9" y="19"/>
                </a:cubicBezTo>
                <a:cubicBezTo>
                  <a:pt x="5" y="17"/>
                  <a:pt x="3" y="13"/>
                  <a:pt x="3" y="9"/>
                </a:cubicBezTo>
                <a:cubicBezTo>
                  <a:pt x="3" y="6"/>
                  <a:pt x="4" y="4"/>
                  <a:pt x="5" y="2"/>
                </a:cubicBezTo>
                <a:cubicBezTo>
                  <a:pt x="11" y="10"/>
                  <a:pt x="21" y="15"/>
                  <a:pt x="31" y="16"/>
                </a:cubicBezTo>
                <a:cubicBezTo>
                  <a:pt x="31" y="15"/>
                  <a:pt x="31" y="14"/>
                  <a:pt x="31" y="13"/>
                </a:cubicBezTo>
                <a:cubicBezTo>
                  <a:pt x="31" y="5"/>
                  <a:pt x="37" y="0"/>
                  <a:pt x="44" y="0"/>
                </a:cubicBezTo>
                <a:cubicBezTo>
                  <a:pt x="48" y="0"/>
                  <a:pt x="51" y="1"/>
                  <a:pt x="54" y="4"/>
                </a:cubicBezTo>
                <a:cubicBezTo>
                  <a:pt x="56" y="3"/>
                  <a:pt x="59" y="2"/>
                  <a:pt x="62" y="1"/>
                </a:cubicBezTo>
                <a:cubicBezTo>
                  <a:pt x="61" y="4"/>
                  <a:pt x="59" y="6"/>
                  <a:pt x="56" y="8"/>
                </a:cubicBezTo>
                <a:cubicBezTo>
                  <a:pt x="59" y="7"/>
                  <a:pt x="61" y="7"/>
                  <a:pt x="64" y="6"/>
                </a:cubicBezTo>
                <a:cubicBezTo>
                  <a:pt x="62" y="8"/>
                  <a:pt x="60" y="11"/>
                  <a:pt x="57" y="12"/>
                </a:cubicBezTo>
                <a:close/>
              </a:path>
            </a:pathLst>
          </a:custGeom>
          <a:solidFill>
            <a:srgbClr val="CF3B4C"/>
          </a:solidFill>
          <a:ln w="9525">
            <a:noFill/>
            <a:round/>
          </a:ln>
        </p:spPr>
        <p:txBody>
          <a:bodyPr vert="horz" wrap="square" lIns="121920" tIns="60960" rIns="121920" bIns="60960" numCol="1" anchor="t" anchorCtr="0" compatLnSpc="1"/>
          <a:lstStyle/>
          <a:p>
            <a:endParaRPr lang="en-US" sz="2400">
              <a:cs typeface="+mn-ea"/>
              <a:sym typeface="+mn-lt"/>
            </a:endParaRPr>
          </a:p>
        </p:txBody>
      </p:sp>
      <p:sp>
        <p:nvSpPr>
          <p:cNvPr id="15" name="Oval 32">
            <a:extLst>
              <a:ext uri="{FF2B5EF4-FFF2-40B4-BE49-F238E27FC236}">
                <a16:creationId xmlns:a16="http://schemas.microsoft.com/office/drawing/2014/main" id="{2112BF4B-C910-4A9A-99B8-E83C996F8E17}"/>
              </a:ext>
            </a:extLst>
          </p:cNvPr>
          <p:cNvSpPr/>
          <p:nvPr/>
        </p:nvSpPr>
        <p:spPr>
          <a:xfrm>
            <a:off x="8350691" y="3424714"/>
            <a:ext cx="1113973" cy="1113971"/>
          </a:xfrm>
          <a:prstGeom prst="ellipse">
            <a:avLst/>
          </a:prstGeom>
          <a:noFill/>
          <a:ln>
            <a:solidFill>
              <a:srgbClr val="344F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accent1">
                  <a:lumMod val="50000"/>
                </a:schemeClr>
              </a:solidFill>
              <a:cs typeface="+mn-ea"/>
              <a:sym typeface="+mn-lt"/>
            </a:endParaRPr>
          </a:p>
        </p:txBody>
      </p:sp>
      <p:sp>
        <p:nvSpPr>
          <p:cNvPr id="16" name="Freeform 141">
            <a:extLst>
              <a:ext uri="{FF2B5EF4-FFF2-40B4-BE49-F238E27FC236}">
                <a16:creationId xmlns:a16="http://schemas.microsoft.com/office/drawing/2014/main" id="{3EC82141-4A11-4B90-9A5F-ACC9D8A8A3C2}"/>
              </a:ext>
            </a:extLst>
          </p:cNvPr>
          <p:cNvSpPr>
            <a:spLocks noEditPoints="1"/>
          </p:cNvSpPr>
          <p:nvPr/>
        </p:nvSpPr>
        <p:spPr bwMode="auto">
          <a:xfrm>
            <a:off x="8685244" y="3846184"/>
            <a:ext cx="478335" cy="344921"/>
          </a:xfrm>
          <a:custGeom>
            <a:avLst/>
            <a:gdLst/>
            <a:ahLst/>
            <a:cxnLst>
              <a:cxn ang="0">
                <a:pos x="67" y="41"/>
              </a:cxn>
              <a:cxn ang="0">
                <a:pos x="59" y="48"/>
              </a:cxn>
              <a:cxn ang="0">
                <a:pos x="34" y="49"/>
              </a:cxn>
              <a:cxn ang="0">
                <a:pos x="8" y="48"/>
              </a:cxn>
              <a:cxn ang="0">
                <a:pos x="1" y="41"/>
              </a:cxn>
              <a:cxn ang="0">
                <a:pos x="0" y="25"/>
              </a:cxn>
              <a:cxn ang="0">
                <a:pos x="1" y="8"/>
              </a:cxn>
              <a:cxn ang="0">
                <a:pos x="8" y="1"/>
              </a:cxn>
              <a:cxn ang="0">
                <a:pos x="34" y="0"/>
              </a:cxn>
              <a:cxn ang="0">
                <a:pos x="59" y="1"/>
              </a:cxn>
              <a:cxn ang="0">
                <a:pos x="67" y="8"/>
              </a:cxn>
              <a:cxn ang="0">
                <a:pos x="68" y="25"/>
              </a:cxn>
              <a:cxn ang="0">
                <a:pos x="67" y="41"/>
              </a:cxn>
              <a:cxn ang="0">
                <a:pos x="47" y="23"/>
              </a:cxn>
              <a:cxn ang="0">
                <a:pos x="28" y="11"/>
              </a:cxn>
              <a:cxn ang="0">
                <a:pos x="25" y="10"/>
              </a:cxn>
              <a:cxn ang="0">
                <a:pos x="24" y="13"/>
              </a:cxn>
              <a:cxn ang="0">
                <a:pos x="24" y="37"/>
              </a:cxn>
              <a:cxn ang="0">
                <a:pos x="25" y="39"/>
              </a:cxn>
              <a:cxn ang="0">
                <a:pos x="26" y="39"/>
              </a:cxn>
              <a:cxn ang="0">
                <a:pos x="28" y="39"/>
              </a:cxn>
              <a:cxn ang="0">
                <a:pos x="47" y="27"/>
              </a:cxn>
              <a:cxn ang="0">
                <a:pos x="48" y="25"/>
              </a:cxn>
              <a:cxn ang="0">
                <a:pos x="47" y="23"/>
              </a:cxn>
            </a:cxnLst>
            <a:rect l="0" t="0" r="r" b="b"/>
            <a:pathLst>
              <a:path w="68" h="49">
                <a:moveTo>
                  <a:pt x="67" y="41"/>
                </a:moveTo>
                <a:cubicBezTo>
                  <a:pt x="66" y="45"/>
                  <a:pt x="63" y="48"/>
                  <a:pt x="59" y="48"/>
                </a:cubicBezTo>
                <a:cubicBezTo>
                  <a:pt x="51" y="49"/>
                  <a:pt x="42" y="49"/>
                  <a:pt x="34" y="49"/>
                </a:cubicBezTo>
                <a:cubicBezTo>
                  <a:pt x="25" y="49"/>
                  <a:pt x="17" y="49"/>
                  <a:pt x="8" y="48"/>
                </a:cubicBezTo>
                <a:cubicBezTo>
                  <a:pt x="5" y="48"/>
                  <a:pt x="2" y="45"/>
                  <a:pt x="1" y="41"/>
                </a:cubicBezTo>
                <a:cubicBezTo>
                  <a:pt x="0" y="36"/>
                  <a:pt x="0" y="30"/>
                  <a:pt x="0" y="25"/>
                </a:cubicBezTo>
                <a:cubicBezTo>
                  <a:pt x="0" y="19"/>
                  <a:pt x="0" y="14"/>
                  <a:pt x="1" y="8"/>
                </a:cubicBezTo>
                <a:cubicBezTo>
                  <a:pt x="2" y="5"/>
                  <a:pt x="5" y="2"/>
                  <a:pt x="8" y="1"/>
                </a:cubicBezTo>
                <a:cubicBezTo>
                  <a:pt x="17" y="0"/>
                  <a:pt x="25" y="0"/>
                  <a:pt x="34" y="0"/>
                </a:cubicBezTo>
                <a:cubicBezTo>
                  <a:pt x="42" y="0"/>
                  <a:pt x="51" y="0"/>
                  <a:pt x="59" y="1"/>
                </a:cubicBezTo>
                <a:cubicBezTo>
                  <a:pt x="63" y="2"/>
                  <a:pt x="66" y="5"/>
                  <a:pt x="67" y="8"/>
                </a:cubicBezTo>
                <a:cubicBezTo>
                  <a:pt x="68" y="14"/>
                  <a:pt x="68" y="19"/>
                  <a:pt x="68" y="25"/>
                </a:cubicBezTo>
                <a:cubicBezTo>
                  <a:pt x="68" y="30"/>
                  <a:pt x="68" y="36"/>
                  <a:pt x="67" y="41"/>
                </a:cubicBezTo>
                <a:close/>
                <a:moveTo>
                  <a:pt x="47" y="23"/>
                </a:moveTo>
                <a:cubicBezTo>
                  <a:pt x="28" y="11"/>
                  <a:pt x="28" y="11"/>
                  <a:pt x="28" y="11"/>
                </a:cubicBezTo>
                <a:cubicBezTo>
                  <a:pt x="27" y="10"/>
                  <a:pt x="26" y="10"/>
                  <a:pt x="25" y="10"/>
                </a:cubicBezTo>
                <a:cubicBezTo>
                  <a:pt x="25" y="11"/>
                  <a:pt x="24" y="12"/>
                  <a:pt x="24" y="13"/>
                </a:cubicBezTo>
                <a:cubicBezTo>
                  <a:pt x="24" y="37"/>
                  <a:pt x="24" y="37"/>
                  <a:pt x="24" y="37"/>
                </a:cubicBezTo>
                <a:cubicBezTo>
                  <a:pt x="24" y="38"/>
                  <a:pt x="25" y="39"/>
                  <a:pt x="25" y="39"/>
                </a:cubicBezTo>
                <a:cubicBezTo>
                  <a:pt x="26" y="39"/>
                  <a:pt x="26" y="39"/>
                  <a:pt x="26" y="39"/>
                </a:cubicBezTo>
                <a:cubicBezTo>
                  <a:pt x="27" y="39"/>
                  <a:pt x="27" y="39"/>
                  <a:pt x="28" y="39"/>
                </a:cubicBezTo>
                <a:cubicBezTo>
                  <a:pt x="47" y="27"/>
                  <a:pt x="47" y="27"/>
                  <a:pt x="47" y="27"/>
                </a:cubicBezTo>
                <a:cubicBezTo>
                  <a:pt x="48" y="26"/>
                  <a:pt x="48" y="26"/>
                  <a:pt x="48" y="25"/>
                </a:cubicBezTo>
                <a:cubicBezTo>
                  <a:pt x="48" y="24"/>
                  <a:pt x="48" y="23"/>
                  <a:pt x="47" y="23"/>
                </a:cubicBezTo>
                <a:close/>
              </a:path>
            </a:pathLst>
          </a:custGeom>
          <a:solidFill>
            <a:srgbClr val="344F66"/>
          </a:solidFill>
          <a:ln w="9525">
            <a:noFill/>
            <a:round/>
          </a:ln>
        </p:spPr>
        <p:txBody>
          <a:bodyPr vert="horz" wrap="square" lIns="121920" tIns="60960" rIns="121920" bIns="60960" numCol="1" anchor="t" anchorCtr="0" compatLnSpc="1"/>
          <a:lstStyle/>
          <a:p>
            <a:endParaRPr lang="en-US" sz="2400">
              <a:cs typeface="+mn-ea"/>
              <a:sym typeface="+mn-lt"/>
            </a:endParaRPr>
          </a:p>
        </p:txBody>
      </p:sp>
      <p:sp>
        <p:nvSpPr>
          <p:cNvPr id="17" name="Oval 30">
            <a:extLst>
              <a:ext uri="{FF2B5EF4-FFF2-40B4-BE49-F238E27FC236}">
                <a16:creationId xmlns:a16="http://schemas.microsoft.com/office/drawing/2014/main" id="{503A3071-65A1-4DC3-AD41-5B5FEA08FFE6}"/>
              </a:ext>
            </a:extLst>
          </p:cNvPr>
          <p:cNvSpPr/>
          <p:nvPr/>
        </p:nvSpPr>
        <p:spPr>
          <a:xfrm>
            <a:off x="4350455" y="3424714"/>
            <a:ext cx="1113973" cy="1113971"/>
          </a:xfrm>
          <a:prstGeom prst="ellipse">
            <a:avLst/>
          </a:prstGeom>
          <a:noFill/>
          <a:ln>
            <a:solidFill>
              <a:srgbClr val="344F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accent1">
                  <a:lumMod val="50000"/>
                </a:schemeClr>
              </a:solidFill>
              <a:cs typeface="+mn-ea"/>
              <a:sym typeface="+mn-lt"/>
            </a:endParaRPr>
          </a:p>
        </p:txBody>
      </p:sp>
      <p:sp>
        <p:nvSpPr>
          <p:cNvPr id="18" name="Freeform 83">
            <a:extLst>
              <a:ext uri="{FF2B5EF4-FFF2-40B4-BE49-F238E27FC236}">
                <a16:creationId xmlns:a16="http://schemas.microsoft.com/office/drawing/2014/main" id="{05F3193D-B9BD-4D16-8EFE-0580FEF9FAC2}"/>
              </a:ext>
            </a:extLst>
          </p:cNvPr>
          <p:cNvSpPr/>
          <p:nvPr/>
        </p:nvSpPr>
        <p:spPr bwMode="auto">
          <a:xfrm>
            <a:off x="4716882" y="3823053"/>
            <a:ext cx="381121" cy="381121"/>
          </a:xfrm>
          <a:custGeom>
            <a:avLst/>
            <a:gdLst/>
            <a:ahLst/>
            <a:cxnLst>
              <a:cxn ang="0">
                <a:pos x="44" y="55"/>
              </a:cxn>
              <a:cxn ang="0">
                <a:pos x="37" y="55"/>
              </a:cxn>
              <a:cxn ang="0">
                <a:pos x="37" y="33"/>
              </a:cxn>
              <a:cxn ang="0">
                <a:pos x="45" y="33"/>
              </a:cxn>
              <a:cxn ang="0">
                <a:pos x="46" y="25"/>
              </a:cxn>
              <a:cxn ang="0">
                <a:pos x="37" y="25"/>
              </a:cxn>
              <a:cxn ang="0">
                <a:pos x="37" y="20"/>
              </a:cxn>
              <a:cxn ang="0">
                <a:pos x="42" y="16"/>
              </a:cxn>
              <a:cxn ang="0">
                <a:pos x="47" y="16"/>
              </a:cxn>
              <a:cxn ang="0">
                <a:pos x="47" y="9"/>
              </a:cxn>
              <a:cxn ang="0">
                <a:pos x="40" y="8"/>
              </a:cxn>
              <a:cxn ang="0">
                <a:pos x="29" y="19"/>
              </a:cxn>
              <a:cxn ang="0">
                <a:pos x="29" y="25"/>
              </a:cxn>
              <a:cxn ang="0">
                <a:pos x="21" y="25"/>
              </a:cxn>
              <a:cxn ang="0">
                <a:pos x="21" y="33"/>
              </a:cxn>
              <a:cxn ang="0">
                <a:pos x="29" y="33"/>
              </a:cxn>
              <a:cxn ang="0">
                <a:pos x="29" y="55"/>
              </a:cxn>
              <a:cxn ang="0">
                <a:pos x="10" y="55"/>
              </a:cxn>
              <a:cxn ang="0">
                <a:pos x="0" y="45"/>
              </a:cxn>
              <a:cxn ang="0">
                <a:pos x="0" y="10"/>
              </a:cxn>
              <a:cxn ang="0">
                <a:pos x="10" y="0"/>
              </a:cxn>
              <a:cxn ang="0">
                <a:pos x="44" y="0"/>
              </a:cxn>
              <a:cxn ang="0">
                <a:pos x="55" y="10"/>
              </a:cxn>
              <a:cxn ang="0">
                <a:pos x="55" y="45"/>
              </a:cxn>
              <a:cxn ang="0">
                <a:pos x="44" y="55"/>
              </a:cxn>
            </a:cxnLst>
            <a:rect l="0" t="0" r="r" b="b"/>
            <a:pathLst>
              <a:path w="55" h="55">
                <a:moveTo>
                  <a:pt x="44" y="55"/>
                </a:moveTo>
                <a:cubicBezTo>
                  <a:pt x="37" y="55"/>
                  <a:pt x="37" y="55"/>
                  <a:pt x="37" y="55"/>
                </a:cubicBezTo>
                <a:cubicBezTo>
                  <a:pt x="37" y="33"/>
                  <a:pt x="37" y="33"/>
                  <a:pt x="37" y="33"/>
                </a:cubicBezTo>
                <a:cubicBezTo>
                  <a:pt x="45" y="33"/>
                  <a:pt x="45" y="33"/>
                  <a:pt x="45" y="33"/>
                </a:cubicBezTo>
                <a:cubicBezTo>
                  <a:pt x="46" y="25"/>
                  <a:pt x="46" y="25"/>
                  <a:pt x="46" y="25"/>
                </a:cubicBezTo>
                <a:cubicBezTo>
                  <a:pt x="37" y="25"/>
                  <a:pt x="37" y="25"/>
                  <a:pt x="37" y="25"/>
                </a:cubicBezTo>
                <a:cubicBezTo>
                  <a:pt x="37" y="20"/>
                  <a:pt x="37" y="20"/>
                  <a:pt x="37" y="20"/>
                </a:cubicBezTo>
                <a:cubicBezTo>
                  <a:pt x="37" y="18"/>
                  <a:pt x="38" y="16"/>
                  <a:pt x="42" y="16"/>
                </a:cubicBezTo>
                <a:cubicBezTo>
                  <a:pt x="47" y="16"/>
                  <a:pt x="47" y="16"/>
                  <a:pt x="47" y="16"/>
                </a:cubicBezTo>
                <a:cubicBezTo>
                  <a:pt x="47" y="9"/>
                  <a:pt x="47" y="9"/>
                  <a:pt x="47" y="9"/>
                </a:cubicBezTo>
                <a:cubicBezTo>
                  <a:pt x="45" y="9"/>
                  <a:pt x="43" y="8"/>
                  <a:pt x="40" y="8"/>
                </a:cubicBezTo>
                <a:cubicBezTo>
                  <a:pt x="34" y="8"/>
                  <a:pt x="29" y="12"/>
                  <a:pt x="29" y="19"/>
                </a:cubicBezTo>
                <a:cubicBezTo>
                  <a:pt x="29" y="25"/>
                  <a:pt x="29" y="25"/>
                  <a:pt x="29" y="25"/>
                </a:cubicBezTo>
                <a:cubicBezTo>
                  <a:pt x="21" y="25"/>
                  <a:pt x="21" y="25"/>
                  <a:pt x="21" y="25"/>
                </a:cubicBezTo>
                <a:cubicBezTo>
                  <a:pt x="21" y="33"/>
                  <a:pt x="21" y="33"/>
                  <a:pt x="21" y="33"/>
                </a:cubicBezTo>
                <a:cubicBezTo>
                  <a:pt x="29" y="33"/>
                  <a:pt x="29" y="33"/>
                  <a:pt x="29" y="33"/>
                </a:cubicBezTo>
                <a:cubicBezTo>
                  <a:pt x="29" y="55"/>
                  <a:pt x="29" y="55"/>
                  <a:pt x="29" y="55"/>
                </a:cubicBezTo>
                <a:cubicBezTo>
                  <a:pt x="10" y="55"/>
                  <a:pt x="10" y="55"/>
                  <a:pt x="10" y="55"/>
                </a:cubicBezTo>
                <a:cubicBezTo>
                  <a:pt x="4" y="55"/>
                  <a:pt x="0" y="50"/>
                  <a:pt x="0" y="45"/>
                </a:cubicBezTo>
                <a:cubicBezTo>
                  <a:pt x="0" y="10"/>
                  <a:pt x="0" y="10"/>
                  <a:pt x="0" y="10"/>
                </a:cubicBezTo>
                <a:cubicBezTo>
                  <a:pt x="0" y="5"/>
                  <a:pt x="4" y="0"/>
                  <a:pt x="10" y="0"/>
                </a:cubicBezTo>
                <a:cubicBezTo>
                  <a:pt x="44" y="0"/>
                  <a:pt x="44" y="0"/>
                  <a:pt x="44" y="0"/>
                </a:cubicBezTo>
                <a:cubicBezTo>
                  <a:pt x="50" y="0"/>
                  <a:pt x="55" y="5"/>
                  <a:pt x="55" y="10"/>
                </a:cubicBezTo>
                <a:cubicBezTo>
                  <a:pt x="55" y="45"/>
                  <a:pt x="55" y="45"/>
                  <a:pt x="55" y="45"/>
                </a:cubicBezTo>
                <a:cubicBezTo>
                  <a:pt x="55" y="50"/>
                  <a:pt x="50" y="55"/>
                  <a:pt x="44" y="55"/>
                </a:cubicBezTo>
                <a:close/>
              </a:path>
            </a:pathLst>
          </a:custGeom>
          <a:solidFill>
            <a:srgbClr val="344F66"/>
          </a:solidFill>
          <a:ln w="9525">
            <a:noFill/>
            <a:round/>
          </a:ln>
        </p:spPr>
        <p:txBody>
          <a:bodyPr vert="horz" wrap="square" lIns="121920" tIns="60960" rIns="121920" bIns="60960" numCol="1" anchor="t" anchorCtr="0" compatLnSpc="1"/>
          <a:lstStyle/>
          <a:p>
            <a:endParaRPr lang="en-US" sz="2400">
              <a:cs typeface="+mn-ea"/>
              <a:sym typeface="+mn-lt"/>
            </a:endParaRPr>
          </a:p>
        </p:txBody>
      </p:sp>
      <p:sp>
        <p:nvSpPr>
          <p:cNvPr id="19" name="文本框 60">
            <a:extLst>
              <a:ext uri="{FF2B5EF4-FFF2-40B4-BE49-F238E27FC236}">
                <a16:creationId xmlns:a16="http://schemas.microsoft.com/office/drawing/2014/main" id="{0E04EEC5-B15E-46E8-84F8-960B95B2B3D9}"/>
              </a:ext>
            </a:extLst>
          </p:cNvPr>
          <p:cNvSpPr>
            <a:spLocks noChangeArrowheads="1"/>
          </p:cNvSpPr>
          <p:nvPr/>
        </p:nvSpPr>
        <p:spPr bwMode="auto">
          <a:xfrm>
            <a:off x="4420799" y="4946329"/>
            <a:ext cx="1562613" cy="1292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1400" b="1" dirty="0">
                <a:solidFill>
                  <a:srgbClr val="344F66"/>
                </a:solidFill>
                <a:cs typeface="+mn-ea"/>
                <a:sym typeface="+mn-lt"/>
              </a:rPr>
              <a:t>任务导向</a:t>
            </a:r>
            <a:endParaRPr lang="en-US" altLang="zh-CN" sz="1400" b="1" dirty="0">
              <a:solidFill>
                <a:srgbClr val="344F66"/>
              </a:solidFill>
              <a:cs typeface="+mn-ea"/>
              <a:sym typeface="+mn-lt"/>
            </a:endParaRPr>
          </a:p>
          <a:p>
            <a:r>
              <a:rPr lang="zh-CN" altLang="en-US" sz="1200" dirty="0">
                <a:solidFill>
                  <a:srgbClr val="555555"/>
                </a:solidFill>
                <a:cs typeface="+mn-ea"/>
                <a:sym typeface="+mn-lt"/>
              </a:rPr>
              <a:t>以“一案多罪”司法场景为导向，将罪名预测明确建模为多标签分类问题</a:t>
            </a:r>
          </a:p>
          <a:p>
            <a:endParaRPr lang="zh-CN" altLang="en-US" sz="1600" dirty="0">
              <a:solidFill>
                <a:srgbClr val="555555"/>
              </a:solidFill>
              <a:cs typeface="+mn-ea"/>
              <a:sym typeface="+mn-lt"/>
            </a:endParaRPr>
          </a:p>
        </p:txBody>
      </p:sp>
      <p:sp>
        <p:nvSpPr>
          <p:cNvPr id="20" name="文本框 60">
            <a:extLst>
              <a:ext uri="{FF2B5EF4-FFF2-40B4-BE49-F238E27FC236}">
                <a16:creationId xmlns:a16="http://schemas.microsoft.com/office/drawing/2014/main" id="{D16354A5-556D-40FC-945C-1993DCEEC881}"/>
              </a:ext>
            </a:extLst>
          </p:cNvPr>
          <p:cNvSpPr>
            <a:spLocks noChangeArrowheads="1"/>
          </p:cNvSpPr>
          <p:nvPr/>
        </p:nvSpPr>
        <p:spPr bwMode="auto">
          <a:xfrm>
            <a:off x="6385745" y="4946328"/>
            <a:ext cx="1562613" cy="1292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1400" b="1" dirty="0">
                <a:solidFill>
                  <a:srgbClr val="344F66"/>
                </a:solidFill>
                <a:cs typeface="+mn-ea"/>
                <a:sym typeface="+mn-lt"/>
              </a:rPr>
              <a:t>语义优先</a:t>
            </a:r>
            <a:endParaRPr lang="en-US" altLang="zh-CN" sz="1400" b="1" dirty="0">
              <a:solidFill>
                <a:srgbClr val="344F66"/>
              </a:solidFill>
              <a:cs typeface="+mn-ea"/>
              <a:sym typeface="+mn-lt"/>
            </a:endParaRPr>
          </a:p>
          <a:p>
            <a:r>
              <a:rPr lang="zh-CN" altLang="en-US" sz="1200" dirty="0">
                <a:solidFill>
                  <a:srgbClr val="555555"/>
                </a:solidFill>
                <a:cs typeface="+mn-ea"/>
                <a:sym typeface="+mn-lt"/>
              </a:rPr>
              <a:t>利用 </a:t>
            </a:r>
            <a:r>
              <a:rPr lang="en-US" altLang="zh-CN" sz="1200" dirty="0">
                <a:solidFill>
                  <a:srgbClr val="555555"/>
                </a:solidFill>
                <a:cs typeface="+mn-ea"/>
                <a:sym typeface="+mn-lt"/>
              </a:rPr>
              <a:t>Transformer </a:t>
            </a:r>
            <a:r>
              <a:rPr lang="zh-CN" altLang="en-US" sz="1200" dirty="0">
                <a:solidFill>
                  <a:srgbClr val="555555"/>
                </a:solidFill>
                <a:cs typeface="+mn-ea"/>
                <a:sym typeface="+mn-lt"/>
              </a:rPr>
              <a:t>强大的上下文建模能力，获取高质量司法文本语义表示</a:t>
            </a:r>
          </a:p>
          <a:p>
            <a:endParaRPr lang="zh-CN" altLang="en-US" sz="1600" dirty="0">
              <a:solidFill>
                <a:srgbClr val="555555"/>
              </a:solidFill>
              <a:cs typeface="+mn-ea"/>
              <a:sym typeface="+mn-lt"/>
            </a:endParaRPr>
          </a:p>
        </p:txBody>
      </p:sp>
      <p:sp>
        <p:nvSpPr>
          <p:cNvPr id="21" name="文本框 60">
            <a:extLst>
              <a:ext uri="{FF2B5EF4-FFF2-40B4-BE49-F238E27FC236}">
                <a16:creationId xmlns:a16="http://schemas.microsoft.com/office/drawing/2014/main" id="{9CD57E1F-371D-455A-B8E2-8D45EB8CFC71}"/>
              </a:ext>
            </a:extLst>
          </p:cNvPr>
          <p:cNvSpPr>
            <a:spLocks noChangeArrowheads="1"/>
          </p:cNvSpPr>
          <p:nvPr/>
        </p:nvSpPr>
        <p:spPr bwMode="auto">
          <a:xfrm>
            <a:off x="8350691" y="4960155"/>
            <a:ext cx="1562613" cy="1292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1400" b="1" dirty="0">
                <a:solidFill>
                  <a:srgbClr val="344F66"/>
                </a:solidFill>
                <a:cs typeface="+mn-ea"/>
                <a:sym typeface="+mn-lt"/>
              </a:rPr>
              <a:t>关系建模</a:t>
            </a:r>
            <a:endParaRPr lang="en-US" altLang="zh-CN" sz="1400" b="1" dirty="0">
              <a:solidFill>
                <a:srgbClr val="344F66"/>
              </a:solidFill>
              <a:cs typeface="+mn-ea"/>
              <a:sym typeface="+mn-lt"/>
            </a:endParaRPr>
          </a:p>
          <a:p>
            <a:r>
              <a:rPr lang="zh-CN" altLang="en-US" sz="1200" dirty="0">
                <a:solidFill>
                  <a:srgbClr val="555555"/>
                </a:solidFill>
                <a:cs typeface="+mn-ea"/>
                <a:sym typeface="+mn-lt"/>
              </a:rPr>
              <a:t>通过图结构刻画罪名之间的关联关系，引入标签依赖信息辅助预测</a:t>
            </a:r>
          </a:p>
          <a:p>
            <a:endParaRPr lang="zh-CN" altLang="en-US" sz="1600" dirty="0">
              <a:solidFill>
                <a:srgbClr val="555555"/>
              </a:solidFill>
              <a:cs typeface="+mn-ea"/>
              <a:sym typeface="+mn-lt"/>
            </a:endParaRPr>
          </a:p>
        </p:txBody>
      </p:sp>
      <p:sp>
        <p:nvSpPr>
          <p:cNvPr id="22" name="文本框 21">
            <a:extLst>
              <a:ext uri="{FF2B5EF4-FFF2-40B4-BE49-F238E27FC236}">
                <a16:creationId xmlns:a16="http://schemas.microsoft.com/office/drawing/2014/main" id="{13AE3363-0069-444C-961A-E941B855988C}"/>
              </a:ext>
            </a:extLst>
          </p:cNvPr>
          <p:cNvSpPr txBox="1"/>
          <p:nvPr/>
        </p:nvSpPr>
        <p:spPr>
          <a:xfrm>
            <a:off x="4301335" y="2271107"/>
            <a:ext cx="3161443" cy="369332"/>
          </a:xfrm>
          <a:prstGeom prst="rect">
            <a:avLst/>
          </a:prstGeom>
          <a:noFill/>
          <a:effectLst/>
        </p:spPr>
        <p:txBody>
          <a:bodyPr wrap="none" rtlCol="0">
            <a:spAutoFit/>
          </a:bodyPr>
          <a:lstStyle/>
          <a:p>
            <a:r>
              <a:rPr lang="zh-CN" altLang="en-US" dirty="0">
                <a:solidFill>
                  <a:srgbClr val="555555"/>
                </a:solidFill>
                <a:cs typeface="+mn-ea"/>
                <a:sym typeface="+mn-lt"/>
              </a:rPr>
              <a:t>四个研究思想   贯穿全盘工作</a:t>
            </a:r>
            <a:endParaRPr lang="en-US" altLang="zh-CN" sz="2400" dirty="0">
              <a:solidFill>
                <a:srgbClr val="555555"/>
              </a:solidFill>
              <a:cs typeface="+mn-ea"/>
              <a:sym typeface="+mn-lt"/>
            </a:endParaRPr>
          </a:p>
        </p:txBody>
      </p:sp>
      <p:sp>
        <p:nvSpPr>
          <p:cNvPr id="25" name="TextBox 42">
            <a:extLst>
              <a:ext uri="{FF2B5EF4-FFF2-40B4-BE49-F238E27FC236}">
                <a16:creationId xmlns:a16="http://schemas.microsoft.com/office/drawing/2014/main" id="{AC828C3E-7FF7-4F68-A95F-801045203E87}"/>
              </a:ext>
            </a:extLst>
          </p:cNvPr>
          <p:cNvSpPr txBox="1"/>
          <p:nvPr/>
        </p:nvSpPr>
        <p:spPr>
          <a:xfrm>
            <a:off x="1311470" y="315858"/>
            <a:ext cx="3649369" cy="430887"/>
          </a:xfrm>
          <a:prstGeom prst="rect">
            <a:avLst/>
          </a:prstGeom>
          <a:noFill/>
          <a:ln>
            <a:noFill/>
          </a:ln>
        </p:spPr>
        <p:txBody>
          <a:bodyPr vert="horz" wrap="square" lIns="0" tIns="0" rIns="0" bIns="0" numCol="1" anchor="t" anchorCtr="0" compatLnSpc="1">
            <a:spAutoFit/>
          </a:bodyPr>
          <a:lstStyle>
            <a:defPPr>
              <a:defRPr lang="zh-CN"/>
            </a:defPPr>
            <a:lvl1pPr marL="0" marR="0" lvl="0" indent="0" defTabSz="914400" eaLnBrk="1" latinLnBrk="0" hangingPunct="1">
              <a:lnSpc>
                <a:spcPct val="100000"/>
              </a:lnSpc>
              <a:buClrTx/>
              <a:buSzTx/>
              <a:buFontTx/>
              <a:buNone/>
              <a:defRPr kumimoji="0" sz="2800" b="1" i="0" u="none" strike="noStrike" cap="none" normalizeH="0" baseline="0">
                <a:ln>
                  <a:noFill/>
                </a:ln>
                <a:effectLst/>
                <a:latin typeface="微软雅黑" panose="020B0503020204020204" pitchFamily="34" charset="-122"/>
                <a:ea typeface="微软雅黑" panose="020B0503020204020204" pitchFamily="34" charset="-122"/>
                <a:cs typeface="宋体" panose="02010600030101010101" pitchFamily="2" charset="-122"/>
              </a:defRPr>
            </a:lvl1pPr>
          </a:lstStyle>
          <a:p>
            <a:r>
              <a:rPr lang="en-US" altLang="zh-CN" b="0" dirty="0">
                <a:solidFill>
                  <a:srgbClr val="444444"/>
                </a:solidFill>
                <a:latin typeface="+mn-lt"/>
                <a:ea typeface="+mn-ea"/>
                <a:cs typeface="+mn-ea"/>
                <a:sym typeface="+mn-lt"/>
              </a:rPr>
              <a:t>2.2 </a:t>
            </a:r>
            <a:r>
              <a:rPr lang="zh-CN" altLang="en-US" b="0" dirty="0">
                <a:solidFill>
                  <a:srgbClr val="444444"/>
                </a:solidFill>
                <a:latin typeface="+mn-lt"/>
                <a:ea typeface="+mn-ea"/>
                <a:cs typeface="+mn-ea"/>
                <a:sym typeface="+mn-lt"/>
              </a:rPr>
              <a:t>研究思路</a:t>
            </a:r>
          </a:p>
        </p:txBody>
      </p:sp>
      <p:sp>
        <p:nvSpPr>
          <p:cNvPr id="26" name="Oval 32">
            <a:extLst>
              <a:ext uri="{FF2B5EF4-FFF2-40B4-BE49-F238E27FC236}">
                <a16:creationId xmlns:a16="http://schemas.microsoft.com/office/drawing/2014/main" id="{9F70D491-BDC9-40B3-BE71-59AD9BF3736C}"/>
              </a:ext>
            </a:extLst>
          </p:cNvPr>
          <p:cNvSpPr/>
          <p:nvPr/>
        </p:nvSpPr>
        <p:spPr>
          <a:xfrm>
            <a:off x="10455912" y="3424714"/>
            <a:ext cx="1113973" cy="1113971"/>
          </a:xfrm>
          <a:prstGeom prst="ellipse">
            <a:avLst/>
          </a:prstGeom>
          <a:noFill/>
          <a:ln>
            <a:solidFill>
              <a:srgbClr val="CF3B4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accent1">
                  <a:lumMod val="50000"/>
                </a:schemeClr>
              </a:solidFill>
              <a:cs typeface="+mn-ea"/>
              <a:sym typeface="+mn-lt"/>
            </a:endParaRPr>
          </a:p>
        </p:txBody>
      </p:sp>
      <p:grpSp>
        <p:nvGrpSpPr>
          <p:cNvPr id="27" name="组合 26">
            <a:extLst>
              <a:ext uri="{FF2B5EF4-FFF2-40B4-BE49-F238E27FC236}">
                <a16:creationId xmlns:a16="http://schemas.microsoft.com/office/drawing/2014/main" id="{A9796DBD-6E9E-4212-969E-FB9D520D465D}"/>
              </a:ext>
            </a:extLst>
          </p:cNvPr>
          <p:cNvGrpSpPr/>
          <p:nvPr/>
        </p:nvGrpSpPr>
        <p:grpSpPr>
          <a:xfrm>
            <a:off x="10802350" y="3846184"/>
            <a:ext cx="421096" cy="402728"/>
            <a:chOff x="1004888" y="993775"/>
            <a:chExt cx="2438400" cy="2332038"/>
          </a:xfrm>
          <a:solidFill>
            <a:srgbClr val="344F66"/>
          </a:solidFill>
          <a:effectLst/>
        </p:grpSpPr>
        <p:sp>
          <p:nvSpPr>
            <p:cNvPr id="28" name="Freeform 25">
              <a:extLst>
                <a:ext uri="{FF2B5EF4-FFF2-40B4-BE49-F238E27FC236}">
                  <a16:creationId xmlns:a16="http://schemas.microsoft.com/office/drawing/2014/main" id="{FFC872EC-9589-4890-9C17-4B7BE7B111F4}"/>
                </a:ext>
              </a:extLst>
            </p:cNvPr>
            <p:cNvSpPr/>
            <p:nvPr/>
          </p:nvSpPr>
          <p:spPr bwMode="auto">
            <a:xfrm>
              <a:off x="1898651" y="2670175"/>
              <a:ext cx="655638" cy="655638"/>
            </a:xfrm>
            <a:custGeom>
              <a:avLst/>
              <a:gdLst>
                <a:gd name="T0" fmla="*/ 206 w 413"/>
                <a:gd name="T1" fmla="*/ 413 h 413"/>
                <a:gd name="T2" fmla="*/ 0 w 413"/>
                <a:gd name="T3" fmla="*/ 0 h 413"/>
                <a:gd name="T4" fmla="*/ 413 w 413"/>
                <a:gd name="T5" fmla="*/ 0 h 413"/>
                <a:gd name="T6" fmla="*/ 206 w 413"/>
                <a:gd name="T7" fmla="*/ 413 h 413"/>
              </a:gdLst>
              <a:ahLst/>
              <a:cxnLst>
                <a:cxn ang="0">
                  <a:pos x="T0" y="T1"/>
                </a:cxn>
                <a:cxn ang="0">
                  <a:pos x="T2" y="T3"/>
                </a:cxn>
                <a:cxn ang="0">
                  <a:pos x="T4" y="T5"/>
                </a:cxn>
                <a:cxn ang="0">
                  <a:pos x="T6" y="T7"/>
                </a:cxn>
              </a:cxnLst>
              <a:rect l="0" t="0" r="r" b="b"/>
              <a:pathLst>
                <a:path w="413" h="413">
                  <a:moveTo>
                    <a:pt x="206" y="413"/>
                  </a:moveTo>
                  <a:lnTo>
                    <a:pt x="0" y="0"/>
                  </a:lnTo>
                  <a:lnTo>
                    <a:pt x="413" y="0"/>
                  </a:lnTo>
                  <a:lnTo>
                    <a:pt x="206" y="413"/>
                  </a:lnTo>
                  <a:close/>
                </a:path>
              </a:pathLst>
            </a:custGeom>
            <a:solidFill>
              <a:srgbClr val="CF3B4C"/>
            </a:solidFill>
            <a:ln>
              <a:noFill/>
            </a:ln>
            <a:extLst>
              <a:ext uri="{91240B29-F687-4F45-9708-019B960494DF}">
                <a14:hiddenLine xmlns:a14="http://schemas.microsoft.com/office/drawing/2010/main" w="9525">
                  <a:solidFill>
                    <a:srgbClr val="000000"/>
                  </a:solidFill>
                  <a:round/>
                </a14:hiddenLine>
              </a:ext>
            </a:extLst>
          </p:spPr>
          <p:txBody>
            <a:bodyPr/>
            <a:lstStyle/>
            <a:p>
              <a:pPr fontAlgn="auto"/>
              <a:endParaRPr lang="zh-CN" altLang="en-US" sz="2000" noProof="1">
                <a:solidFill>
                  <a:prstClr val="black"/>
                </a:solidFill>
                <a:cs typeface="+mn-ea"/>
                <a:sym typeface="+mn-lt"/>
              </a:endParaRPr>
            </a:p>
          </p:txBody>
        </p:sp>
        <p:sp>
          <p:nvSpPr>
            <p:cNvPr id="29" name="任意多边形 43">
              <a:extLst>
                <a:ext uri="{FF2B5EF4-FFF2-40B4-BE49-F238E27FC236}">
                  <a16:creationId xmlns:a16="http://schemas.microsoft.com/office/drawing/2014/main" id="{E44DB92B-1559-4F19-B34F-EF48721D0EEA}"/>
                </a:ext>
              </a:extLst>
            </p:cNvPr>
            <p:cNvSpPr>
              <a:spLocks noChangeArrowheads="1"/>
            </p:cNvSpPr>
            <p:nvPr/>
          </p:nvSpPr>
          <p:spPr bwMode="auto">
            <a:xfrm>
              <a:off x="1004888" y="993775"/>
              <a:ext cx="2438400" cy="1774825"/>
            </a:xfrm>
            <a:custGeom>
              <a:avLst/>
              <a:gdLst>
                <a:gd name="connsiteX0" fmla="*/ 290196 w 2438400"/>
                <a:gd name="connsiteY0" fmla="*/ 0 h 1774825"/>
                <a:gd name="connsiteX1" fmla="*/ 2151973 w 2438400"/>
                <a:gd name="connsiteY1" fmla="*/ 0 h 1774825"/>
                <a:gd name="connsiteX2" fmla="*/ 2438400 w 2438400"/>
                <a:gd name="connsiteY2" fmla="*/ 286384 h 1774825"/>
                <a:gd name="connsiteX3" fmla="*/ 2438400 w 2438400"/>
                <a:gd name="connsiteY3" fmla="*/ 1484673 h 1774825"/>
                <a:gd name="connsiteX4" fmla="*/ 2151973 w 2438400"/>
                <a:gd name="connsiteY4" fmla="*/ 1774825 h 1774825"/>
                <a:gd name="connsiteX5" fmla="*/ 290196 w 2438400"/>
                <a:gd name="connsiteY5" fmla="*/ 1774825 h 1774825"/>
                <a:gd name="connsiteX6" fmla="*/ 0 w 2438400"/>
                <a:gd name="connsiteY6" fmla="*/ 1484673 h 1774825"/>
                <a:gd name="connsiteX7" fmla="*/ 0 w 2438400"/>
                <a:gd name="connsiteY7" fmla="*/ 286384 h 1774825"/>
                <a:gd name="connsiteX8" fmla="*/ 290196 w 2438400"/>
                <a:gd name="connsiteY8" fmla="*/ 0 h 1774825"/>
                <a:gd name="connsiteX9" fmla="*/ 471488 w 2438400"/>
                <a:gd name="connsiteY9" fmla="*/ 425450 h 1774825"/>
                <a:gd name="connsiteX10" fmla="*/ 471488 w 2438400"/>
                <a:gd name="connsiteY10" fmla="*/ 598488 h 1774825"/>
                <a:gd name="connsiteX11" fmla="*/ 1971676 w 2438400"/>
                <a:gd name="connsiteY11" fmla="*/ 598488 h 1774825"/>
                <a:gd name="connsiteX12" fmla="*/ 1971676 w 2438400"/>
                <a:gd name="connsiteY12" fmla="*/ 425450 h 1774825"/>
                <a:gd name="connsiteX13" fmla="*/ 471488 w 2438400"/>
                <a:gd name="connsiteY13" fmla="*/ 425450 h 1774825"/>
                <a:gd name="connsiteX14" fmla="*/ 471488 w 2438400"/>
                <a:gd name="connsiteY14" fmla="*/ 801688 h 1774825"/>
                <a:gd name="connsiteX15" fmla="*/ 471488 w 2438400"/>
                <a:gd name="connsiteY15" fmla="*/ 971551 h 1774825"/>
                <a:gd name="connsiteX16" fmla="*/ 1971676 w 2438400"/>
                <a:gd name="connsiteY16" fmla="*/ 971551 h 1774825"/>
                <a:gd name="connsiteX17" fmla="*/ 1971676 w 2438400"/>
                <a:gd name="connsiteY17" fmla="*/ 801688 h 1774825"/>
                <a:gd name="connsiteX18" fmla="*/ 471488 w 2438400"/>
                <a:gd name="connsiteY18" fmla="*/ 801688 h 1774825"/>
                <a:gd name="connsiteX19" fmla="*/ 471488 w 2438400"/>
                <a:gd name="connsiteY19" fmla="*/ 1174750 h 1774825"/>
                <a:gd name="connsiteX20" fmla="*/ 471488 w 2438400"/>
                <a:gd name="connsiteY20" fmla="*/ 1347788 h 1774825"/>
                <a:gd name="connsiteX21" fmla="*/ 1971676 w 2438400"/>
                <a:gd name="connsiteY21" fmla="*/ 1347788 h 1774825"/>
                <a:gd name="connsiteX22" fmla="*/ 1971676 w 2438400"/>
                <a:gd name="connsiteY22" fmla="*/ 1174750 h 1774825"/>
                <a:gd name="connsiteX23" fmla="*/ 471488 w 2438400"/>
                <a:gd name="connsiteY23" fmla="*/ 1174750 h 177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438400" h="1774825">
                  <a:moveTo>
                    <a:pt x="290196" y="0"/>
                  </a:moveTo>
                  <a:cubicBezTo>
                    <a:pt x="2151973" y="0"/>
                    <a:pt x="2151973" y="0"/>
                    <a:pt x="2151973" y="0"/>
                  </a:cubicBezTo>
                  <a:cubicBezTo>
                    <a:pt x="2310262" y="0"/>
                    <a:pt x="2438400" y="128119"/>
                    <a:pt x="2438400" y="286384"/>
                  </a:cubicBezTo>
                  <a:lnTo>
                    <a:pt x="2438400" y="1484673"/>
                  </a:lnTo>
                  <a:cubicBezTo>
                    <a:pt x="2438400" y="1646706"/>
                    <a:pt x="2310262" y="1774825"/>
                    <a:pt x="2151973" y="1774825"/>
                  </a:cubicBezTo>
                  <a:cubicBezTo>
                    <a:pt x="290196" y="1774825"/>
                    <a:pt x="290196" y="1774825"/>
                    <a:pt x="290196" y="1774825"/>
                  </a:cubicBezTo>
                  <a:cubicBezTo>
                    <a:pt x="131907" y="1774825"/>
                    <a:pt x="0" y="1646706"/>
                    <a:pt x="0" y="1484673"/>
                  </a:cubicBezTo>
                  <a:cubicBezTo>
                    <a:pt x="0" y="286384"/>
                    <a:pt x="0" y="286384"/>
                    <a:pt x="0" y="286384"/>
                  </a:cubicBezTo>
                  <a:cubicBezTo>
                    <a:pt x="0" y="128119"/>
                    <a:pt x="131907" y="0"/>
                    <a:pt x="290196" y="0"/>
                  </a:cubicBezTo>
                  <a:close/>
                  <a:moveTo>
                    <a:pt x="471488" y="425450"/>
                  </a:moveTo>
                  <a:lnTo>
                    <a:pt x="471488" y="598488"/>
                  </a:lnTo>
                  <a:lnTo>
                    <a:pt x="1971676" y="598488"/>
                  </a:lnTo>
                  <a:lnTo>
                    <a:pt x="1971676" y="425450"/>
                  </a:lnTo>
                  <a:lnTo>
                    <a:pt x="471488" y="425450"/>
                  </a:lnTo>
                  <a:close/>
                  <a:moveTo>
                    <a:pt x="471488" y="801688"/>
                  </a:moveTo>
                  <a:lnTo>
                    <a:pt x="471488" y="971551"/>
                  </a:lnTo>
                  <a:lnTo>
                    <a:pt x="1971676" y="971551"/>
                  </a:lnTo>
                  <a:lnTo>
                    <a:pt x="1971676" y="801688"/>
                  </a:lnTo>
                  <a:lnTo>
                    <a:pt x="471488" y="801688"/>
                  </a:lnTo>
                  <a:close/>
                  <a:moveTo>
                    <a:pt x="471488" y="1174750"/>
                  </a:moveTo>
                  <a:lnTo>
                    <a:pt x="471488" y="1347788"/>
                  </a:lnTo>
                  <a:lnTo>
                    <a:pt x="1971676" y="1347788"/>
                  </a:lnTo>
                  <a:lnTo>
                    <a:pt x="1971676" y="1174750"/>
                  </a:lnTo>
                  <a:lnTo>
                    <a:pt x="471488" y="1174750"/>
                  </a:lnTo>
                  <a:close/>
                </a:path>
              </a:pathLst>
            </a:custGeom>
            <a:solidFill>
              <a:srgbClr val="CF3B4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fontAlgn="auto"/>
              <a:endParaRPr lang="zh-CN" altLang="en-US" sz="2000" noProof="1">
                <a:solidFill>
                  <a:prstClr val="black"/>
                </a:solidFill>
                <a:cs typeface="+mn-ea"/>
                <a:sym typeface="+mn-lt"/>
              </a:endParaRPr>
            </a:p>
          </p:txBody>
        </p:sp>
      </p:grpSp>
      <p:sp>
        <p:nvSpPr>
          <p:cNvPr id="33" name="文本框 60">
            <a:extLst>
              <a:ext uri="{FF2B5EF4-FFF2-40B4-BE49-F238E27FC236}">
                <a16:creationId xmlns:a16="http://schemas.microsoft.com/office/drawing/2014/main" id="{58024262-A006-4123-9F5D-8053F92053B5}"/>
              </a:ext>
            </a:extLst>
          </p:cNvPr>
          <p:cNvSpPr>
            <a:spLocks noChangeArrowheads="1"/>
          </p:cNvSpPr>
          <p:nvPr/>
        </p:nvSpPr>
        <p:spPr bwMode="auto">
          <a:xfrm>
            <a:off x="10315637" y="4960155"/>
            <a:ext cx="1562613"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1400" b="1" dirty="0">
                <a:solidFill>
                  <a:srgbClr val="344F66"/>
                </a:solidFill>
                <a:cs typeface="+mn-ea"/>
                <a:sym typeface="+mn-lt"/>
              </a:rPr>
              <a:t>融合优化</a:t>
            </a:r>
            <a:endParaRPr lang="en-US" altLang="zh-CN" sz="1400" b="1" dirty="0">
              <a:solidFill>
                <a:srgbClr val="344F66"/>
              </a:solidFill>
              <a:cs typeface="+mn-ea"/>
              <a:sym typeface="+mn-lt"/>
            </a:endParaRPr>
          </a:p>
          <a:p>
            <a:r>
              <a:rPr lang="zh-CN" altLang="en-US" sz="1200" dirty="0">
                <a:solidFill>
                  <a:srgbClr val="555555"/>
                </a:solidFill>
                <a:cs typeface="+mn-ea"/>
                <a:sym typeface="+mn-lt"/>
              </a:rPr>
              <a:t>将文本语义特征与罪名关系特征进行联合建模，实现优势互补</a:t>
            </a:r>
          </a:p>
          <a:p>
            <a:endParaRPr lang="zh-CN" altLang="en-US" sz="1600" dirty="0">
              <a:solidFill>
                <a:srgbClr val="555555"/>
              </a:solidFill>
              <a:cs typeface="+mn-ea"/>
              <a:sym typeface="+mn-lt"/>
            </a:endParaRPr>
          </a:p>
        </p:txBody>
      </p:sp>
    </p:spTree>
    <p:extLst>
      <p:ext uri="{BB962C8B-B14F-4D97-AF65-F5344CB8AC3E}">
        <p14:creationId xmlns:p14="http://schemas.microsoft.com/office/powerpoint/2010/main" val="836092262"/>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8" fill="hold" grpId="0" nodeType="after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p:cTn id="7" dur="500" fill="hold"/>
                                        <p:tgtEl>
                                          <p:spTgt spid="25"/>
                                        </p:tgtEl>
                                        <p:attrNameLst>
                                          <p:attrName>ppt_x</p:attrName>
                                        </p:attrNameLst>
                                      </p:cBhvr>
                                      <p:tavLst>
                                        <p:tav tm="0">
                                          <p:val>
                                            <p:strVal val="#ppt_x-#ppt_w/2"/>
                                          </p:val>
                                        </p:tav>
                                        <p:tav tm="100000">
                                          <p:val>
                                            <p:strVal val="#ppt_x"/>
                                          </p:val>
                                        </p:tav>
                                      </p:tavLst>
                                    </p:anim>
                                    <p:anim calcmode="lin" valueType="num">
                                      <p:cBhvr>
                                        <p:cTn id="8" dur="500" fill="hold"/>
                                        <p:tgtEl>
                                          <p:spTgt spid="25"/>
                                        </p:tgtEl>
                                        <p:attrNameLst>
                                          <p:attrName>ppt_y</p:attrName>
                                        </p:attrNameLst>
                                      </p:cBhvr>
                                      <p:tavLst>
                                        <p:tav tm="0">
                                          <p:val>
                                            <p:strVal val="#ppt_y"/>
                                          </p:val>
                                        </p:tav>
                                        <p:tav tm="100000">
                                          <p:val>
                                            <p:strVal val="#ppt_y"/>
                                          </p:val>
                                        </p:tav>
                                      </p:tavLst>
                                    </p:anim>
                                    <p:anim calcmode="lin" valueType="num">
                                      <p:cBhvr>
                                        <p:cTn id="9" dur="500" fill="hold"/>
                                        <p:tgtEl>
                                          <p:spTgt spid="25"/>
                                        </p:tgtEl>
                                        <p:attrNameLst>
                                          <p:attrName>ppt_w</p:attrName>
                                        </p:attrNameLst>
                                      </p:cBhvr>
                                      <p:tavLst>
                                        <p:tav tm="0">
                                          <p:val>
                                            <p:fltVal val="0"/>
                                          </p:val>
                                        </p:tav>
                                        <p:tav tm="100000">
                                          <p:val>
                                            <p:strVal val="#ppt_w"/>
                                          </p:val>
                                        </p:tav>
                                      </p:tavLst>
                                    </p:anim>
                                    <p:anim calcmode="lin" valueType="num">
                                      <p:cBhvr>
                                        <p:cTn id="10" dur="500" fill="hold"/>
                                        <p:tgtEl>
                                          <p:spTgt spid="25"/>
                                        </p:tgtEl>
                                        <p:attrNameLst>
                                          <p:attrName>ppt_h</p:attrName>
                                        </p:attrNameLst>
                                      </p:cBhvr>
                                      <p:tavLst>
                                        <p:tav tm="0">
                                          <p:val>
                                            <p:strVal val="#ppt_h"/>
                                          </p:val>
                                        </p:tav>
                                        <p:tav tm="100000">
                                          <p:val>
                                            <p:strVal val="#ppt_h"/>
                                          </p:val>
                                        </p:tav>
                                      </p:tavLst>
                                    </p:anim>
                                  </p:childTnLst>
                                </p:cTn>
                              </p:par>
                            </p:childTnLst>
                          </p:cTn>
                        </p:par>
                        <p:par>
                          <p:cTn id="11" fill="hold">
                            <p:stCondLst>
                              <p:cond delay="500"/>
                            </p:stCondLst>
                            <p:childTnLst>
                              <p:par>
                                <p:cTn id="12" presetID="53" presetClass="entr" presetSubtype="16" fill="hold" nodeType="afterEffect">
                                  <p:stCondLst>
                                    <p:cond delay="0"/>
                                  </p:stCondLst>
                                  <p:childTnLst>
                                    <p:set>
                                      <p:cBhvr>
                                        <p:cTn id="13" dur="1" fill="hold">
                                          <p:stCondLst>
                                            <p:cond delay="0"/>
                                          </p:stCondLst>
                                        </p:cTn>
                                        <p:tgtEl>
                                          <p:spTgt spid="23"/>
                                        </p:tgtEl>
                                        <p:attrNameLst>
                                          <p:attrName>style.visibility</p:attrName>
                                        </p:attrNameLst>
                                      </p:cBhvr>
                                      <p:to>
                                        <p:strVal val="visible"/>
                                      </p:to>
                                    </p:set>
                                    <p:anim calcmode="lin" valueType="num">
                                      <p:cBhvr>
                                        <p:cTn id="14" dur="500" fill="hold"/>
                                        <p:tgtEl>
                                          <p:spTgt spid="23"/>
                                        </p:tgtEl>
                                        <p:attrNameLst>
                                          <p:attrName>ppt_w</p:attrName>
                                        </p:attrNameLst>
                                      </p:cBhvr>
                                      <p:tavLst>
                                        <p:tav tm="0">
                                          <p:val>
                                            <p:fltVal val="0"/>
                                          </p:val>
                                        </p:tav>
                                        <p:tav tm="100000">
                                          <p:val>
                                            <p:strVal val="#ppt_w"/>
                                          </p:val>
                                        </p:tav>
                                      </p:tavLst>
                                    </p:anim>
                                    <p:anim calcmode="lin" valueType="num">
                                      <p:cBhvr>
                                        <p:cTn id="15" dur="500" fill="hold"/>
                                        <p:tgtEl>
                                          <p:spTgt spid="23"/>
                                        </p:tgtEl>
                                        <p:attrNameLst>
                                          <p:attrName>ppt_h</p:attrName>
                                        </p:attrNameLst>
                                      </p:cBhvr>
                                      <p:tavLst>
                                        <p:tav tm="0">
                                          <p:val>
                                            <p:fltVal val="0"/>
                                          </p:val>
                                        </p:tav>
                                        <p:tav tm="100000">
                                          <p:val>
                                            <p:strVal val="#ppt_h"/>
                                          </p:val>
                                        </p:tav>
                                      </p:tavLst>
                                    </p:anim>
                                    <p:animEffect transition="in" filter="fade">
                                      <p:cBhvr>
                                        <p:cTn id="16" dur="500"/>
                                        <p:tgtEl>
                                          <p:spTgt spid="23"/>
                                        </p:tgtEl>
                                      </p:cBhvr>
                                    </p:animEffect>
                                  </p:childTnLst>
                                </p:cTn>
                              </p:par>
                            </p:childTnLst>
                          </p:cTn>
                        </p:par>
                        <p:par>
                          <p:cTn id="17" fill="hold">
                            <p:stCondLst>
                              <p:cond delay="1000"/>
                            </p:stCondLst>
                            <p:childTnLst>
                              <p:par>
                                <p:cTn id="18" presetID="22" presetClass="entr" presetSubtype="8" fill="hold" grpId="0" nodeType="afterEffect">
                                  <p:stCondLst>
                                    <p:cond delay="0"/>
                                  </p:stCondLst>
                                  <p:childTnLst>
                                    <p:set>
                                      <p:cBhvr>
                                        <p:cTn id="19" dur="1" fill="hold">
                                          <p:stCondLst>
                                            <p:cond delay="0"/>
                                          </p:stCondLst>
                                        </p:cTn>
                                        <p:tgtEl>
                                          <p:spTgt spid="22"/>
                                        </p:tgtEl>
                                        <p:attrNameLst>
                                          <p:attrName>style.visibility</p:attrName>
                                        </p:attrNameLst>
                                      </p:cBhvr>
                                      <p:to>
                                        <p:strVal val="visible"/>
                                      </p:to>
                                    </p:set>
                                    <p:animEffect transition="in" filter="wipe(left)">
                                      <p:cBhvr>
                                        <p:cTn id="20" dur="500"/>
                                        <p:tgtEl>
                                          <p:spTgt spid="22"/>
                                        </p:tgtEl>
                                      </p:cBhvr>
                                    </p:animEffect>
                                  </p:childTnLst>
                                </p:cTn>
                              </p:par>
                            </p:childTnLst>
                          </p:cTn>
                        </p:par>
                        <p:par>
                          <p:cTn id="21" fill="hold">
                            <p:stCondLst>
                              <p:cond delay="1500"/>
                            </p:stCondLst>
                            <p:childTnLst>
                              <p:par>
                                <p:cTn id="22" presetID="53" presetClass="entr" presetSubtype="16" fill="hold" grpId="0" nodeType="afterEffect">
                                  <p:stCondLst>
                                    <p:cond delay="0"/>
                                  </p:stCondLst>
                                  <p:childTnLst>
                                    <p:set>
                                      <p:cBhvr>
                                        <p:cTn id="23" dur="1" fill="hold">
                                          <p:stCondLst>
                                            <p:cond delay="0"/>
                                          </p:stCondLst>
                                        </p:cTn>
                                        <p:tgtEl>
                                          <p:spTgt spid="18"/>
                                        </p:tgtEl>
                                        <p:attrNameLst>
                                          <p:attrName>style.visibility</p:attrName>
                                        </p:attrNameLst>
                                      </p:cBhvr>
                                      <p:to>
                                        <p:strVal val="visible"/>
                                      </p:to>
                                    </p:set>
                                    <p:anim calcmode="lin" valueType="num">
                                      <p:cBhvr>
                                        <p:cTn id="24" dur="500" fill="hold"/>
                                        <p:tgtEl>
                                          <p:spTgt spid="18"/>
                                        </p:tgtEl>
                                        <p:attrNameLst>
                                          <p:attrName>ppt_w</p:attrName>
                                        </p:attrNameLst>
                                      </p:cBhvr>
                                      <p:tavLst>
                                        <p:tav tm="0">
                                          <p:val>
                                            <p:fltVal val="0"/>
                                          </p:val>
                                        </p:tav>
                                        <p:tav tm="100000">
                                          <p:val>
                                            <p:strVal val="#ppt_w"/>
                                          </p:val>
                                        </p:tav>
                                      </p:tavLst>
                                    </p:anim>
                                    <p:anim calcmode="lin" valueType="num">
                                      <p:cBhvr>
                                        <p:cTn id="25" dur="500" fill="hold"/>
                                        <p:tgtEl>
                                          <p:spTgt spid="18"/>
                                        </p:tgtEl>
                                        <p:attrNameLst>
                                          <p:attrName>ppt_h</p:attrName>
                                        </p:attrNameLst>
                                      </p:cBhvr>
                                      <p:tavLst>
                                        <p:tav tm="0">
                                          <p:val>
                                            <p:fltVal val="0"/>
                                          </p:val>
                                        </p:tav>
                                        <p:tav tm="100000">
                                          <p:val>
                                            <p:strVal val="#ppt_h"/>
                                          </p:val>
                                        </p:tav>
                                      </p:tavLst>
                                    </p:anim>
                                    <p:animEffect transition="in" filter="fade">
                                      <p:cBhvr>
                                        <p:cTn id="26" dur="500"/>
                                        <p:tgtEl>
                                          <p:spTgt spid="18"/>
                                        </p:tgtEl>
                                      </p:cBhvr>
                                    </p:animEffect>
                                  </p:childTnLst>
                                </p:cTn>
                              </p:par>
                              <p:par>
                                <p:cTn id="27" presetID="53" presetClass="entr" presetSubtype="16" fill="hold" grpId="0" nodeType="withEffect">
                                  <p:stCondLst>
                                    <p:cond delay="0"/>
                                  </p:stCondLst>
                                  <p:childTnLst>
                                    <p:set>
                                      <p:cBhvr>
                                        <p:cTn id="28" dur="1" fill="hold">
                                          <p:stCondLst>
                                            <p:cond delay="0"/>
                                          </p:stCondLst>
                                        </p:cTn>
                                        <p:tgtEl>
                                          <p:spTgt spid="17"/>
                                        </p:tgtEl>
                                        <p:attrNameLst>
                                          <p:attrName>style.visibility</p:attrName>
                                        </p:attrNameLst>
                                      </p:cBhvr>
                                      <p:to>
                                        <p:strVal val="visible"/>
                                      </p:to>
                                    </p:set>
                                    <p:anim calcmode="lin" valueType="num">
                                      <p:cBhvr>
                                        <p:cTn id="29" dur="500" fill="hold"/>
                                        <p:tgtEl>
                                          <p:spTgt spid="17"/>
                                        </p:tgtEl>
                                        <p:attrNameLst>
                                          <p:attrName>ppt_w</p:attrName>
                                        </p:attrNameLst>
                                      </p:cBhvr>
                                      <p:tavLst>
                                        <p:tav tm="0">
                                          <p:val>
                                            <p:fltVal val="0"/>
                                          </p:val>
                                        </p:tav>
                                        <p:tav tm="100000">
                                          <p:val>
                                            <p:strVal val="#ppt_w"/>
                                          </p:val>
                                        </p:tav>
                                      </p:tavLst>
                                    </p:anim>
                                    <p:anim calcmode="lin" valueType="num">
                                      <p:cBhvr>
                                        <p:cTn id="30" dur="500" fill="hold"/>
                                        <p:tgtEl>
                                          <p:spTgt spid="17"/>
                                        </p:tgtEl>
                                        <p:attrNameLst>
                                          <p:attrName>ppt_h</p:attrName>
                                        </p:attrNameLst>
                                      </p:cBhvr>
                                      <p:tavLst>
                                        <p:tav tm="0">
                                          <p:val>
                                            <p:fltVal val="0"/>
                                          </p:val>
                                        </p:tav>
                                        <p:tav tm="100000">
                                          <p:val>
                                            <p:strVal val="#ppt_h"/>
                                          </p:val>
                                        </p:tav>
                                      </p:tavLst>
                                    </p:anim>
                                    <p:animEffect transition="in" filter="fade">
                                      <p:cBhvr>
                                        <p:cTn id="31" dur="500"/>
                                        <p:tgtEl>
                                          <p:spTgt spid="17"/>
                                        </p:tgtEl>
                                      </p:cBhvr>
                                    </p:animEffect>
                                  </p:childTnLst>
                                </p:cTn>
                              </p:par>
                              <p:par>
                                <p:cTn id="32" presetID="53" presetClass="entr" presetSubtype="16" fill="hold" grpId="0" nodeType="withEffect">
                                  <p:stCondLst>
                                    <p:cond delay="0"/>
                                  </p:stCondLst>
                                  <p:childTnLst>
                                    <p:set>
                                      <p:cBhvr>
                                        <p:cTn id="33" dur="1" fill="hold">
                                          <p:stCondLst>
                                            <p:cond delay="0"/>
                                          </p:stCondLst>
                                        </p:cTn>
                                        <p:tgtEl>
                                          <p:spTgt spid="14"/>
                                        </p:tgtEl>
                                        <p:attrNameLst>
                                          <p:attrName>style.visibility</p:attrName>
                                        </p:attrNameLst>
                                      </p:cBhvr>
                                      <p:to>
                                        <p:strVal val="visible"/>
                                      </p:to>
                                    </p:set>
                                    <p:anim calcmode="lin" valueType="num">
                                      <p:cBhvr>
                                        <p:cTn id="34" dur="500" fill="hold"/>
                                        <p:tgtEl>
                                          <p:spTgt spid="14"/>
                                        </p:tgtEl>
                                        <p:attrNameLst>
                                          <p:attrName>ppt_w</p:attrName>
                                        </p:attrNameLst>
                                      </p:cBhvr>
                                      <p:tavLst>
                                        <p:tav tm="0">
                                          <p:val>
                                            <p:fltVal val="0"/>
                                          </p:val>
                                        </p:tav>
                                        <p:tav tm="100000">
                                          <p:val>
                                            <p:strVal val="#ppt_w"/>
                                          </p:val>
                                        </p:tav>
                                      </p:tavLst>
                                    </p:anim>
                                    <p:anim calcmode="lin" valueType="num">
                                      <p:cBhvr>
                                        <p:cTn id="35" dur="500" fill="hold"/>
                                        <p:tgtEl>
                                          <p:spTgt spid="14"/>
                                        </p:tgtEl>
                                        <p:attrNameLst>
                                          <p:attrName>ppt_h</p:attrName>
                                        </p:attrNameLst>
                                      </p:cBhvr>
                                      <p:tavLst>
                                        <p:tav tm="0">
                                          <p:val>
                                            <p:fltVal val="0"/>
                                          </p:val>
                                        </p:tav>
                                        <p:tav tm="100000">
                                          <p:val>
                                            <p:strVal val="#ppt_h"/>
                                          </p:val>
                                        </p:tav>
                                      </p:tavLst>
                                    </p:anim>
                                    <p:animEffect transition="in" filter="fade">
                                      <p:cBhvr>
                                        <p:cTn id="36" dur="500"/>
                                        <p:tgtEl>
                                          <p:spTgt spid="14"/>
                                        </p:tgtEl>
                                      </p:cBhvr>
                                    </p:animEffect>
                                  </p:childTnLst>
                                </p:cTn>
                              </p:par>
                              <p:par>
                                <p:cTn id="37" presetID="53" presetClass="entr" presetSubtype="16" fill="hold" grpId="0" nodeType="withEffect">
                                  <p:stCondLst>
                                    <p:cond delay="0"/>
                                  </p:stCondLst>
                                  <p:childTnLst>
                                    <p:set>
                                      <p:cBhvr>
                                        <p:cTn id="38" dur="1" fill="hold">
                                          <p:stCondLst>
                                            <p:cond delay="0"/>
                                          </p:stCondLst>
                                        </p:cTn>
                                        <p:tgtEl>
                                          <p:spTgt spid="13"/>
                                        </p:tgtEl>
                                        <p:attrNameLst>
                                          <p:attrName>style.visibility</p:attrName>
                                        </p:attrNameLst>
                                      </p:cBhvr>
                                      <p:to>
                                        <p:strVal val="visible"/>
                                      </p:to>
                                    </p:set>
                                    <p:anim calcmode="lin" valueType="num">
                                      <p:cBhvr>
                                        <p:cTn id="39" dur="500" fill="hold"/>
                                        <p:tgtEl>
                                          <p:spTgt spid="13"/>
                                        </p:tgtEl>
                                        <p:attrNameLst>
                                          <p:attrName>ppt_w</p:attrName>
                                        </p:attrNameLst>
                                      </p:cBhvr>
                                      <p:tavLst>
                                        <p:tav tm="0">
                                          <p:val>
                                            <p:fltVal val="0"/>
                                          </p:val>
                                        </p:tav>
                                        <p:tav tm="100000">
                                          <p:val>
                                            <p:strVal val="#ppt_w"/>
                                          </p:val>
                                        </p:tav>
                                      </p:tavLst>
                                    </p:anim>
                                    <p:anim calcmode="lin" valueType="num">
                                      <p:cBhvr>
                                        <p:cTn id="40" dur="500" fill="hold"/>
                                        <p:tgtEl>
                                          <p:spTgt spid="13"/>
                                        </p:tgtEl>
                                        <p:attrNameLst>
                                          <p:attrName>ppt_h</p:attrName>
                                        </p:attrNameLst>
                                      </p:cBhvr>
                                      <p:tavLst>
                                        <p:tav tm="0">
                                          <p:val>
                                            <p:fltVal val="0"/>
                                          </p:val>
                                        </p:tav>
                                        <p:tav tm="100000">
                                          <p:val>
                                            <p:strVal val="#ppt_h"/>
                                          </p:val>
                                        </p:tav>
                                      </p:tavLst>
                                    </p:anim>
                                    <p:animEffect transition="in" filter="fade">
                                      <p:cBhvr>
                                        <p:cTn id="41" dur="500"/>
                                        <p:tgtEl>
                                          <p:spTgt spid="13"/>
                                        </p:tgtEl>
                                      </p:cBhvr>
                                    </p:animEffect>
                                  </p:childTnLst>
                                </p:cTn>
                              </p:par>
                              <p:par>
                                <p:cTn id="42" presetID="53" presetClass="entr" presetSubtype="16"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 calcmode="lin" valueType="num">
                                      <p:cBhvr>
                                        <p:cTn id="44" dur="500" fill="hold"/>
                                        <p:tgtEl>
                                          <p:spTgt spid="16"/>
                                        </p:tgtEl>
                                        <p:attrNameLst>
                                          <p:attrName>ppt_w</p:attrName>
                                        </p:attrNameLst>
                                      </p:cBhvr>
                                      <p:tavLst>
                                        <p:tav tm="0">
                                          <p:val>
                                            <p:fltVal val="0"/>
                                          </p:val>
                                        </p:tav>
                                        <p:tav tm="100000">
                                          <p:val>
                                            <p:strVal val="#ppt_w"/>
                                          </p:val>
                                        </p:tav>
                                      </p:tavLst>
                                    </p:anim>
                                    <p:anim calcmode="lin" valueType="num">
                                      <p:cBhvr>
                                        <p:cTn id="45" dur="500" fill="hold"/>
                                        <p:tgtEl>
                                          <p:spTgt spid="16"/>
                                        </p:tgtEl>
                                        <p:attrNameLst>
                                          <p:attrName>ppt_h</p:attrName>
                                        </p:attrNameLst>
                                      </p:cBhvr>
                                      <p:tavLst>
                                        <p:tav tm="0">
                                          <p:val>
                                            <p:fltVal val="0"/>
                                          </p:val>
                                        </p:tav>
                                        <p:tav tm="100000">
                                          <p:val>
                                            <p:strVal val="#ppt_h"/>
                                          </p:val>
                                        </p:tav>
                                      </p:tavLst>
                                    </p:anim>
                                    <p:animEffect transition="in" filter="fade">
                                      <p:cBhvr>
                                        <p:cTn id="46" dur="500"/>
                                        <p:tgtEl>
                                          <p:spTgt spid="16"/>
                                        </p:tgtEl>
                                      </p:cBhvr>
                                    </p:animEffect>
                                  </p:childTnLst>
                                </p:cTn>
                              </p:par>
                              <p:par>
                                <p:cTn id="47" presetID="53" presetClass="entr" presetSubtype="16" fill="hold" grpId="0" nodeType="withEffect">
                                  <p:stCondLst>
                                    <p:cond delay="0"/>
                                  </p:stCondLst>
                                  <p:childTnLst>
                                    <p:set>
                                      <p:cBhvr>
                                        <p:cTn id="48" dur="1" fill="hold">
                                          <p:stCondLst>
                                            <p:cond delay="0"/>
                                          </p:stCondLst>
                                        </p:cTn>
                                        <p:tgtEl>
                                          <p:spTgt spid="15"/>
                                        </p:tgtEl>
                                        <p:attrNameLst>
                                          <p:attrName>style.visibility</p:attrName>
                                        </p:attrNameLst>
                                      </p:cBhvr>
                                      <p:to>
                                        <p:strVal val="visible"/>
                                      </p:to>
                                    </p:set>
                                    <p:anim calcmode="lin" valueType="num">
                                      <p:cBhvr>
                                        <p:cTn id="49" dur="500" fill="hold"/>
                                        <p:tgtEl>
                                          <p:spTgt spid="15"/>
                                        </p:tgtEl>
                                        <p:attrNameLst>
                                          <p:attrName>ppt_w</p:attrName>
                                        </p:attrNameLst>
                                      </p:cBhvr>
                                      <p:tavLst>
                                        <p:tav tm="0">
                                          <p:val>
                                            <p:fltVal val="0"/>
                                          </p:val>
                                        </p:tav>
                                        <p:tav tm="100000">
                                          <p:val>
                                            <p:strVal val="#ppt_w"/>
                                          </p:val>
                                        </p:tav>
                                      </p:tavLst>
                                    </p:anim>
                                    <p:anim calcmode="lin" valueType="num">
                                      <p:cBhvr>
                                        <p:cTn id="50" dur="500" fill="hold"/>
                                        <p:tgtEl>
                                          <p:spTgt spid="15"/>
                                        </p:tgtEl>
                                        <p:attrNameLst>
                                          <p:attrName>ppt_h</p:attrName>
                                        </p:attrNameLst>
                                      </p:cBhvr>
                                      <p:tavLst>
                                        <p:tav tm="0">
                                          <p:val>
                                            <p:fltVal val="0"/>
                                          </p:val>
                                        </p:tav>
                                        <p:tav tm="100000">
                                          <p:val>
                                            <p:strVal val="#ppt_h"/>
                                          </p:val>
                                        </p:tav>
                                      </p:tavLst>
                                    </p:anim>
                                    <p:animEffect transition="in" filter="fade">
                                      <p:cBhvr>
                                        <p:cTn id="51" dur="500"/>
                                        <p:tgtEl>
                                          <p:spTgt spid="15"/>
                                        </p:tgtEl>
                                      </p:cBhvr>
                                    </p:animEffect>
                                  </p:childTnLst>
                                </p:cTn>
                              </p:par>
                              <p:par>
                                <p:cTn id="52" presetID="53" presetClass="entr" presetSubtype="16" fill="hold" grpId="0" nodeType="withEffect">
                                  <p:stCondLst>
                                    <p:cond delay="0"/>
                                  </p:stCondLst>
                                  <p:childTnLst>
                                    <p:set>
                                      <p:cBhvr>
                                        <p:cTn id="53" dur="1" fill="hold">
                                          <p:stCondLst>
                                            <p:cond delay="0"/>
                                          </p:stCondLst>
                                        </p:cTn>
                                        <p:tgtEl>
                                          <p:spTgt spid="26"/>
                                        </p:tgtEl>
                                        <p:attrNameLst>
                                          <p:attrName>style.visibility</p:attrName>
                                        </p:attrNameLst>
                                      </p:cBhvr>
                                      <p:to>
                                        <p:strVal val="visible"/>
                                      </p:to>
                                    </p:set>
                                    <p:anim calcmode="lin" valueType="num">
                                      <p:cBhvr>
                                        <p:cTn id="54" dur="500" fill="hold"/>
                                        <p:tgtEl>
                                          <p:spTgt spid="26"/>
                                        </p:tgtEl>
                                        <p:attrNameLst>
                                          <p:attrName>ppt_w</p:attrName>
                                        </p:attrNameLst>
                                      </p:cBhvr>
                                      <p:tavLst>
                                        <p:tav tm="0">
                                          <p:val>
                                            <p:fltVal val="0"/>
                                          </p:val>
                                        </p:tav>
                                        <p:tav tm="100000">
                                          <p:val>
                                            <p:strVal val="#ppt_w"/>
                                          </p:val>
                                        </p:tav>
                                      </p:tavLst>
                                    </p:anim>
                                    <p:anim calcmode="lin" valueType="num">
                                      <p:cBhvr>
                                        <p:cTn id="55" dur="500" fill="hold"/>
                                        <p:tgtEl>
                                          <p:spTgt spid="26"/>
                                        </p:tgtEl>
                                        <p:attrNameLst>
                                          <p:attrName>ppt_h</p:attrName>
                                        </p:attrNameLst>
                                      </p:cBhvr>
                                      <p:tavLst>
                                        <p:tav tm="0">
                                          <p:val>
                                            <p:fltVal val="0"/>
                                          </p:val>
                                        </p:tav>
                                        <p:tav tm="100000">
                                          <p:val>
                                            <p:strVal val="#ppt_h"/>
                                          </p:val>
                                        </p:tav>
                                      </p:tavLst>
                                    </p:anim>
                                    <p:animEffect transition="in" filter="fade">
                                      <p:cBhvr>
                                        <p:cTn id="56" dur="500"/>
                                        <p:tgtEl>
                                          <p:spTgt spid="26"/>
                                        </p:tgtEl>
                                      </p:cBhvr>
                                    </p:animEffect>
                                  </p:childTnLst>
                                </p:cTn>
                              </p:par>
                              <p:par>
                                <p:cTn id="57" presetID="53" presetClass="entr" presetSubtype="16" fill="hold" nodeType="withEffect">
                                  <p:stCondLst>
                                    <p:cond delay="0"/>
                                  </p:stCondLst>
                                  <p:childTnLst>
                                    <p:set>
                                      <p:cBhvr>
                                        <p:cTn id="58" dur="1" fill="hold">
                                          <p:stCondLst>
                                            <p:cond delay="0"/>
                                          </p:stCondLst>
                                        </p:cTn>
                                        <p:tgtEl>
                                          <p:spTgt spid="27"/>
                                        </p:tgtEl>
                                        <p:attrNameLst>
                                          <p:attrName>style.visibility</p:attrName>
                                        </p:attrNameLst>
                                      </p:cBhvr>
                                      <p:to>
                                        <p:strVal val="visible"/>
                                      </p:to>
                                    </p:set>
                                    <p:anim calcmode="lin" valueType="num">
                                      <p:cBhvr>
                                        <p:cTn id="59" dur="500" fill="hold"/>
                                        <p:tgtEl>
                                          <p:spTgt spid="27"/>
                                        </p:tgtEl>
                                        <p:attrNameLst>
                                          <p:attrName>ppt_w</p:attrName>
                                        </p:attrNameLst>
                                      </p:cBhvr>
                                      <p:tavLst>
                                        <p:tav tm="0">
                                          <p:val>
                                            <p:fltVal val="0"/>
                                          </p:val>
                                        </p:tav>
                                        <p:tav tm="100000">
                                          <p:val>
                                            <p:strVal val="#ppt_w"/>
                                          </p:val>
                                        </p:tav>
                                      </p:tavLst>
                                    </p:anim>
                                    <p:anim calcmode="lin" valueType="num">
                                      <p:cBhvr>
                                        <p:cTn id="60" dur="500" fill="hold"/>
                                        <p:tgtEl>
                                          <p:spTgt spid="27"/>
                                        </p:tgtEl>
                                        <p:attrNameLst>
                                          <p:attrName>ppt_h</p:attrName>
                                        </p:attrNameLst>
                                      </p:cBhvr>
                                      <p:tavLst>
                                        <p:tav tm="0">
                                          <p:val>
                                            <p:fltVal val="0"/>
                                          </p:val>
                                        </p:tav>
                                        <p:tav tm="100000">
                                          <p:val>
                                            <p:strVal val="#ppt_h"/>
                                          </p:val>
                                        </p:tav>
                                      </p:tavLst>
                                    </p:anim>
                                    <p:animEffect transition="in" filter="fade">
                                      <p:cBhvr>
                                        <p:cTn id="61" dur="500"/>
                                        <p:tgtEl>
                                          <p:spTgt spid="27"/>
                                        </p:tgtEl>
                                      </p:cBhvr>
                                    </p:animEffect>
                                  </p:childTnLst>
                                </p:cTn>
                              </p:par>
                            </p:childTnLst>
                          </p:cTn>
                        </p:par>
                        <p:par>
                          <p:cTn id="62" fill="hold">
                            <p:stCondLst>
                              <p:cond delay="2000"/>
                            </p:stCondLst>
                            <p:childTnLst>
                              <p:par>
                                <p:cTn id="63" presetID="2" presetClass="entr" presetSubtype="4" fill="hold" grpId="0" nodeType="afterEffect">
                                  <p:stCondLst>
                                    <p:cond delay="0"/>
                                  </p:stCondLst>
                                  <p:childTnLst>
                                    <p:set>
                                      <p:cBhvr>
                                        <p:cTn id="64" dur="1" fill="hold">
                                          <p:stCondLst>
                                            <p:cond delay="0"/>
                                          </p:stCondLst>
                                        </p:cTn>
                                        <p:tgtEl>
                                          <p:spTgt spid="21"/>
                                        </p:tgtEl>
                                        <p:attrNameLst>
                                          <p:attrName>style.visibility</p:attrName>
                                        </p:attrNameLst>
                                      </p:cBhvr>
                                      <p:to>
                                        <p:strVal val="visible"/>
                                      </p:to>
                                    </p:set>
                                    <p:anim calcmode="lin" valueType="num">
                                      <p:cBhvr additive="base">
                                        <p:cTn id="65" dur="500" fill="hold"/>
                                        <p:tgtEl>
                                          <p:spTgt spid="21"/>
                                        </p:tgtEl>
                                        <p:attrNameLst>
                                          <p:attrName>ppt_x</p:attrName>
                                        </p:attrNameLst>
                                      </p:cBhvr>
                                      <p:tavLst>
                                        <p:tav tm="0">
                                          <p:val>
                                            <p:strVal val="#ppt_x"/>
                                          </p:val>
                                        </p:tav>
                                        <p:tav tm="100000">
                                          <p:val>
                                            <p:strVal val="#ppt_x"/>
                                          </p:val>
                                        </p:tav>
                                      </p:tavLst>
                                    </p:anim>
                                    <p:anim calcmode="lin" valueType="num">
                                      <p:cBhvr additive="base">
                                        <p:cTn id="66" dur="500" fill="hold"/>
                                        <p:tgtEl>
                                          <p:spTgt spid="21"/>
                                        </p:tgtEl>
                                        <p:attrNameLst>
                                          <p:attrName>ppt_y</p:attrName>
                                        </p:attrNameLst>
                                      </p:cBhvr>
                                      <p:tavLst>
                                        <p:tav tm="0">
                                          <p:val>
                                            <p:strVal val="1+#ppt_h/2"/>
                                          </p:val>
                                        </p:tav>
                                        <p:tav tm="100000">
                                          <p:val>
                                            <p:strVal val="#ppt_y"/>
                                          </p:val>
                                        </p:tav>
                                      </p:tavLst>
                                    </p:anim>
                                  </p:childTnLst>
                                </p:cTn>
                              </p:par>
                              <p:par>
                                <p:cTn id="67" presetID="2" presetClass="entr" presetSubtype="4" fill="hold" grpId="0" nodeType="withEffect">
                                  <p:stCondLst>
                                    <p:cond delay="0"/>
                                  </p:stCondLst>
                                  <p:childTnLst>
                                    <p:set>
                                      <p:cBhvr>
                                        <p:cTn id="68" dur="1" fill="hold">
                                          <p:stCondLst>
                                            <p:cond delay="0"/>
                                          </p:stCondLst>
                                        </p:cTn>
                                        <p:tgtEl>
                                          <p:spTgt spid="19"/>
                                        </p:tgtEl>
                                        <p:attrNameLst>
                                          <p:attrName>style.visibility</p:attrName>
                                        </p:attrNameLst>
                                      </p:cBhvr>
                                      <p:to>
                                        <p:strVal val="visible"/>
                                      </p:to>
                                    </p:set>
                                    <p:anim calcmode="lin" valueType="num">
                                      <p:cBhvr additive="base">
                                        <p:cTn id="69" dur="500" fill="hold"/>
                                        <p:tgtEl>
                                          <p:spTgt spid="19"/>
                                        </p:tgtEl>
                                        <p:attrNameLst>
                                          <p:attrName>ppt_x</p:attrName>
                                        </p:attrNameLst>
                                      </p:cBhvr>
                                      <p:tavLst>
                                        <p:tav tm="0">
                                          <p:val>
                                            <p:strVal val="#ppt_x"/>
                                          </p:val>
                                        </p:tav>
                                        <p:tav tm="100000">
                                          <p:val>
                                            <p:strVal val="#ppt_x"/>
                                          </p:val>
                                        </p:tav>
                                      </p:tavLst>
                                    </p:anim>
                                    <p:anim calcmode="lin" valueType="num">
                                      <p:cBhvr additive="base">
                                        <p:cTn id="70" dur="500" fill="hold"/>
                                        <p:tgtEl>
                                          <p:spTgt spid="19"/>
                                        </p:tgtEl>
                                        <p:attrNameLst>
                                          <p:attrName>ppt_y</p:attrName>
                                        </p:attrNameLst>
                                      </p:cBhvr>
                                      <p:tavLst>
                                        <p:tav tm="0">
                                          <p:val>
                                            <p:strVal val="1+#ppt_h/2"/>
                                          </p:val>
                                        </p:tav>
                                        <p:tav tm="100000">
                                          <p:val>
                                            <p:strVal val="#ppt_y"/>
                                          </p:val>
                                        </p:tav>
                                      </p:tavLst>
                                    </p:anim>
                                  </p:childTnLst>
                                </p:cTn>
                              </p:par>
                              <p:par>
                                <p:cTn id="71" presetID="2" presetClass="entr" presetSubtype="4" fill="hold" grpId="0" nodeType="withEffect">
                                  <p:stCondLst>
                                    <p:cond delay="0"/>
                                  </p:stCondLst>
                                  <p:childTnLst>
                                    <p:set>
                                      <p:cBhvr>
                                        <p:cTn id="72" dur="1" fill="hold">
                                          <p:stCondLst>
                                            <p:cond delay="0"/>
                                          </p:stCondLst>
                                        </p:cTn>
                                        <p:tgtEl>
                                          <p:spTgt spid="20"/>
                                        </p:tgtEl>
                                        <p:attrNameLst>
                                          <p:attrName>style.visibility</p:attrName>
                                        </p:attrNameLst>
                                      </p:cBhvr>
                                      <p:to>
                                        <p:strVal val="visible"/>
                                      </p:to>
                                    </p:set>
                                    <p:anim calcmode="lin" valueType="num">
                                      <p:cBhvr additive="base">
                                        <p:cTn id="73" dur="500" fill="hold"/>
                                        <p:tgtEl>
                                          <p:spTgt spid="20"/>
                                        </p:tgtEl>
                                        <p:attrNameLst>
                                          <p:attrName>ppt_x</p:attrName>
                                        </p:attrNameLst>
                                      </p:cBhvr>
                                      <p:tavLst>
                                        <p:tav tm="0">
                                          <p:val>
                                            <p:strVal val="#ppt_x"/>
                                          </p:val>
                                        </p:tav>
                                        <p:tav tm="100000">
                                          <p:val>
                                            <p:strVal val="#ppt_x"/>
                                          </p:val>
                                        </p:tav>
                                      </p:tavLst>
                                    </p:anim>
                                    <p:anim calcmode="lin" valueType="num">
                                      <p:cBhvr additive="base">
                                        <p:cTn id="74" dur="500" fill="hold"/>
                                        <p:tgtEl>
                                          <p:spTgt spid="20"/>
                                        </p:tgtEl>
                                        <p:attrNameLst>
                                          <p:attrName>ppt_y</p:attrName>
                                        </p:attrNameLst>
                                      </p:cBhvr>
                                      <p:tavLst>
                                        <p:tav tm="0">
                                          <p:val>
                                            <p:strVal val="1+#ppt_h/2"/>
                                          </p:val>
                                        </p:tav>
                                        <p:tav tm="100000">
                                          <p:val>
                                            <p:strVal val="#ppt_y"/>
                                          </p:val>
                                        </p:tav>
                                      </p:tavLst>
                                    </p:anim>
                                  </p:childTnLst>
                                </p:cTn>
                              </p:par>
                              <p:par>
                                <p:cTn id="75" presetID="2" presetClass="entr" presetSubtype="4" fill="hold" grpId="0" nodeType="withEffect">
                                  <p:stCondLst>
                                    <p:cond delay="0"/>
                                  </p:stCondLst>
                                  <p:childTnLst>
                                    <p:set>
                                      <p:cBhvr>
                                        <p:cTn id="76" dur="1" fill="hold">
                                          <p:stCondLst>
                                            <p:cond delay="0"/>
                                          </p:stCondLst>
                                        </p:cTn>
                                        <p:tgtEl>
                                          <p:spTgt spid="33"/>
                                        </p:tgtEl>
                                        <p:attrNameLst>
                                          <p:attrName>style.visibility</p:attrName>
                                        </p:attrNameLst>
                                      </p:cBhvr>
                                      <p:to>
                                        <p:strVal val="visible"/>
                                      </p:to>
                                    </p:set>
                                    <p:anim calcmode="lin" valueType="num">
                                      <p:cBhvr additive="base">
                                        <p:cTn id="77" dur="500" fill="hold"/>
                                        <p:tgtEl>
                                          <p:spTgt spid="33"/>
                                        </p:tgtEl>
                                        <p:attrNameLst>
                                          <p:attrName>ppt_x</p:attrName>
                                        </p:attrNameLst>
                                      </p:cBhvr>
                                      <p:tavLst>
                                        <p:tav tm="0">
                                          <p:val>
                                            <p:strVal val="#ppt_x"/>
                                          </p:val>
                                        </p:tav>
                                        <p:tav tm="100000">
                                          <p:val>
                                            <p:strVal val="#ppt_x"/>
                                          </p:val>
                                        </p:tav>
                                      </p:tavLst>
                                    </p:anim>
                                    <p:anim calcmode="lin" valueType="num">
                                      <p:cBhvr additive="base">
                                        <p:cTn id="78" dur="500" fill="hold"/>
                                        <p:tgtEl>
                                          <p:spTgt spid="3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18" grpId="0" animBg="1"/>
      <p:bldP spid="19" grpId="0"/>
      <p:bldP spid="20" grpId="0"/>
      <p:bldP spid="21" grpId="0"/>
      <p:bldP spid="22" grpId="0"/>
      <p:bldP spid="25" grpId="0"/>
      <p:bldP spid="26" grpId="0" animBg="1"/>
      <p:bldP spid="3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燕尾形 46">
            <a:extLst>
              <a:ext uri="{FF2B5EF4-FFF2-40B4-BE49-F238E27FC236}">
                <a16:creationId xmlns:a16="http://schemas.microsoft.com/office/drawing/2014/main" id="{A525C373-DE89-4058-8FD9-02A7A0970E1A}"/>
              </a:ext>
            </a:extLst>
          </p:cNvPr>
          <p:cNvSpPr/>
          <p:nvPr/>
        </p:nvSpPr>
        <p:spPr>
          <a:xfrm>
            <a:off x="1243690" y="3328122"/>
            <a:ext cx="1085448" cy="1179412"/>
          </a:xfrm>
          <a:prstGeom prst="chevron">
            <a:avLst>
              <a:gd name="adj" fmla="val 54429"/>
            </a:avLst>
          </a:prstGeom>
          <a:solidFill>
            <a:srgbClr val="344F66"/>
          </a:solidFill>
          <a:ln>
            <a:noFill/>
          </a:ln>
        </p:spPr>
        <p:style>
          <a:lnRef idx="2">
            <a:schemeClr val="accent1">
              <a:shade val="50000"/>
            </a:schemeClr>
          </a:lnRef>
          <a:fillRef idx="1">
            <a:schemeClr val="accent1"/>
          </a:fillRef>
          <a:effectRef idx="0">
            <a:schemeClr val="accent1"/>
          </a:effectRef>
          <a:fontRef idx="minor">
            <a:schemeClr val="lt1"/>
          </a:fontRef>
        </p:style>
        <p:txBody>
          <a:bodyPr lIns="91431" tIns="45716" rIns="91431" bIns="45716" anchor="ctr"/>
          <a:lstStyle/>
          <a:p>
            <a:pPr algn="ctr" defTabSz="914332" fontAlgn="auto">
              <a:spcBef>
                <a:spcPts val="0"/>
              </a:spcBef>
              <a:spcAft>
                <a:spcPts val="0"/>
              </a:spcAft>
              <a:defRPr/>
            </a:pPr>
            <a:endParaRPr lang="zh-CN" altLang="en-US" sz="2489">
              <a:cs typeface="+mn-ea"/>
              <a:sym typeface="+mn-lt"/>
            </a:endParaRPr>
          </a:p>
        </p:txBody>
      </p:sp>
      <p:sp>
        <p:nvSpPr>
          <p:cNvPr id="3" name="燕尾形 47">
            <a:extLst>
              <a:ext uri="{FF2B5EF4-FFF2-40B4-BE49-F238E27FC236}">
                <a16:creationId xmlns:a16="http://schemas.microsoft.com/office/drawing/2014/main" id="{13975848-ECEE-48AF-AB20-965CAE96BDF7}"/>
              </a:ext>
            </a:extLst>
          </p:cNvPr>
          <p:cNvSpPr/>
          <p:nvPr/>
        </p:nvSpPr>
        <p:spPr>
          <a:xfrm>
            <a:off x="2200374" y="3328122"/>
            <a:ext cx="1087067" cy="1179412"/>
          </a:xfrm>
          <a:prstGeom prst="chevron">
            <a:avLst>
              <a:gd name="adj" fmla="val 54429"/>
            </a:avLst>
          </a:prstGeom>
          <a:solidFill>
            <a:srgbClr val="CF3B4C"/>
          </a:solidFill>
          <a:ln>
            <a:noFill/>
          </a:ln>
        </p:spPr>
        <p:style>
          <a:lnRef idx="2">
            <a:schemeClr val="accent1">
              <a:shade val="50000"/>
            </a:schemeClr>
          </a:lnRef>
          <a:fillRef idx="1">
            <a:schemeClr val="accent1"/>
          </a:fillRef>
          <a:effectRef idx="0">
            <a:schemeClr val="accent1"/>
          </a:effectRef>
          <a:fontRef idx="minor">
            <a:schemeClr val="lt1"/>
          </a:fontRef>
        </p:style>
        <p:txBody>
          <a:bodyPr lIns="91431" tIns="45716" rIns="91431" bIns="45716" anchor="ctr"/>
          <a:lstStyle/>
          <a:p>
            <a:pPr algn="ctr" defTabSz="914332" fontAlgn="auto">
              <a:spcBef>
                <a:spcPts val="0"/>
              </a:spcBef>
              <a:spcAft>
                <a:spcPts val="0"/>
              </a:spcAft>
              <a:defRPr/>
            </a:pPr>
            <a:endParaRPr lang="zh-CN" altLang="en-US" sz="2489">
              <a:cs typeface="+mn-ea"/>
              <a:sym typeface="+mn-lt"/>
            </a:endParaRPr>
          </a:p>
        </p:txBody>
      </p:sp>
      <p:sp>
        <p:nvSpPr>
          <p:cNvPr id="4" name="燕尾形 49">
            <a:extLst>
              <a:ext uri="{FF2B5EF4-FFF2-40B4-BE49-F238E27FC236}">
                <a16:creationId xmlns:a16="http://schemas.microsoft.com/office/drawing/2014/main" id="{92FED077-DDBB-4D6A-8157-516E61B2142C}"/>
              </a:ext>
            </a:extLst>
          </p:cNvPr>
          <p:cNvSpPr/>
          <p:nvPr/>
        </p:nvSpPr>
        <p:spPr>
          <a:xfrm>
            <a:off x="3157059" y="3328122"/>
            <a:ext cx="1087067" cy="1179412"/>
          </a:xfrm>
          <a:prstGeom prst="chevron">
            <a:avLst>
              <a:gd name="adj" fmla="val 54429"/>
            </a:avLst>
          </a:prstGeom>
          <a:solidFill>
            <a:srgbClr val="344F66"/>
          </a:solidFill>
          <a:ln>
            <a:noFill/>
          </a:ln>
        </p:spPr>
        <p:style>
          <a:lnRef idx="2">
            <a:schemeClr val="accent1">
              <a:shade val="50000"/>
            </a:schemeClr>
          </a:lnRef>
          <a:fillRef idx="1">
            <a:schemeClr val="accent1"/>
          </a:fillRef>
          <a:effectRef idx="0">
            <a:schemeClr val="accent1"/>
          </a:effectRef>
          <a:fontRef idx="minor">
            <a:schemeClr val="lt1"/>
          </a:fontRef>
        </p:style>
        <p:txBody>
          <a:bodyPr lIns="91431" tIns="45716" rIns="91431" bIns="45716" anchor="ctr"/>
          <a:lstStyle/>
          <a:p>
            <a:pPr algn="ctr" defTabSz="914332" fontAlgn="auto">
              <a:spcBef>
                <a:spcPts val="0"/>
              </a:spcBef>
              <a:spcAft>
                <a:spcPts val="0"/>
              </a:spcAft>
              <a:defRPr/>
            </a:pPr>
            <a:endParaRPr lang="zh-CN" altLang="en-US" sz="2489">
              <a:cs typeface="+mn-ea"/>
              <a:sym typeface="+mn-lt"/>
            </a:endParaRPr>
          </a:p>
        </p:txBody>
      </p:sp>
      <p:sp>
        <p:nvSpPr>
          <p:cNvPr id="5" name="燕尾形 50">
            <a:extLst>
              <a:ext uri="{FF2B5EF4-FFF2-40B4-BE49-F238E27FC236}">
                <a16:creationId xmlns:a16="http://schemas.microsoft.com/office/drawing/2014/main" id="{279E20D7-F13D-4E2B-9E42-4D1F301D5BB5}"/>
              </a:ext>
            </a:extLst>
          </p:cNvPr>
          <p:cNvSpPr/>
          <p:nvPr/>
        </p:nvSpPr>
        <p:spPr>
          <a:xfrm>
            <a:off x="4079028" y="3328122"/>
            <a:ext cx="1087067" cy="1179412"/>
          </a:xfrm>
          <a:prstGeom prst="chevron">
            <a:avLst>
              <a:gd name="adj" fmla="val 54429"/>
            </a:avLst>
          </a:prstGeom>
          <a:solidFill>
            <a:srgbClr val="CF3B4C"/>
          </a:solidFill>
          <a:ln>
            <a:noFill/>
          </a:ln>
        </p:spPr>
        <p:style>
          <a:lnRef idx="2">
            <a:schemeClr val="accent1">
              <a:shade val="50000"/>
            </a:schemeClr>
          </a:lnRef>
          <a:fillRef idx="1">
            <a:schemeClr val="accent1"/>
          </a:fillRef>
          <a:effectRef idx="0">
            <a:schemeClr val="accent1"/>
          </a:effectRef>
          <a:fontRef idx="minor">
            <a:schemeClr val="lt1"/>
          </a:fontRef>
        </p:style>
        <p:txBody>
          <a:bodyPr lIns="91431" tIns="45716" rIns="91431" bIns="45716" anchor="ctr"/>
          <a:lstStyle/>
          <a:p>
            <a:pPr algn="ctr" defTabSz="914332" fontAlgn="auto">
              <a:spcBef>
                <a:spcPts val="0"/>
              </a:spcBef>
              <a:spcAft>
                <a:spcPts val="0"/>
              </a:spcAft>
              <a:defRPr/>
            </a:pPr>
            <a:endParaRPr lang="zh-CN" altLang="en-US" sz="2489">
              <a:cs typeface="+mn-ea"/>
              <a:sym typeface="+mn-lt"/>
            </a:endParaRPr>
          </a:p>
        </p:txBody>
      </p:sp>
      <p:cxnSp>
        <p:nvCxnSpPr>
          <p:cNvPr id="6" name="直接连接符 5">
            <a:extLst>
              <a:ext uri="{FF2B5EF4-FFF2-40B4-BE49-F238E27FC236}">
                <a16:creationId xmlns:a16="http://schemas.microsoft.com/office/drawing/2014/main" id="{28C3AB17-09E3-4901-BE70-810224D96E5F}"/>
              </a:ext>
            </a:extLst>
          </p:cNvPr>
          <p:cNvCxnSpPr/>
          <p:nvPr/>
        </p:nvCxnSpPr>
        <p:spPr>
          <a:xfrm>
            <a:off x="3444064" y="2766437"/>
            <a:ext cx="0" cy="549031"/>
          </a:xfrm>
          <a:prstGeom prst="line">
            <a:avLst/>
          </a:prstGeom>
          <a:ln w="12700">
            <a:solidFill>
              <a:schemeClr val="bg1">
                <a:lumMod val="65000"/>
              </a:schemeClr>
            </a:solidFill>
            <a:headEnd type="stealth"/>
          </a:ln>
        </p:spPr>
        <p:style>
          <a:lnRef idx="1">
            <a:schemeClr val="accent1"/>
          </a:lnRef>
          <a:fillRef idx="0">
            <a:schemeClr val="accent1"/>
          </a:fillRef>
          <a:effectRef idx="0">
            <a:schemeClr val="accent1"/>
          </a:effectRef>
          <a:fontRef idx="minor">
            <a:schemeClr val="tx1"/>
          </a:fontRef>
        </p:style>
      </p:cxnSp>
      <p:cxnSp>
        <p:nvCxnSpPr>
          <p:cNvPr id="7" name="直接连接符 6">
            <a:extLst>
              <a:ext uri="{FF2B5EF4-FFF2-40B4-BE49-F238E27FC236}">
                <a16:creationId xmlns:a16="http://schemas.microsoft.com/office/drawing/2014/main" id="{39034D09-9B33-4C73-BB42-A010EEF0D922}"/>
              </a:ext>
            </a:extLst>
          </p:cNvPr>
          <p:cNvCxnSpPr/>
          <p:nvPr/>
        </p:nvCxnSpPr>
        <p:spPr>
          <a:xfrm>
            <a:off x="1530695" y="2109998"/>
            <a:ext cx="0" cy="1209687"/>
          </a:xfrm>
          <a:prstGeom prst="line">
            <a:avLst/>
          </a:prstGeom>
          <a:ln w="12700">
            <a:solidFill>
              <a:schemeClr val="bg1">
                <a:lumMod val="65000"/>
              </a:schemeClr>
            </a:solidFill>
            <a:headEnd type="stealth"/>
          </a:ln>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CACED397-81C8-473F-9C26-633ABEC69D0E}"/>
              </a:ext>
            </a:extLst>
          </p:cNvPr>
          <p:cNvCxnSpPr/>
          <p:nvPr/>
        </p:nvCxnSpPr>
        <p:spPr>
          <a:xfrm flipH="1" flipV="1">
            <a:off x="4400748" y="4488471"/>
            <a:ext cx="38619" cy="1256928"/>
          </a:xfrm>
          <a:prstGeom prst="line">
            <a:avLst/>
          </a:prstGeom>
          <a:ln w="12700">
            <a:solidFill>
              <a:schemeClr val="bg1">
                <a:lumMod val="65000"/>
              </a:schemeClr>
            </a:solidFill>
            <a:headEnd type="stealth"/>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27C78DCB-D065-4A3F-A5A6-6BEEEC7E2266}"/>
              </a:ext>
            </a:extLst>
          </p:cNvPr>
          <p:cNvCxnSpPr/>
          <p:nvPr/>
        </p:nvCxnSpPr>
        <p:spPr>
          <a:xfrm flipV="1">
            <a:off x="2391711" y="4488468"/>
            <a:ext cx="0" cy="491583"/>
          </a:xfrm>
          <a:prstGeom prst="line">
            <a:avLst/>
          </a:prstGeom>
          <a:ln w="12700">
            <a:solidFill>
              <a:schemeClr val="bg1">
                <a:lumMod val="65000"/>
              </a:schemeClr>
            </a:solidFill>
            <a:headEnd type="stealth"/>
          </a:ln>
        </p:spPr>
        <p:style>
          <a:lnRef idx="1">
            <a:schemeClr val="accent1"/>
          </a:lnRef>
          <a:fillRef idx="0">
            <a:schemeClr val="accent1"/>
          </a:fillRef>
          <a:effectRef idx="0">
            <a:schemeClr val="accent1"/>
          </a:effectRef>
          <a:fontRef idx="minor">
            <a:schemeClr val="tx1"/>
          </a:fontRef>
        </p:style>
      </p:cxnSp>
      <p:sp>
        <p:nvSpPr>
          <p:cNvPr id="10" name="五边形 56">
            <a:extLst>
              <a:ext uri="{FF2B5EF4-FFF2-40B4-BE49-F238E27FC236}">
                <a16:creationId xmlns:a16="http://schemas.microsoft.com/office/drawing/2014/main" id="{383489E5-2B15-47FC-8AEE-2635C81E46D4}"/>
              </a:ext>
            </a:extLst>
          </p:cNvPr>
          <p:cNvSpPr/>
          <p:nvPr/>
        </p:nvSpPr>
        <p:spPr>
          <a:xfrm>
            <a:off x="0" y="3318269"/>
            <a:ext cx="7844811" cy="1186066"/>
          </a:xfrm>
          <a:prstGeom prst="homePlate">
            <a:avLst>
              <a:gd name="adj" fmla="val 47961"/>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lIns="91431" tIns="45716" rIns="91431" bIns="45716" anchor="ctr"/>
          <a:lstStyle/>
          <a:p>
            <a:pPr algn="ctr" defTabSz="914332" fontAlgn="auto">
              <a:spcBef>
                <a:spcPts val="0"/>
              </a:spcBef>
              <a:spcAft>
                <a:spcPts val="0"/>
              </a:spcAft>
              <a:defRPr/>
            </a:pPr>
            <a:endParaRPr lang="zh-CN" altLang="en-US" sz="2489">
              <a:cs typeface="+mn-ea"/>
              <a:sym typeface="+mn-lt"/>
            </a:endParaRPr>
          </a:p>
        </p:txBody>
      </p:sp>
      <p:sp>
        <p:nvSpPr>
          <p:cNvPr id="11" name="TextBox 57">
            <a:extLst>
              <a:ext uri="{FF2B5EF4-FFF2-40B4-BE49-F238E27FC236}">
                <a16:creationId xmlns:a16="http://schemas.microsoft.com/office/drawing/2014/main" id="{52838025-B405-45B1-A449-A67D4187FB2E}"/>
              </a:ext>
            </a:extLst>
          </p:cNvPr>
          <p:cNvSpPr txBox="1"/>
          <p:nvPr/>
        </p:nvSpPr>
        <p:spPr>
          <a:xfrm>
            <a:off x="8323152" y="2709967"/>
            <a:ext cx="2937992" cy="1444691"/>
          </a:xfrm>
          <a:prstGeom prst="rect">
            <a:avLst/>
          </a:prstGeom>
          <a:noFill/>
        </p:spPr>
        <p:txBody>
          <a:bodyPr wrap="square" rtlCol="0">
            <a:spAutoFit/>
          </a:bodyPr>
          <a:lstStyle/>
          <a:p>
            <a:pPr>
              <a:lnSpc>
                <a:spcPct val="150000"/>
              </a:lnSpc>
            </a:pPr>
            <a:r>
              <a:rPr lang="zh-CN" altLang="en-US" sz="1200" dirty="0"/>
              <a:t>综合来看，本课题在理论方法、数据基础和实验条件等方面均具备良好的实施基础，研究方案清晰可行，预期能够顺利完成既定研究目标，并取得具有一定参考价值的研究成果。</a:t>
            </a:r>
            <a:endParaRPr lang="en-US" altLang="zh-CN" sz="1200" dirty="0">
              <a:solidFill>
                <a:srgbClr val="555555"/>
              </a:solidFill>
              <a:cs typeface="+mn-ea"/>
              <a:sym typeface="+mn-lt"/>
            </a:endParaRPr>
          </a:p>
        </p:txBody>
      </p:sp>
      <p:grpSp>
        <p:nvGrpSpPr>
          <p:cNvPr id="12" name="组合 11">
            <a:extLst>
              <a:ext uri="{FF2B5EF4-FFF2-40B4-BE49-F238E27FC236}">
                <a16:creationId xmlns:a16="http://schemas.microsoft.com/office/drawing/2014/main" id="{893D4E88-E79C-4348-A683-F94A79153779}"/>
              </a:ext>
            </a:extLst>
          </p:cNvPr>
          <p:cNvGrpSpPr/>
          <p:nvPr/>
        </p:nvGrpSpPr>
        <p:grpSpPr>
          <a:xfrm>
            <a:off x="1243690" y="1519860"/>
            <a:ext cx="3092791" cy="590138"/>
            <a:chOff x="814328" y="3219334"/>
            <a:chExt cx="2266827" cy="432536"/>
          </a:xfrm>
        </p:grpSpPr>
        <p:grpSp>
          <p:nvGrpSpPr>
            <p:cNvPr id="13" name="组合 12">
              <a:extLst>
                <a:ext uri="{FF2B5EF4-FFF2-40B4-BE49-F238E27FC236}">
                  <a16:creationId xmlns:a16="http://schemas.microsoft.com/office/drawing/2014/main" id="{386F94A6-F23C-4F77-8A94-269DDDC04BFF}"/>
                </a:ext>
              </a:extLst>
            </p:cNvPr>
            <p:cNvGrpSpPr/>
            <p:nvPr/>
          </p:nvGrpSpPr>
          <p:grpSpPr>
            <a:xfrm>
              <a:off x="814328" y="3219334"/>
              <a:ext cx="2266827" cy="432536"/>
              <a:chOff x="2173927" y="3285519"/>
              <a:chExt cx="2876394" cy="548848"/>
            </a:xfrm>
          </p:grpSpPr>
          <p:grpSp>
            <p:nvGrpSpPr>
              <p:cNvPr id="15" name="组合 14">
                <a:extLst>
                  <a:ext uri="{FF2B5EF4-FFF2-40B4-BE49-F238E27FC236}">
                    <a16:creationId xmlns:a16="http://schemas.microsoft.com/office/drawing/2014/main" id="{38A100EC-4690-41B5-82AC-97D7DC56005E}"/>
                  </a:ext>
                </a:extLst>
              </p:cNvPr>
              <p:cNvGrpSpPr/>
              <p:nvPr/>
            </p:nvGrpSpPr>
            <p:grpSpPr>
              <a:xfrm>
                <a:off x="2173927" y="3285519"/>
                <a:ext cx="2876394" cy="548848"/>
                <a:chOff x="4304043" y="1286668"/>
                <a:chExt cx="6414044" cy="2757793"/>
              </a:xfrm>
              <a:effectLst>
                <a:outerShdw blurRad="381000" dist="254000" dir="8100000" algn="tr" rotWithShape="0">
                  <a:prstClr val="black">
                    <a:alpha val="40000"/>
                  </a:prstClr>
                </a:outerShdw>
              </a:effectLst>
            </p:grpSpPr>
            <p:sp>
              <p:nvSpPr>
                <p:cNvPr id="17" name="圆角矩形 63">
                  <a:extLst>
                    <a:ext uri="{FF2B5EF4-FFF2-40B4-BE49-F238E27FC236}">
                      <a16:creationId xmlns:a16="http://schemas.microsoft.com/office/drawing/2014/main" id="{B3B36D9A-BDA0-4747-B014-C4B6F50D497E}"/>
                    </a:ext>
                  </a:extLst>
                </p:cNvPr>
                <p:cNvSpPr/>
                <p:nvPr/>
              </p:nvSpPr>
              <p:spPr>
                <a:xfrm>
                  <a:off x="4304043" y="1286668"/>
                  <a:ext cx="6414044" cy="2757793"/>
                </a:xfrm>
                <a:prstGeom prst="roundRect">
                  <a:avLst/>
                </a:prstGeom>
                <a:gradFill>
                  <a:gsLst>
                    <a:gs pos="62000">
                      <a:schemeClr val="bg1">
                        <a:lumMod val="95000"/>
                      </a:schemeClr>
                    </a:gs>
                    <a:gs pos="0">
                      <a:schemeClr val="bg1"/>
                    </a:gs>
                    <a:gs pos="100000">
                      <a:schemeClr val="bg1">
                        <a:lumMod val="85000"/>
                      </a:schemeClr>
                    </a:gs>
                    <a:gs pos="0">
                      <a:schemeClr val="bg1"/>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344F66"/>
                    </a:solidFill>
                    <a:cs typeface="+mn-ea"/>
                    <a:sym typeface="+mn-lt"/>
                  </a:endParaRPr>
                </a:p>
              </p:txBody>
            </p:sp>
            <p:sp>
              <p:nvSpPr>
                <p:cNvPr id="18" name="圆角矩形 64">
                  <a:extLst>
                    <a:ext uri="{FF2B5EF4-FFF2-40B4-BE49-F238E27FC236}">
                      <a16:creationId xmlns:a16="http://schemas.microsoft.com/office/drawing/2014/main" id="{F3D4FE0B-E490-4AB8-95DA-0876839EAF3D}"/>
                    </a:ext>
                  </a:extLst>
                </p:cNvPr>
                <p:cNvSpPr/>
                <p:nvPr/>
              </p:nvSpPr>
              <p:spPr>
                <a:xfrm>
                  <a:off x="4351923" y="1373339"/>
                  <a:ext cx="6323887" cy="2584450"/>
                </a:xfrm>
                <a:prstGeom prst="roundRect">
                  <a:avLst/>
                </a:prstGeom>
                <a:gradFill>
                  <a:gsLst>
                    <a:gs pos="42000">
                      <a:srgbClr val="F0F0F0"/>
                    </a:gs>
                    <a:gs pos="0">
                      <a:schemeClr val="bg1"/>
                    </a:gs>
                    <a:gs pos="100000">
                      <a:schemeClr val="bg1">
                        <a:lumMod val="85000"/>
                      </a:schemeClr>
                    </a:gs>
                    <a:gs pos="0">
                      <a:schemeClr val="bg1"/>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344F66"/>
                    </a:solidFill>
                    <a:cs typeface="+mn-ea"/>
                    <a:sym typeface="+mn-lt"/>
                  </a:endParaRPr>
                </a:p>
              </p:txBody>
            </p:sp>
          </p:grpSp>
          <p:sp>
            <p:nvSpPr>
              <p:cNvPr id="16" name="椭圆 15">
                <a:extLst>
                  <a:ext uri="{FF2B5EF4-FFF2-40B4-BE49-F238E27FC236}">
                    <a16:creationId xmlns:a16="http://schemas.microsoft.com/office/drawing/2014/main" id="{30DE57D9-41DB-471C-8401-62F502ECC4F4}"/>
                  </a:ext>
                </a:extLst>
              </p:cNvPr>
              <p:cNvSpPr/>
              <p:nvPr/>
            </p:nvSpPr>
            <p:spPr>
              <a:xfrm>
                <a:off x="2270357" y="3351544"/>
                <a:ext cx="394740" cy="394741"/>
              </a:xfrm>
              <a:prstGeom prst="ellipse">
                <a:avLst/>
              </a:prstGeom>
              <a:solidFill>
                <a:srgbClr val="344F66"/>
              </a:solidFill>
              <a:ln>
                <a:noFill/>
              </a:ln>
              <a:effectLst>
                <a:outerShdw blurRad="88900" dist="63500" dir="8100000" algn="tr" rotWithShape="0">
                  <a:prstClr val="black">
                    <a:alpha val="5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1"/>
                    </a:solidFill>
                    <a:cs typeface="+mn-ea"/>
                    <a:sym typeface="+mn-lt"/>
                  </a:rPr>
                  <a:t>1</a:t>
                </a:r>
                <a:endParaRPr lang="zh-CN" altLang="en-US" dirty="0">
                  <a:solidFill>
                    <a:schemeClr val="bg1"/>
                  </a:solidFill>
                  <a:cs typeface="+mn-ea"/>
                  <a:sym typeface="+mn-lt"/>
                </a:endParaRPr>
              </a:p>
            </p:txBody>
          </p:sp>
        </p:grpSp>
        <p:sp>
          <p:nvSpPr>
            <p:cNvPr id="14" name="TextBox 60">
              <a:extLst>
                <a:ext uri="{FF2B5EF4-FFF2-40B4-BE49-F238E27FC236}">
                  <a16:creationId xmlns:a16="http://schemas.microsoft.com/office/drawing/2014/main" id="{79E34D0F-5FC1-4210-8FD9-86F9E94BCE40}"/>
                </a:ext>
              </a:extLst>
            </p:cNvPr>
            <p:cNvSpPr txBox="1"/>
            <p:nvPr/>
          </p:nvSpPr>
          <p:spPr>
            <a:xfrm>
              <a:off x="1139540" y="3319207"/>
              <a:ext cx="1926672" cy="146628"/>
            </a:xfrm>
            <a:prstGeom prst="rect">
              <a:avLst/>
            </a:prstGeom>
            <a:noFill/>
          </p:spPr>
          <p:txBody>
            <a:bodyPr wrap="square" lIns="0" tIns="0" rIns="0" bIns="0" rtlCol="0">
              <a:spAutoFit/>
            </a:bodyPr>
            <a:lstStyle>
              <a:defPPr>
                <a:defRPr lang="zh-CN"/>
              </a:defPPr>
              <a:lvl1pPr algn="ctr">
                <a:defRPr sz="1400" b="1">
                  <a:solidFill>
                    <a:schemeClr val="bg1"/>
                  </a:solidFill>
                  <a:latin typeface="微软雅黑" pitchFamily="34" charset="-122"/>
                  <a:ea typeface="微软雅黑" pitchFamily="34" charset="-122"/>
                </a:defRPr>
              </a:lvl1pPr>
            </a:lstStyle>
            <a:p>
              <a:r>
                <a:rPr lang="zh-CN" altLang="en-US" sz="1300" dirty="0">
                  <a:solidFill>
                    <a:srgbClr val="344F66"/>
                  </a:solidFill>
                  <a:latin typeface="+mn-lt"/>
                  <a:ea typeface="+mn-ea"/>
                  <a:cs typeface="+mn-ea"/>
                  <a:sym typeface="+mn-lt"/>
                </a:rPr>
                <a:t>数据来源可靠</a:t>
              </a:r>
            </a:p>
          </p:txBody>
        </p:sp>
      </p:grpSp>
      <p:grpSp>
        <p:nvGrpSpPr>
          <p:cNvPr id="19" name="组合 18">
            <a:extLst>
              <a:ext uri="{FF2B5EF4-FFF2-40B4-BE49-F238E27FC236}">
                <a16:creationId xmlns:a16="http://schemas.microsoft.com/office/drawing/2014/main" id="{77A229EF-FEEA-413B-B442-F3497AED9256}"/>
              </a:ext>
            </a:extLst>
          </p:cNvPr>
          <p:cNvGrpSpPr/>
          <p:nvPr/>
        </p:nvGrpSpPr>
        <p:grpSpPr>
          <a:xfrm>
            <a:off x="2104706" y="4980051"/>
            <a:ext cx="3092791" cy="590138"/>
            <a:chOff x="814325" y="3219334"/>
            <a:chExt cx="2266826" cy="432536"/>
          </a:xfrm>
        </p:grpSpPr>
        <p:grpSp>
          <p:nvGrpSpPr>
            <p:cNvPr id="20" name="组合 19">
              <a:extLst>
                <a:ext uri="{FF2B5EF4-FFF2-40B4-BE49-F238E27FC236}">
                  <a16:creationId xmlns:a16="http://schemas.microsoft.com/office/drawing/2014/main" id="{E624D441-BCF5-45EC-9D76-107365974996}"/>
                </a:ext>
              </a:extLst>
            </p:cNvPr>
            <p:cNvGrpSpPr/>
            <p:nvPr/>
          </p:nvGrpSpPr>
          <p:grpSpPr>
            <a:xfrm>
              <a:off x="814325" y="3219334"/>
              <a:ext cx="2266826" cy="432536"/>
              <a:chOff x="2173923" y="3285519"/>
              <a:chExt cx="2876392" cy="548848"/>
            </a:xfrm>
          </p:grpSpPr>
          <p:grpSp>
            <p:nvGrpSpPr>
              <p:cNvPr id="22" name="组合 21">
                <a:extLst>
                  <a:ext uri="{FF2B5EF4-FFF2-40B4-BE49-F238E27FC236}">
                    <a16:creationId xmlns:a16="http://schemas.microsoft.com/office/drawing/2014/main" id="{8B3F3E5F-9C6E-4691-8634-AD7F62F78F4E}"/>
                  </a:ext>
                </a:extLst>
              </p:cNvPr>
              <p:cNvGrpSpPr/>
              <p:nvPr/>
            </p:nvGrpSpPr>
            <p:grpSpPr>
              <a:xfrm>
                <a:off x="2173923" y="3285519"/>
                <a:ext cx="2876392" cy="548848"/>
                <a:chOff x="4304035" y="1286668"/>
                <a:chExt cx="6414035" cy="2757793"/>
              </a:xfrm>
              <a:effectLst>
                <a:outerShdw blurRad="381000" dist="254000" dir="8100000" algn="tr" rotWithShape="0">
                  <a:prstClr val="black">
                    <a:alpha val="40000"/>
                  </a:prstClr>
                </a:outerShdw>
              </a:effectLst>
            </p:grpSpPr>
            <p:sp>
              <p:nvSpPr>
                <p:cNvPr id="24" name="圆角矩形 70">
                  <a:extLst>
                    <a:ext uri="{FF2B5EF4-FFF2-40B4-BE49-F238E27FC236}">
                      <a16:creationId xmlns:a16="http://schemas.microsoft.com/office/drawing/2014/main" id="{C6BBEF4D-3CEB-4301-9371-5F5FB21507AC}"/>
                    </a:ext>
                  </a:extLst>
                </p:cNvPr>
                <p:cNvSpPr/>
                <p:nvPr/>
              </p:nvSpPr>
              <p:spPr>
                <a:xfrm>
                  <a:off x="4304035" y="1286668"/>
                  <a:ext cx="6414035" cy="2757793"/>
                </a:xfrm>
                <a:prstGeom prst="roundRect">
                  <a:avLst/>
                </a:prstGeom>
                <a:gradFill>
                  <a:gsLst>
                    <a:gs pos="62000">
                      <a:schemeClr val="bg1">
                        <a:lumMod val="95000"/>
                      </a:schemeClr>
                    </a:gs>
                    <a:gs pos="0">
                      <a:schemeClr val="bg1"/>
                    </a:gs>
                    <a:gs pos="100000">
                      <a:schemeClr val="bg1">
                        <a:lumMod val="85000"/>
                      </a:schemeClr>
                    </a:gs>
                    <a:gs pos="0">
                      <a:schemeClr val="bg1"/>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344F66"/>
                    </a:solidFill>
                    <a:cs typeface="+mn-ea"/>
                    <a:sym typeface="+mn-lt"/>
                  </a:endParaRPr>
                </a:p>
              </p:txBody>
            </p:sp>
            <p:sp>
              <p:nvSpPr>
                <p:cNvPr id="25" name="圆角矩形 71">
                  <a:extLst>
                    <a:ext uri="{FF2B5EF4-FFF2-40B4-BE49-F238E27FC236}">
                      <a16:creationId xmlns:a16="http://schemas.microsoft.com/office/drawing/2014/main" id="{A2D31A0B-2F36-4998-996C-4D455D6C1DD2}"/>
                    </a:ext>
                  </a:extLst>
                </p:cNvPr>
                <p:cNvSpPr/>
                <p:nvPr/>
              </p:nvSpPr>
              <p:spPr>
                <a:xfrm>
                  <a:off x="4351922" y="1373339"/>
                  <a:ext cx="6323878" cy="2584450"/>
                </a:xfrm>
                <a:prstGeom prst="roundRect">
                  <a:avLst/>
                </a:prstGeom>
                <a:gradFill>
                  <a:gsLst>
                    <a:gs pos="42000">
                      <a:srgbClr val="F0F0F0"/>
                    </a:gs>
                    <a:gs pos="0">
                      <a:schemeClr val="bg1"/>
                    </a:gs>
                    <a:gs pos="100000">
                      <a:schemeClr val="bg1">
                        <a:lumMod val="85000"/>
                      </a:schemeClr>
                    </a:gs>
                    <a:gs pos="0">
                      <a:schemeClr val="bg1"/>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344F66"/>
                    </a:solidFill>
                    <a:cs typeface="+mn-ea"/>
                    <a:sym typeface="+mn-lt"/>
                  </a:endParaRPr>
                </a:p>
              </p:txBody>
            </p:sp>
          </p:grpSp>
          <p:sp>
            <p:nvSpPr>
              <p:cNvPr id="23" name="椭圆 22">
                <a:extLst>
                  <a:ext uri="{FF2B5EF4-FFF2-40B4-BE49-F238E27FC236}">
                    <a16:creationId xmlns:a16="http://schemas.microsoft.com/office/drawing/2014/main" id="{AB3C05BD-B65A-4EE9-868C-645664D93630}"/>
                  </a:ext>
                </a:extLst>
              </p:cNvPr>
              <p:cNvSpPr/>
              <p:nvPr/>
            </p:nvSpPr>
            <p:spPr>
              <a:xfrm>
                <a:off x="2288027" y="3372244"/>
                <a:ext cx="392760" cy="392761"/>
              </a:xfrm>
              <a:prstGeom prst="ellipse">
                <a:avLst/>
              </a:prstGeom>
              <a:solidFill>
                <a:srgbClr val="CF3B4C"/>
              </a:solidFill>
              <a:ln>
                <a:noFill/>
              </a:ln>
              <a:effectLst>
                <a:outerShdw blurRad="88900" dist="63500" dir="8100000" algn="tr" rotWithShape="0">
                  <a:prstClr val="black">
                    <a:alpha val="5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1"/>
                    </a:solidFill>
                    <a:cs typeface="+mn-ea"/>
                    <a:sym typeface="+mn-lt"/>
                  </a:rPr>
                  <a:t>2</a:t>
                </a:r>
                <a:endParaRPr lang="zh-CN" altLang="en-US" dirty="0">
                  <a:solidFill>
                    <a:schemeClr val="bg1"/>
                  </a:solidFill>
                  <a:cs typeface="+mn-ea"/>
                  <a:sym typeface="+mn-lt"/>
                </a:endParaRPr>
              </a:p>
            </p:txBody>
          </p:sp>
        </p:grpSp>
        <p:sp>
          <p:nvSpPr>
            <p:cNvPr id="21" name="TextBox 67">
              <a:extLst>
                <a:ext uri="{FF2B5EF4-FFF2-40B4-BE49-F238E27FC236}">
                  <a16:creationId xmlns:a16="http://schemas.microsoft.com/office/drawing/2014/main" id="{71E486D9-7E20-4C7F-8DAB-ECEE0BB12C5D}"/>
                </a:ext>
              </a:extLst>
            </p:cNvPr>
            <p:cNvSpPr txBox="1"/>
            <p:nvPr/>
          </p:nvSpPr>
          <p:spPr>
            <a:xfrm>
              <a:off x="1249617" y="3331792"/>
              <a:ext cx="1808518" cy="146628"/>
            </a:xfrm>
            <a:prstGeom prst="rect">
              <a:avLst/>
            </a:prstGeom>
            <a:noFill/>
          </p:spPr>
          <p:txBody>
            <a:bodyPr wrap="square" lIns="0" tIns="0" rIns="0" bIns="0" rtlCol="0">
              <a:spAutoFit/>
            </a:bodyPr>
            <a:lstStyle>
              <a:defPPr>
                <a:defRPr lang="zh-CN"/>
              </a:defPPr>
              <a:lvl1pPr algn="ctr">
                <a:defRPr sz="1400" b="1">
                  <a:solidFill>
                    <a:schemeClr val="bg1"/>
                  </a:solidFill>
                  <a:latin typeface="微软雅黑" pitchFamily="34" charset="-122"/>
                  <a:ea typeface="微软雅黑" pitchFamily="34" charset="-122"/>
                </a:defRPr>
              </a:lvl1pPr>
            </a:lstStyle>
            <a:p>
              <a:r>
                <a:rPr lang="zh-CN" altLang="en-US" sz="1300" dirty="0">
                  <a:solidFill>
                    <a:srgbClr val="344F66"/>
                  </a:solidFill>
                  <a:latin typeface="+mn-lt"/>
                  <a:ea typeface="+mn-ea"/>
                  <a:cs typeface="+mn-ea"/>
                  <a:sym typeface="+mn-lt"/>
                </a:rPr>
                <a:t>方法成熟可复现</a:t>
              </a:r>
            </a:p>
          </p:txBody>
        </p:sp>
      </p:grpSp>
      <p:grpSp>
        <p:nvGrpSpPr>
          <p:cNvPr id="26" name="组合 25">
            <a:extLst>
              <a:ext uri="{FF2B5EF4-FFF2-40B4-BE49-F238E27FC236}">
                <a16:creationId xmlns:a16="http://schemas.microsoft.com/office/drawing/2014/main" id="{CD6884B1-AF0E-4E50-AD01-F5BE4025F923}"/>
              </a:ext>
            </a:extLst>
          </p:cNvPr>
          <p:cNvGrpSpPr/>
          <p:nvPr/>
        </p:nvGrpSpPr>
        <p:grpSpPr>
          <a:xfrm>
            <a:off x="3097926" y="2189539"/>
            <a:ext cx="3092791" cy="590138"/>
            <a:chOff x="814328" y="3219334"/>
            <a:chExt cx="2266829" cy="432536"/>
          </a:xfrm>
        </p:grpSpPr>
        <p:grpSp>
          <p:nvGrpSpPr>
            <p:cNvPr id="27" name="组合 26">
              <a:extLst>
                <a:ext uri="{FF2B5EF4-FFF2-40B4-BE49-F238E27FC236}">
                  <a16:creationId xmlns:a16="http://schemas.microsoft.com/office/drawing/2014/main" id="{150F2698-9E90-427C-8003-F93293B08BBD}"/>
                </a:ext>
              </a:extLst>
            </p:cNvPr>
            <p:cNvGrpSpPr/>
            <p:nvPr/>
          </p:nvGrpSpPr>
          <p:grpSpPr>
            <a:xfrm>
              <a:off x="814328" y="3219334"/>
              <a:ext cx="2266829" cy="432536"/>
              <a:chOff x="2173927" y="3285519"/>
              <a:chExt cx="2876396" cy="548848"/>
            </a:xfrm>
          </p:grpSpPr>
          <p:grpSp>
            <p:nvGrpSpPr>
              <p:cNvPr id="29" name="组合 28">
                <a:extLst>
                  <a:ext uri="{FF2B5EF4-FFF2-40B4-BE49-F238E27FC236}">
                    <a16:creationId xmlns:a16="http://schemas.microsoft.com/office/drawing/2014/main" id="{6955B08E-7A41-4B02-A9CD-258C4E07F0E1}"/>
                  </a:ext>
                </a:extLst>
              </p:cNvPr>
              <p:cNvGrpSpPr/>
              <p:nvPr/>
            </p:nvGrpSpPr>
            <p:grpSpPr>
              <a:xfrm>
                <a:off x="2173927" y="3285519"/>
                <a:ext cx="2876396" cy="548848"/>
                <a:chOff x="4304043" y="1286668"/>
                <a:chExt cx="6414045" cy="2757793"/>
              </a:xfrm>
              <a:effectLst>
                <a:outerShdw blurRad="381000" dist="254000" dir="8100000" algn="tr" rotWithShape="0">
                  <a:prstClr val="black">
                    <a:alpha val="40000"/>
                  </a:prstClr>
                </a:outerShdw>
              </a:effectLst>
            </p:grpSpPr>
            <p:sp>
              <p:nvSpPr>
                <p:cNvPr id="31" name="圆角矩形 77">
                  <a:extLst>
                    <a:ext uri="{FF2B5EF4-FFF2-40B4-BE49-F238E27FC236}">
                      <a16:creationId xmlns:a16="http://schemas.microsoft.com/office/drawing/2014/main" id="{7AE132FB-CAB1-4C60-BB7E-BE3B568FD5A9}"/>
                    </a:ext>
                  </a:extLst>
                </p:cNvPr>
                <p:cNvSpPr/>
                <p:nvPr/>
              </p:nvSpPr>
              <p:spPr>
                <a:xfrm>
                  <a:off x="4304043" y="1286668"/>
                  <a:ext cx="6414045" cy="2757793"/>
                </a:xfrm>
                <a:prstGeom prst="roundRect">
                  <a:avLst/>
                </a:prstGeom>
                <a:gradFill>
                  <a:gsLst>
                    <a:gs pos="62000">
                      <a:schemeClr val="bg1">
                        <a:lumMod val="95000"/>
                      </a:schemeClr>
                    </a:gs>
                    <a:gs pos="0">
                      <a:schemeClr val="bg1"/>
                    </a:gs>
                    <a:gs pos="100000">
                      <a:schemeClr val="bg1">
                        <a:lumMod val="85000"/>
                      </a:schemeClr>
                    </a:gs>
                    <a:gs pos="0">
                      <a:schemeClr val="bg1"/>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344F66"/>
                    </a:solidFill>
                    <a:cs typeface="+mn-ea"/>
                    <a:sym typeface="+mn-lt"/>
                  </a:endParaRPr>
                </a:p>
              </p:txBody>
            </p:sp>
            <p:sp>
              <p:nvSpPr>
                <p:cNvPr id="32" name="圆角矩形 78">
                  <a:extLst>
                    <a:ext uri="{FF2B5EF4-FFF2-40B4-BE49-F238E27FC236}">
                      <a16:creationId xmlns:a16="http://schemas.microsoft.com/office/drawing/2014/main" id="{5201820A-B649-44F0-B605-2EDF99023B2A}"/>
                    </a:ext>
                  </a:extLst>
                </p:cNvPr>
                <p:cNvSpPr/>
                <p:nvPr/>
              </p:nvSpPr>
              <p:spPr>
                <a:xfrm>
                  <a:off x="4351923" y="1373339"/>
                  <a:ext cx="6323888" cy="2584450"/>
                </a:xfrm>
                <a:prstGeom prst="roundRect">
                  <a:avLst/>
                </a:prstGeom>
                <a:gradFill>
                  <a:gsLst>
                    <a:gs pos="42000">
                      <a:srgbClr val="F0F0F0"/>
                    </a:gs>
                    <a:gs pos="0">
                      <a:schemeClr val="bg1"/>
                    </a:gs>
                    <a:gs pos="100000">
                      <a:schemeClr val="bg1">
                        <a:lumMod val="85000"/>
                      </a:schemeClr>
                    </a:gs>
                    <a:gs pos="0">
                      <a:schemeClr val="bg1"/>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344F66"/>
                    </a:solidFill>
                    <a:cs typeface="+mn-ea"/>
                    <a:sym typeface="+mn-lt"/>
                  </a:endParaRPr>
                </a:p>
              </p:txBody>
            </p:sp>
          </p:grpSp>
          <p:sp>
            <p:nvSpPr>
              <p:cNvPr id="30" name="椭圆 29">
                <a:extLst>
                  <a:ext uri="{FF2B5EF4-FFF2-40B4-BE49-F238E27FC236}">
                    <a16:creationId xmlns:a16="http://schemas.microsoft.com/office/drawing/2014/main" id="{D6460A4E-3070-43AE-A927-F764EE49EECF}"/>
                  </a:ext>
                </a:extLst>
              </p:cNvPr>
              <p:cNvSpPr>
                <a:spLocks/>
              </p:cNvSpPr>
              <p:nvPr/>
            </p:nvSpPr>
            <p:spPr>
              <a:xfrm>
                <a:off x="2307129" y="3376773"/>
                <a:ext cx="392761" cy="392761"/>
              </a:xfrm>
              <a:prstGeom prst="ellipse">
                <a:avLst/>
              </a:prstGeom>
              <a:solidFill>
                <a:srgbClr val="344F66"/>
              </a:solidFill>
              <a:ln>
                <a:noFill/>
              </a:ln>
              <a:effectLst>
                <a:outerShdw blurRad="88900" dist="63500" dir="8100000" algn="tr" rotWithShape="0">
                  <a:prstClr val="black">
                    <a:alpha val="5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1"/>
                    </a:solidFill>
                    <a:cs typeface="+mn-ea"/>
                    <a:sym typeface="+mn-lt"/>
                  </a:rPr>
                  <a:t>3</a:t>
                </a:r>
                <a:endParaRPr lang="zh-CN" altLang="en-US" dirty="0">
                  <a:solidFill>
                    <a:schemeClr val="bg1"/>
                  </a:solidFill>
                  <a:cs typeface="+mn-ea"/>
                  <a:sym typeface="+mn-lt"/>
                </a:endParaRPr>
              </a:p>
            </p:txBody>
          </p:sp>
        </p:grpSp>
        <p:sp>
          <p:nvSpPr>
            <p:cNvPr id="28" name="TextBox 74">
              <a:extLst>
                <a:ext uri="{FF2B5EF4-FFF2-40B4-BE49-F238E27FC236}">
                  <a16:creationId xmlns:a16="http://schemas.microsoft.com/office/drawing/2014/main" id="{3E9911E2-E6C7-4BAE-831C-3250EFAF6362}"/>
                </a:ext>
              </a:extLst>
            </p:cNvPr>
            <p:cNvSpPr txBox="1"/>
            <p:nvPr/>
          </p:nvSpPr>
          <p:spPr>
            <a:xfrm>
              <a:off x="1183671" y="3331792"/>
              <a:ext cx="1847692" cy="146628"/>
            </a:xfrm>
            <a:prstGeom prst="rect">
              <a:avLst/>
            </a:prstGeom>
            <a:noFill/>
          </p:spPr>
          <p:txBody>
            <a:bodyPr wrap="square" lIns="0" tIns="0" rIns="0" bIns="0" rtlCol="0">
              <a:spAutoFit/>
            </a:bodyPr>
            <a:lstStyle>
              <a:defPPr>
                <a:defRPr lang="zh-CN"/>
              </a:defPPr>
              <a:lvl1pPr algn="ctr">
                <a:defRPr sz="1400" b="1">
                  <a:solidFill>
                    <a:schemeClr val="bg1"/>
                  </a:solidFill>
                  <a:latin typeface="微软雅黑" pitchFamily="34" charset="-122"/>
                  <a:ea typeface="微软雅黑" pitchFamily="34" charset="-122"/>
                </a:defRPr>
              </a:lvl1pPr>
            </a:lstStyle>
            <a:p>
              <a:r>
                <a:rPr lang="zh-CN" altLang="en-US" sz="1300" dirty="0">
                  <a:solidFill>
                    <a:srgbClr val="344F66"/>
                  </a:solidFill>
                  <a:latin typeface="+mn-lt"/>
                  <a:ea typeface="+mn-ea"/>
                  <a:cs typeface="+mn-ea"/>
                  <a:sym typeface="+mn-lt"/>
                </a:rPr>
                <a:t>实验条件完备</a:t>
              </a:r>
            </a:p>
          </p:txBody>
        </p:sp>
      </p:grpSp>
      <p:grpSp>
        <p:nvGrpSpPr>
          <p:cNvPr id="33" name="组合 32">
            <a:extLst>
              <a:ext uri="{FF2B5EF4-FFF2-40B4-BE49-F238E27FC236}">
                <a16:creationId xmlns:a16="http://schemas.microsoft.com/office/drawing/2014/main" id="{3E332284-CE18-47F1-8022-14AF3734F289}"/>
              </a:ext>
            </a:extLst>
          </p:cNvPr>
          <p:cNvGrpSpPr/>
          <p:nvPr/>
        </p:nvGrpSpPr>
        <p:grpSpPr>
          <a:xfrm>
            <a:off x="4113743" y="5745399"/>
            <a:ext cx="3092791" cy="590138"/>
            <a:chOff x="814328" y="3219334"/>
            <a:chExt cx="2266828" cy="432536"/>
          </a:xfrm>
        </p:grpSpPr>
        <p:grpSp>
          <p:nvGrpSpPr>
            <p:cNvPr id="34" name="组合 33">
              <a:extLst>
                <a:ext uri="{FF2B5EF4-FFF2-40B4-BE49-F238E27FC236}">
                  <a16:creationId xmlns:a16="http://schemas.microsoft.com/office/drawing/2014/main" id="{1004D31A-88E4-41C6-9341-805717C3569B}"/>
                </a:ext>
              </a:extLst>
            </p:cNvPr>
            <p:cNvGrpSpPr/>
            <p:nvPr/>
          </p:nvGrpSpPr>
          <p:grpSpPr>
            <a:xfrm>
              <a:off x="814328" y="3219334"/>
              <a:ext cx="2266828" cy="432536"/>
              <a:chOff x="2173927" y="3285519"/>
              <a:chExt cx="2876395" cy="548848"/>
            </a:xfrm>
          </p:grpSpPr>
          <p:grpSp>
            <p:nvGrpSpPr>
              <p:cNvPr id="36" name="组合 35">
                <a:extLst>
                  <a:ext uri="{FF2B5EF4-FFF2-40B4-BE49-F238E27FC236}">
                    <a16:creationId xmlns:a16="http://schemas.microsoft.com/office/drawing/2014/main" id="{132B329A-9191-45A5-B2DE-70435C9782B1}"/>
                  </a:ext>
                </a:extLst>
              </p:cNvPr>
              <p:cNvGrpSpPr/>
              <p:nvPr/>
            </p:nvGrpSpPr>
            <p:grpSpPr>
              <a:xfrm>
                <a:off x="2173927" y="3285519"/>
                <a:ext cx="2876395" cy="548848"/>
                <a:chOff x="4304043" y="1286668"/>
                <a:chExt cx="6414045" cy="2757793"/>
              </a:xfrm>
              <a:effectLst>
                <a:outerShdw blurRad="381000" dist="254000" dir="8100000" algn="tr" rotWithShape="0">
                  <a:prstClr val="black">
                    <a:alpha val="40000"/>
                  </a:prstClr>
                </a:outerShdw>
              </a:effectLst>
            </p:grpSpPr>
            <p:sp>
              <p:nvSpPr>
                <p:cNvPr id="38" name="圆角矩形 84">
                  <a:extLst>
                    <a:ext uri="{FF2B5EF4-FFF2-40B4-BE49-F238E27FC236}">
                      <a16:creationId xmlns:a16="http://schemas.microsoft.com/office/drawing/2014/main" id="{1ECA4F5F-51CA-47D4-B44B-ED7949EA3893}"/>
                    </a:ext>
                  </a:extLst>
                </p:cNvPr>
                <p:cNvSpPr/>
                <p:nvPr/>
              </p:nvSpPr>
              <p:spPr>
                <a:xfrm>
                  <a:off x="4304043" y="1286668"/>
                  <a:ext cx="6414045" cy="2757793"/>
                </a:xfrm>
                <a:prstGeom prst="roundRect">
                  <a:avLst/>
                </a:prstGeom>
                <a:gradFill>
                  <a:gsLst>
                    <a:gs pos="62000">
                      <a:schemeClr val="bg1">
                        <a:lumMod val="95000"/>
                      </a:schemeClr>
                    </a:gs>
                    <a:gs pos="0">
                      <a:schemeClr val="bg1"/>
                    </a:gs>
                    <a:gs pos="100000">
                      <a:schemeClr val="bg1">
                        <a:lumMod val="85000"/>
                      </a:schemeClr>
                    </a:gs>
                    <a:gs pos="0">
                      <a:schemeClr val="bg1"/>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344F66"/>
                    </a:solidFill>
                    <a:cs typeface="+mn-ea"/>
                    <a:sym typeface="+mn-lt"/>
                  </a:endParaRPr>
                </a:p>
              </p:txBody>
            </p:sp>
            <p:sp>
              <p:nvSpPr>
                <p:cNvPr id="39" name="圆角矩形 85">
                  <a:extLst>
                    <a:ext uri="{FF2B5EF4-FFF2-40B4-BE49-F238E27FC236}">
                      <a16:creationId xmlns:a16="http://schemas.microsoft.com/office/drawing/2014/main" id="{A9A9838A-015F-4050-AB64-20EC358885D2}"/>
                    </a:ext>
                  </a:extLst>
                </p:cNvPr>
                <p:cNvSpPr/>
                <p:nvPr/>
              </p:nvSpPr>
              <p:spPr>
                <a:xfrm>
                  <a:off x="4351923" y="1373339"/>
                  <a:ext cx="6323888" cy="2584450"/>
                </a:xfrm>
                <a:prstGeom prst="roundRect">
                  <a:avLst/>
                </a:prstGeom>
                <a:gradFill>
                  <a:gsLst>
                    <a:gs pos="42000">
                      <a:srgbClr val="F0F0F0"/>
                    </a:gs>
                    <a:gs pos="0">
                      <a:schemeClr val="bg1"/>
                    </a:gs>
                    <a:gs pos="100000">
                      <a:schemeClr val="bg1">
                        <a:lumMod val="85000"/>
                      </a:schemeClr>
                    </a:gs>
                    <a:gs pos="0">
                      <a:schemeClr val="bg1"/>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344F66"/>
                    </a:solidFill>
                    <a:cs typeface="+mn-ea"/>
                    <a:sym typeface="+mn-lt"/>
                  </a:endParaRPr>
                </a:p>
              </p:txBody>
            </p:sp>
          </p:grpSp>
          <p:sp>
            <p:nvSpPr>
              <p:cNvPr id="37" name="椭圆 36">
                <a:extLst>
                  <a:ext uri="{FF2B5EF4-FFF2-40B4-BE49-F238E27FC236}">
                    <a16:creationId xmlns:a16="http://schemas.microsoft.com/office/drawing/2014/main" id="{08EB918E-F647-4DF4-B344-62668E23AB8A}"/>
                  </a:ext>
                </a:extLst>
              </p:cNvPr>
              <p:cNvSpPr/>
              <p:nvPr/>
            </p:nvSpPr>
            <p:spPr>
              <a:xfrm>
                <a:off x="2280388" y="3389371"/>
                <a:ext cx="392761" cy="392761"/>
              </a:xfrm>
              <a:prstGeom prst="ellipse">
                <a:avLst/>
              </a:prstGeom>
              <a:solidFill>
                <a:srgbClr val="CF3B4C"/>
              </a:solidFill>
              <a:ln>
                <a:noFill/>
              </a:ln>
              <a:effectLst>
                <a:outerShdw blurRad="88900" dist="63500" dir="8100000" algn="tr" rotWithShape="0">
                  <a:prstClr val="black">
                    <a:alpha val="5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1"/>
                    </a:solidFill>
                    <a:cs typeface="+mn-ea"/>
                    <a:sym typeface="+mn-lt"/>
                  </a:rPr>
                  <a:t>4</a:t>
                </a:r>
                <a:endParaRPr lang="zh-CN" altLang="en-US" dirty="0">
                  <a:solidFill>
                    <a:schemeClr val="bg1"/>
                  </a:solidFill>
                  <a:cs typeface="+mn-ea"/>
                  <a:sym typeface="+mn-lt"/>
                </a:endParaRPr>
              </a:p>
            </p:txBody>
          </p:sp>
        </p:grpSp>
        <p:sp>
          <p:nvSpPr>
            <p:cNvPr id="35" name="TextBox 81">
              <a:extLst>
                <a:ext uri="{FF2B5EF4-FFF2-40B4-BE49-F238E27FC236}">
                  <a16:creationId xmlns:a16="http://schemas.microsoft.com/office/drawing/2014/main" id="{C3D440ED-9A57-415B-A6AA-2CF67965D9BD}"/>
                </a:ext>
              </a:extLst>
            </p:cNvPr>
            <p:cNvSpPr txBox="1"/>
            <p:nvPr/>
          </p:nvSpPr>
          <p:spPr>
            <a:xfrm>
              <a:off x="1085352" y="3345963"/>
              <a:ext cx="1926671" cy="146628"/>
            </a:xfrm>
            <a:prstGeom prst="rect">
              <a:avLst/>
            </a:prstGeom>
            <a:noFill/>
          </p:spPr>
          <p:txBody>
            <a:bodyPr wrap="square" lIns="0" tIns="0" rIns="0" bIns="0" rtlCol="0">
              <a:spAutoFit/>
            </a:bodyPr>
            <a:lstStyle>
              <a:defPPr>
                <a:defRPr lang="zh-CN"/>
              </a:defPPr>
              <a:lvl1pPr algn="ctr">
                <a:defRPr sz="1400" b="1">
                  <a:solidFill>
                    <a:schemeClr val="bg1"/>
                  </a:solidFill>
                  <a:latin typeface="微软雅黑" pitchFamily="34" charset="-122"/>
                  <a:ea typeface="微软雅黑" pitchFamily="34" charset="-122"/>
                </a:defRPr>
              </a:lvl1pPr>
            </a:lstStyle>
            <a:p>
              <a:r>
                <a:rPr lang="zh-CN" altLang="en-US" sz="1300" dirty="0">
                  <a:solidFill>
                    <a:srgbClr val="344F66"/>
                  </a:solidFill>
                  <a:latin typeface="+mn-lt"/>
                  <a:ea typeface="+mn-ea"/>
                  <a:cs typeface="+mn-ea"/>
                  <a:sym typeface="+mn-lt"/>
                </a:rPr>
                <a:t>任务难度适中</a:t>
              </a:r>
            </a:p>
          </p:txBody>
        </p:sp>
      </p:grpSp>
      <p:grpSp>
        <p:nvGrpSpPr>
          <p:cNvPr id="40" name="组合 39">
            <a:extLst>
              <a:ext uri="{FF2B5EF4-FFF2-40B4-BE49-F238E27FC236}">
                <a16:creationId xmlns:a16="http://schemas.microsoft.com/office/drawing/2014/main" id="{0E0750AC-68A4-48D2-B7EA-583C5AFEF884}"/>
              </a:ext>
            </a:extLst>
          </p:cNvPr>
          <p:cNvGrpSpPr>
            <a:grpSpLocks noChangeAspect="1"/>
          </p:cNvGrpSpPr>
          <p:nvPr/>
        </p:nvGrpSpPr>
        <p:grpSpPr>
          <a:xfrm>
            <a:off x="5070427" y="2766437"/>
            <a:ext cx="2257127" cy="2153373"/>
            <a:chOff x="3197225" y="3458369"/>
            <a:chExt cx="533400" cy="487363"/>
          </a:xfrm>
          <a:solidFill>
            <a:schemeClr val="accent6"/>
          </a:solidFill>
        </p:grpSpPr>
        <p:sp>
          <p:nvSpPr>
            <p:cNvPr id="41" name="Oval 312">
              <a:extLst>
                <a:ext uri="{FF2B5EF4-FFF2-40B4-BE49-F238E27FC236}">
                  <a16:creationId xmlns:a16="http://schemas.microsoft.com/office/drawing/2014/main" id="{7530E497-0A59-4F85-9AAB-B2DFAEA943F3}"/>
                </a:ext>
              </a:extLst>
            </p:cNvPr>
            <p:cNvSpPr>
              <a:spLocks noChangeArrowheads="1"/>
            </p:cNvSpPr>
            <p:nvPr/>
          </p:nvSpPr>
          <p:spPr bwMode="auto">
            <a:xfrm>
              <a:off x="3568700" y="3458369"/>
              <a:ext cx="93663" cy="88900"/>
            </a:xfrm>
            <a:prstGeom prst="ellipse">
              <a:avLst/>
            </a:prstGeom>
            <a:solidFill>
              <a:srgbClr val="344F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332" fontAlgn="auto">
                <a:spcBef>
                  <a:spcPts val="0"/>
                </a:spcBef>
                <a:spcAft>
                  <a:spcPts val="0"/>
                </a:spcAft>
                <a:defRPr/>
              </a:pPr>
              <a:endParaRPr lang="zh-CN" altLang="en-US" sz="2489">
                <a:cs typeface="+mn-ea"/>
                <a:sym typeface="+mn-lt"/>
              </a:endParaRPr>
            </a:p>
          </p:txBody>
        </p:sp>
        <p:sp>
          <p:nvSpPr>
            <p:cNvPr id="42" name="Freeform 313">
              <a:extLst>
                <a:ext uri="{FF2B5EF4-FFF2-40B4-BE49-F238E27FC236}">
                  <a16:creationId xmlns:a16="http://schemas.microsoft.com/office/drawing/2014/main" id="{9488D142-E843-4784-BAD4-C4DBF64D15F5}"/>
                </a:ext>
              </a:extLst>
            </p:cNvPr>
            <p:cNvSpPr>
              <a:spLocks/>
            </p:cNvSpPr>
            <p:nvPr/>
          </p:nvSpPr>
          <p:spPr bwMode="auto">
            <a:xfrm>
              <a:off x="3197225" y="3513932"/>
              <a:ext cx="533400" cy="431800"/>
            </a:xfrm>
            <a:custGeom>
              <a:avLst/>
              <a:gdLst>
                <a:gd name="T0" fmla="*/ 7 w 142"/>
                <a:gd name="T1" fmla="*/ 60 h 115"/>
                <a:gd name="T2" fmla="*/ 9 w 142"/>
                <a:gd name="T3" fmla="*/ 60 h 115"/>
                <a:gd name="T4" fmla="*/ 36 w 142"/>
                <a:gd name="T5" fmla="*/ 60 h 115"/>
                <a:gd name="T6" fmla="*/ 77 w 142"/>
                <a:gd name="T7" fmla="*/ 12 h 115"/>
                <a:gd name="T8" fmla="*/ 67 w 142"/>
                <a:gd name="T9" fmla="*/ 12 h 115"/>
                <a:gd name="T10" fmla="*/ 48 w 142"/>
                <a:gd name="T11" fmla="*/ 34 h 115"/>
                <a:gd name="T12" fmla="*/ 43 w 142"/>
                <a:gd name="T13" fmla="*/ 36 h 115"/>
                <a:gd name="T14" fmla="*/ 37 w 142"/>
                <a:gd name="T15" fmla="*/ 30 h 115"/>
                <a:gd name="T16" fmla="*/ 39 w 142"/>
                <a:gd name="T17" fmla="*/ 25 h 115"/>
                <a:gd name="T18" fmla="*/ 59 w 142"/>
                <a:gd name="T19" fmla="*/ 2 h 115"/>
                <a:gd name="T20" fmla="*/ 64 w 142"/>
                <a:gd name="T21" fmla="*/ 0 h 115"/>
                <a:gd name="T22" fmla="*/ 93 w 142"/>
                <a:gd name="T23" fmla="*/ 0 h 115"/>
                <a:gd name="T24" fmla="*/ 114 w 142"/>
                <a:gd name="T25" fmla="*/ 15 h 115"/>
                <a:gd name="T26" fmla="*/ 114 w 142"/>
                <a:gd name="T27" fmla="*/ 32 h 115"/>
                <a:gd name="T28" fmla="*/ 135 w 142"/>
                <a:gd name="T29" fmla="*/ 32 h 115"/>
                <a:gd name="T30" fmla="*/ 139 w 142"/>
                <a:gd name="T31" fmla="*/ 34 h 115"/>
                <a:gd name="T32" fmla="*/ 139 w 142"/>
                <a:gd name="T33" fmla="*/ 43 h 115"/>
                <a:gd name="T34" fmla="*/ 135 w 142"/>
                <a:gd name="T35" fmla="*/ 45 h 115"/>
                <a:gd name="T36" fmla="*/ 109 w 142"/>
                <a:gd name="T37" fmla="*/ 45 h 115"/>
                <a:gd name="T38" fmla="*/ 101 w 142"/>
                <a:gd name="T39" fmla="*/ 38 h 115"/>
                <a:gd name="T40" fmla="*/ 101 w 142"/>
                <a:gd name="T41" fmla="*/ 27 h 115"/>
                <a:gd name="T42" fmla="*/ 86 w 142"/>
                <a:gd name="T43" fmla="*/ 45 h 115"/>
                <a:gd name="T44" fmla="*/ 100 w 142"/>
                <a:gd name="T45" fmla="*/ 59 h 115"/>
                <a:gd name="T46" fmla="*/ 101 w 142"/>
                <a:gd name="T47" fmla="*/ 69 h 115"/>
                <a:gd name="T48" fmla="*/ 92 w 142"/>
                <a:gd name="T49" fmla="*/ 109 h 115"/>
                <a:gd name="T50" fmla="*/ 85 w 142"/>
                <a:gd name="T51" fmla="*/ 115 h 115"/>
                <a:gd name="T52" fmla="*/ 77 w 142"/>
                <a:gd name="T53" fmla="*/ 108 h 115"/>
                <a:gd name="T54" fmla="*/ 77 w 142"/>
                <a:gd name="T55" fmla="*/ 106 h 115"/>
                <a:gd name="T56" fmla="*/ 85 w 142"/>
                <a:gd name="T57" fmla="*/ 72 h 115"/>
                <a:gd name="T58" fmla="*/ 66 w 142"/>
                <a:gd name="T59" fmla="*/ 54 h 115"/>
                <a:gd name="T60" fmla="*/ 50 w 142"/>
                <a:gd name="T61" fmla="*/ 72 h 115"/>
                <a:gd name="T62" fmla="*/ 41 w 142"/>
                <a:gd name="T63" fmla="*/ 75 h 115"/>
                <a:gd name="T64" fmla="*/ 8 w 142"/>
                <a:gd name="T65" fmla="*/ 75 h 115"/>
                <a:gd name="T66" fmla="*/ 1 w 142"/>
                <a:gd name="T67" fmla="*/ 69 h 115"/>
                <a:gd name="T68" fmla="*/ 7 w 142"/>
                <a:gd name="T69" fmla="*/ 60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42" h="115">
                  <a:moveTo>
                    <a:pt x="7" y="60"/>
                  </a:moveTo>
                  <a:cubicBezTo>
                    <a:pt x="7" y="60"/>
                    <a:pt x="8" y="60"/>
                    <a:pt x="9" y="60"/>
                  </a:cubicBezTo>
                  <a:cubicBezTo>
                    <a:pt x="36" y="60"/>
                    <a:pt x="36" y="60"/>
                    <a:pt x="36" y="60"/>
                  </a:cubicBezTo>
                  <a:cubicBezTo>
                    <a:pt x="77" y="12"/>
                    <a:pt x="77" y="12"/>
                    <a:pt x="77" y="12"/>
                  </a:cubicBezTo>
                  <a:cubicBezTo>
                    <a:pt x="67" y="12"/>
                    <a:pt x="67" y="12"/>
                    <a:pt x="67" y="12"/>
                  </a:cubicBezTo>
                  <a:cubicBezTo>
                    <a:pt x="48" y="34"/>
                    <a:pt x="48" y="34"/>
                    <a:pt x="48" y="34"/>
                  </a:cubicBezTo>
                  <a:cubicBezTo>
                    <a:pt x="47" y="35"/>
                    <a:pt x="45" y="36"/>
                    <a:pt x="43" y="36"/>
                  </a:cubicBezTo>
                  <a:cubicBezTo>
                    <a:pt x="40" y="36"/>
                    <a:pt x="37" y="33"/>
                    <a:pt x="37" y="30"/>
                  </a:cubicBezTo>
                  <a:cubicBezTo>
                    <a:pt x="37" y="28"/>
                    <a:pt x="38" y="26"/>
                    <a:pt x="39" y="25"/>
                  </a:cubicBezTo>
                  <a:cubicBezTo>
                    <a:pt x="59" y="2"/>
                    <a:pt x="59" y="2"/>
                    <a:pt x="59" y="2"/>
                  </a:cubicBezTo>
                  <a:cubicBezTo>
                    <a:pt x="61" y="1"/>
                    <a:pt x="62" y="0"/>
                    <a:pt x="64" y="0"/>
                  </a:cubicBezTo>
                  <a:cubicBezTo>
                    <a:pt x="93" y="0"/>
                    <a:pt x="93" y="0"/>
                    <a:pt x="93" y="0"/>
                  </a:cubicBezTo>
                  <a:cubicBezTo>
                    <a:pt x="93" y="0"/>
                    <a:pt x="112" y="14"/>
                    <a:pt x="114" y="15"/>
                  </a:cubicBezTo>
                  <a:cubicBezTo>
                    <a:pt x="114" y="32"/>
                    <a:pt x="114" y="32"/>
                    <a:pt x="114" y="32"/>
                  </a:cubicBezTo>
                  <a:cubicBezTo>
                    <a:pt x="135" y="32"/>
                    <a:pt x="135" y="32"/>
                    <a:pt x="135" y="32"/>
                  </a:cubicBezTo>
                  <a:cubicBezTo>
                    <a:pt x="137" y="32"/>
                    <a:pt x="138" y="33"/>
                    <a:pt x="139" y="34"/>
                  </a:cubicBezTo>
                  <a:cubicBezTo>
                    <a:pt x="142" y="36"/>
                    <a:pt x="142" y="40"/>
                    <a:pt x="139" y="43"/>
                  </a:cubicBezTo>
                  <a:cubicBezTo>
                    <a:pt x="138" y="44"/>
                    <a:pt x="137" y="44"/>
                    <a:pt x="135" y="45"/>
                  </a:cubicBezTo>
                  <a:cubicBezTo>
                    <a:pt x="109" y="45"/>
                    <a:pt x="109" y="45"/>
                    <a:pt x="109" y="45"/>
                  </a:cubicBezTo>
                  <a:cubicBezTo>
                    <a:pt x="101" y="44"/>
                    <a:pt x="101" y="38"/>
                    <a:pt x="101" y="38"/>
                  </a:cubicBezTo>
                  <a:cubicBezTo>
                    <a:pt x="101" y="27"/>
                    <a:pt x="101" y="27"/>
                    <a:pt x="101" y="27"/>
                  </a:cubicBezTo>
                  <a:cubicBezTo>
                    <a:pt x="86" y="45"/>
                    <a:pt x="86" y="45"/>
                    <a:pt x="86" y="45"/>
                  </a:cubicBezTo>
                  <a:cubicBezTo>
                    <a:pt x="100" y="59"/>
                    <a:pt x="100" y="59"/>
                    <a:pt x="100" y="59"/>
                  </a:cubicBezTo>
                  <a:cubicBezTo>
                    <a:pt x="100" y="59"/>
                    <a:pt x="103" y="62"/>
                    <a:pt x="101" y="69"/>
                  </a:cubicBezTo>
                  <a:cubicBezTo>
                    <a:pt x="92" y="109"/>
                    <a:pt x="92" y="109"/>
                    <a:pt x="92" y="109"/>
                  </a:cubicBezTo>
                  <a:cubicBezTo>
                    <a:pt x="92" y="113"/>
                    <a:pt x="88" y="115"/>
                    <a:pt x="85" y="115"/>
                  </a:cubicBezTo>
                  <a:cubicBezTo>
                    <a:pt x="80" y="115"/>
                    <a:pt x="77" y="112"/>
                    <a:pt x="77" y="108"/>
                  </a:cubicBezTo>
                  <a:cubicBezTo>
                    <a:pt x="77" y="107"/>
                    <a:pt x="77" y="106"/>
                    <a:pt x="77" y="106"/>
                  </a:cubicBezTo>
                  <a:cubicBezTo>
                    <a:pt x="85" y="72"/>
                    <a:pt x="85" y="72"/>
                    <a:pt x="85" y="72"/>
                  </a:cubicBezTo>
                  <a:cubicBezTo>
                    <a:pt x="66" y="54"/>
                    <a:pt x="66" y="54"/>
                    <a:pt x="66" y="54"/>
                  </a:cubicBezTo>
                  <a:cubicBezTo>
                    <a:pt x="50" y="72"/>
                    <a:pt x="50" y="72"/>
                    <a:pt x="50" y="72"/>
                  </a:cubicBezTo>
                  <a:cubicBezTo>
                    <a:pt x="50" y="72"/>
                    <a:pt x="48" y="75"/>
                    <a:pt x="41" y="75"/>
                  </a:cubicBezTo>
                  <a:cubicBezTo>
                    <a:pt x="8" y="75"/>
                    <a:pt x="8" y="75"/>
                    <a:pt x="8" y="75"/>
                  </a:cubicBezTo>
                  <a:cubicBezTo>
                    <a:pt x="5" y="75"/>
                    <a:pt x="2" y="73"/>
                    <a:pt x="1" y="69"/>
                  </a:cubicBezTo>
                  <a:cubicBezTo>
                    <a:pt x="0" y="65"/>
                    <a:pt x="2" y="61"/>
                    <a:pt x="7" y="60"/>
                  </a:cubicBezTo>
                  <a:close/>
                </a:path>
              </a:pathLst>
            </a:custGeom>
            <a:solidFill>
              <a:srgbClr val="344F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332" fontAlgn="auto">
                <a:spcBef>
                  <a:spcPts val="0"/>
                </a:spcBef>
                <a:spcAft>
                  <a:spcPts val="0"/>
                </a:spcAft>
                <a:defRPr/>
              </a:pPr>
              <a:endParaRPr lang="zh-CN" altLang="en-US" sz="2489">
                <a:cs typeface="+mn-ea"/>
                <a:sym typeface="+mn-lt"/>
              </a:endParaRPr>
            </a:p>
          </p:txBody>
        </p:sp>
      </p:grpSp>
      <p:sp>
        <p:nvSpPr>
          <p:cNvPr id="45" name="TextBox 42">
            <a:extLst>
              <a:ext uri="{FF2B5EF4-FFF2-40B4-BE49-F238E27FC236}">
                <a16:creationId xmlns:a16="http://schemas.microsoft.com/office/drawing/2014/main" id="{CD75C8D8-9C86-4E19-9AA9-C52C7813813C}"/>
              </a:ext>
            </a:extLst>
          </p:cNvPr>
          <p:cNvSpPr txBox="1"/>
          <p:nvPr/>
        </p:nvSpPr>
        <p:spPr>
          <a:xfrm>
            <a:off x="1311470" y="315858"/>
            <a:ext cx="3649369" cy="430887"/>
          </a:xfrm>
          <a:prstGeom prst="rect">
            <a:avLst/>
          </a:prstGeom>
          <a:noFill/>
          <a:ln>
            <a:noFill/>
          </a:ln>
        </p:spPr>
        <p:txBody>
          <a:bodyPr vert="horz" wrap="square" lIns="0" tIns="0" rIns="0" bIns="0" numCol="1" anchor="t" anchorCtr="0" compatLnSpc="1">
            <a:spAutoFit/>
          </a:bodyPr>
          <a:lstStyle>
            <a:defPPr>
              <a:defRPr lang="zh-CN"/>
            </a:defPPr>
            <a:lvl1pPr marL="0" marR="0" lvl="0" indent="0" defTabSz="914400" eaLnBrk="1" latinLnBrk="0" hangingPunct="1">
              <a:lnSpc>
                <a:spcPct val="100000"/>
              </a:lnSpc>
              <a:buClrTx/>
              <a:buSzTx/>
              <a:buFontTx/>
              <a:buNone/>
              <a:defRPr kumimoji="0" sz="2800" b="1" i="0" u="none" strike="noStrike" cap="none" normalizeH="0" baseline="0">
                <a:ln>
                  <a:noFill/>
                </a:ln>
                <a:effectLst/>
                <a:latin typeface="微软雅黑" panose="020B0503020204020204" pitchFamily="34" charset="-122"/>
                <a:ea typeface="微软雅黑" panose="020B0503020204020204" pitchFamily="34" charset="-122"/>
                <a:cs typeface="宋体" panose="02010600030101010101" pitchFamily="2" charset="-122"/>
              </a:defRPr>
            </a:lvl1pPr>
          </a:lstStyle>
          <a:p>
            <a:r>
              <a:rPr lang="en-US" altLang="zh-CN" b="0" dirty="0">
                <a:solidFill>
                  <a:srgbClr val="444444"/>
                </a:solidFill>
                <a:latin typeface="+mn-lt"/>
                <a:ea typeface="+mn-ea"/>
                <a:cs typeface="+mn-ea"/>
                <a:sym typeface="+mn-lt"/>
              </a:rPr>
              <a:t>2.3 </a:t>
            </a:r>
            <a:r>
              <a:rPr lang="zh-CN" altLang="en-US" b="0" dirty="0">
                <a:solidFill>
                  <a:srgbClr val="444444"/>
                </a:solidFill>
                <a:latin typeface="+mn-lt"/>
                <a:ea typeface="+mn-ea"/>
                <a:cs typeface="+mn-ea"/>
                <a:sym typeface="+mn-lt"/>
              </a:rPr>
              <a:t>可行性说明</a:t>
            </a:r>
          </a:p>
        </p:txBody>
      </p:sp>
    </p:spTree>
    <p:extLst>
      <p:ext uri="{BB962C8B-B14F-4D97-AF65-F5344CB8AC3E}">
        <p14:creationId xmlns:p14="http://schemas.microsoft.com/office/powerpoint/2010/main" val="3858181275"/>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8" fill="hold" grpId="0" nodeType="afterEffect">
                                  <p:stCondLst>
                                    <p:cond delay="0"/>
                                  </p:stCondLst>
                                  <p:childTnLst>
                                    <p:set>
                                      <p:cBhvr>
                                        <p:cTn id="6" dur="1" fill="hold">
                                          <p:stCondLst>
                                            <p:cond delay="0"/>
                                          </p:stCondLst>
                                        </p:cTn>
                                        <p:tgtEl>
                                          <p:spTgt spid="45"/>
                                        </p:tgtEl>
                                        <p:attrNameLst>
                                          <p:attrName>style.visibility</p:attrName>
                                        </p:attrNameLst>
                                      </p:cBhvr>
                                      <p:to>
                                        <p:strVal val="visible"/>
                                      </p:to>
                                    </p:set>
                                    <p:anim calcmode="lin" valueType="num">
                                      <p:cBhvr>
                                        <p:cTn id="7" dur="500" fill="hold"/>
                                        <p:tgtEl>
                                          <p:spTgt spid="45"/>
                                        </p:tgtEl>
                                        <p:attrNameLst>
                                          <p:attrName>ppt_x</p:attrName>
                                        </p:attrNameLst>
                                      </p:cBhvr>
                                      <p:tavLst>
                                        <p:tav tm="0">
                                          <p:val>
                                            <p:strVal val="#ppt_x-#ppt_w/2"/>
                                          </p:val>
                                        </p:tav>
                                        <p:tav tm="100000">
                                          <p:val>
                                            <p:strVal val="#ppt_x"/>
                                          </p:val>
                                        </p:tav>
                                      </p:tavLst>
                                    </p:anim>
                                    <p:anim calcmode="lin" valueType="num">
                                      <p:cBhvr>
                                        <p:cTn id="8" dur="500" fill="hold"/>
                                        <p:tgtEl>
                                          <p:spTgt spid="45"/>
                                        </p:tgtEl>
                                        <p:attrNameLst>
                                          <p:attrName>ppt_y</p:attrName>
                                        </p:attrNameLst>
                                      </p:cBhvr>
                                      <p:tavLst>
                                        <p:tav tm="0">
                                          <p:val>
                                            <p:strVal val="#ppt_y"/>
                                          </p:val>
                                        </p:tav>
                                        <p:tav tm="100000">
                                          <p:val>
                                            <p:strVal val="#ppt_y"/>
                                          </p:val>
                                        </p:tav>
                                      </p:tavLst>
                                    </p:anim>
                                    <p:anim calcmode="lin" valueType="num">
                                      <p:cBhvr>
                                        <p:cTn id="9" dur="500" fill="hold"/>
                                        <p:tgtEl>
                                          <p:spTgt spid="45"/>
                                        </p:tgtEl>
                                        <p:attrNameLst>
                                          <p:attrName>ppt_w</p:attrName>
                                        </p:attrNameLst>
                                      </p:cBhvr>
                                      <p:tavLst>
                                        <p:tav tm="0">
                                          <p:val>
                                            <p:fltVal val="0"/>
                                          </p:val>
                                        </p:tav>
                                        <p:tav tm="100000">
                                          <p:val>
                                            <p:strVal val="#ppt_w"/>
                                          </p:val>
                                        </p:tav>
                                      </p:tavLst>
                                    </p:anim>
                                    <p:anim calcmode="lin" valueType="num">
                                      <p:cBhvr>
                                        <p:cTn id="10" dur="500" fill="hold"/>
                                        <p:tgtEl>
                                          <p:spTgt spid="45"/>
                                        </p:tgtEl>
                                        <p:attrNameLst>
                                          <p:attrName>ppt_h</p:attrName>
                                        </p:attrNameLst>
                                      </p:cBhvr>
                                      <p:tavLst>
                                        <p:tav tm="0">
                                          <p:val>
                                            <p:strVal val="#ppt_h"/>
                                          </p:val>
                                        </p:tav>
                                        <p:tav tm="100000">
                                          <p:val>
                                            <p:strVal val="#ppt_h"/>
                                          </p:val>
                                        </p:tav>
                                      </p:tavLst>
                                    </p:anim>
                                  </p:childTnLst>
                                </p:cTn>
                              </p:par>
                            </p:childTnLst>
                          </p:cTn>
                        </p:par>
                        <p:par>
                          <p:cTn id="11" fill="hold">
                            <p:stCondLst>
                              <p:cond delay="500"/>
                            </p:stCondLst>
                            <p:childTnLst>
                              <p:par>
                                <p:cTn id="12" presetID="2" presetClass="entr" presetSubtype="8" fill="hold" nodeType="afterEffect">
                                  <p:stCondLst>
                                    <p:cond delay="0"/>
                                  </p:stCondLst>
                                  <p:childTnLst>
                                    <p:set>
                                      <p:cBhvr>
                                        <p:cTn id="13" dur="1" fill="hold">
                                          <p:stCondLst>
                                            <p:cond delay="0"/>
                                          </p:stCondLst>
                                        </p:cTn>
                                        <p:tgtEl>
                                          <p:spTgt spid="40"/>
                                        </p:tgtEl>
                                        <p:attrNameLst>
                                          <p:attrName>style.visibility</p:attrName>
                                        </p:attrNameLst>
                                      </p:cBhvr>
                                      <p:to>
                                        <p:strVal val="visible"/>
                                      </p:to>
                                    </p:set>
                                    <p:anim calcmode="lin" valueType="num">
                                      <p:cBhvr additive="base">
                                        <p:cTn id="14" dur="500" fill="hold"/>
                                        <p:tgtEl>
                                          <p:spTgt spid="40"/>
                                        </p:tgtEl>
                                        <p:attrNameLst>
                                          <p:attrName>ppt_x</p:attrName>
                                        </p:attrNameLst>
                                      </p:cBhvr>
                                      <p:tavLst>
                                        <p:tav tm="0">
                                          <p:val>
                                            <p:strVal val="0-#ppt_w/2"/>
                                          </p:val>
                                        </p:tav>
                                        <p:tav tm="100000">
                                          <p:val>
                                            <p:strVal val="#ppt_x"/>
                                          </p:val>
                                        </p:tav>
                                      </p:tavLst>
                                    </p:anim>
                                    <p:anim calcmode="lin" valueType="num">
                                      <p:cBhvr additive="base">
                                        <p:cTn id="15" dur="500" fill="hold"/>
                                        <p:tgtEl>
                                          <p:spTgt spid="40"/>
                                        </p:tgtEl>
                                        <p:attrNameLst>
                                          <p:attrName>ppt_y</p:attrName>
                                        </p:attrNameLst>
                                      </p:cBhvr>
                                      <p:tavLst>
                                        <p:tav tm="0">
                                          <p:val>
                                            <p:strVal val="#ppt_y"/>
                                          </p:val>
                                        </p:tav>
                                        <p:tav tm="100000">
                                          <p:val>
                                            <p:strVal val="#ppt_y"/>
                                          </p:val>
                                        </p:tav>
                                      </p:tavLst>
                                    </p:anim>
                                  </p:childTnLst>
                                </p:cTn>
                              </p:par>
                            </p:childTnLst>
                          </p:cTn>
                        </p:par>
                        <p:par>
                          <p:cTn id="16" fill="hold">
                            <p:stCondLst>
                              <p:cond delay="1000"/>
                            </p:stCondLst>
                            <p:childTnLst>
                              <p:par>
                                <p:cTn id="17" presetID="2" presetClass="entr" presetSubtype="8" fill="hold" grpId="0" nodeType="after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00" fill="hold"/>
                                        <p:tgtEl>
                                          <p:spTgt spid="10"/>
                                        </p:tgtEl>
                                        <p:attrNameLst>
                                          <p:attrName>ppt_x</p:attrName>
                                        </p:attrNameLst>
                                      </p:cBhvr>
                                      <p:tavLst>
                                        <p:tav tm="0">
                                          <p:val>
                                            <p:strVal val="0-#ppt_w/2"/>
                                          </p:val>
                                        </p:tav>
                                        <p:tav tm="100000">
                                          <p:val>
                                            <p:strVal val="#ppt_x"/>
                                          </p:val>
                                        </p:tav>
                                      </p:tavLst>
                                    </p:anim>
                                    <p:anim calcmode="lin" valueType="num">
                                      <p:cBhvr additive="base">
                                        <p:cTn id="20" dur="500" fill="hold"/>
                                        <p:tgtEl>
                                          <p:spTgt spid="10"/>
                                        </p:tgtEl>
                                        <p:attrNameLst>
                                          <p:attrName>ppt_y</p:attrName>
                                        </p:attrNameLst>
                                      </p:cBhvr>
                                      <p:tavLst>
                                        <p:tav tm="0">
                                          <p:val>
                                            <p:strVal val="#ppt_y"/>
                                          </p:val>
                                        </p:tav>
                                        <p:tav tm="100000">
                                          <p:val>
                                            <p:strVal val="#ppt_y"/>
                                          </p:val>
                                        </p:tav>
                                      </p:tavLst>
                                    </p:anim>
                                  </p:childTnLst>
                                </p:cTn>
                              </p:par>
                            </p:childTnLst>
                          </p:cTn>
                        </p:par>
                        <p:par>
                          <p:cTn id="21" fill="hold">
                            <p:stCondLst>
                              <p:cond delay="1500"/>
                            </p:stCondLst>
                            <p:childTnLst>
                              <p:par>
                                <p:cTn id="22" presetID="2" presetClass="entr" presetSubtype="8" fill="hold" grpId="0" nodeType="afterEffect">
                                  <p:stCondLst>
                                    <p:cond delay="0"/>
                                  </p:stCondLst>
                                  <p:childTnLst>
                                    <p:set>
                                      <p:cBhvr>
                                        <p:cTn id="23" dur="1" fill="hold">
                                          <p:stCondLst>
                                            <p:cond delay="0"/>
                                          </p:stCondLst>
                                        </p:cTn>
                                        <p:tgtEl>
                                          <p:spTgt spid="5"/>
                                        </p:tgtEl>
                                        <p:attrNameLst>
                                          <p:attrName>style.visibility</p:attrName>
                                        </p:attrNameLst>
                                      </p:cBhvr>
                                      <p:to>
                                        <p:strVal val="visible"/>
                                      </p:to>
                                    </p:set>
                                    <p:anim calcmode="lin" valueType="num">
                                      <p:cBhvr additive="base">
                                        <p:cTn id="24" dur="500" fill="hold"/>
                                        <p:tgtEl>
                                          <p:spTgt spid="5"/>
                                        </p:tgtEl>
                                        <p:attrNameLst>
                                          <p:attrName>ppt_x</p:attrName>
                                        </p:attrNameLst>
                                      </p:cBhvr>
                                      <p:tavLst>
                                        <p:tav tm="0">
                                          <p:val>
                                            <p:strVal val="0-#ppt_w/2"/>
                                          </p:val>
                                        </p:tav>
                                        <p:tav tm="100000">
                                          <p:val>
                                            <p:strVal val="#ppt_x"/>
                                          </p:val>
                                        </p:tav>
                                      </p:tavLst>
                                    </p:anim>
                                    <p:anim calcmode="lin" valueType="num">
                                      <p:cBhvr additive="base">
                                        <p:cTn id="25" dur="500" fill="hold"/>
                                        <p:tgtEl>
                                          <p:spTgt spid="5"/>
                                        </p:tgtEl>
                                        <p:attrNameLst>
                                          <p:attrName>ppt_y</p:attrName>
                                        </p:attrNameLst>
                                      </p:cBhvr>
                                      <p:tavLst>
                                        <p:tav tm="0">
                                          <p:val>
                                            <p:strVal val="#ppt_y"/>
                                          </p:val>
                                        </p:tav>
                                        <p:tav tm="100000">
                                          <p:val>
                                            <p:strVal val="#ppt_y"/>
                                          </p:val>
                                        </p:tav>
                                      </p:tavLst>
                                    </p:anim>
                                  </p:childTnLst>
                                </p:cTn>
                              </p:par>
                              <p:par>
                                <p:cTn id="26" presetID="2" presetClass="entr" presetSubtype="8" fill="hold" grpId="0" nodeType="withEffect">
                                  <p:stCondLst>
                                    <p:cond delay="0"/>
                                  </p:stCondLst>
                                  <p:childTnLst>
                                    <p:set>
                                      <p:cBhvr>
                                        <p:cTn id="27" dur="1" fill="hold">
                                          <p:stCondLst>
                                            <p:cond delay="0"/>
                                          </p:stCondLst>
                                        </p:cTn>
                                        <p:tgtEl>
                                          <p:spTgt spid="4"/>
                                        </p:tgtEl>
                                        <p:attrNameLst>
                                          <p:attrName>style.visibility</p:attrName>
                                        </p:attrNameLst>
                                      </p:cBhvr>
                                      <p:to>
                                        <p:strVal val="visible"/>
                                      </p:to>
                                    </p:set>
                                    <p:anim calcmode="lin" valueType="num">
                                      <p:cBhvr additive="base">
                                        <p:cTn id="28" dur="500" fill="hold"/>
                                        <p:tgtEl>
                                          <p:spTgt spid="4"/>
                                        </p:tgtEl>
                                        <p:attrNameLst>
                                          <p:attrName>ppt_x</p:attrName>
                                        </p:attrNameLst>
                                      </p:cBhvr>
                                      <p:tavLst>
                                        <p:tav tm="0">
                                          <p:val>
                                            <p:strVal val="0-#ppt_w/2"/>
                                          </p:val>
                                        </p:tav>
                                        <p:tav tm="100000">
                                          <p:val>
                                            <p:strVal val="#ppt_x"/>
                                          </p:val>
                                        </p:tav>
                                      </p:tavLst>
                                    </p:anim>
                                    <p:anim calcmode="lin" valueType="num">
                                      <p:cBhvr additive="base">
                                        <p:cTn id="29" dur="500" fill="hold"/>
                                        <p:tgtEl>
                                          <p:spTgt spid="4"/>
                                        </p:tgtEl>
                                        <p:attrNameLst>
                                          <p:attrName>ppt_y</p:attrName>
                                        </p:attrNameLst>
                                      </p:cBhvr>
                                      <p:tavLst>
                                        <p:tav tm="0">
                                          <p:val>
                                            <p:strVal val="#ppt_y"/>
                                          </p:val>
                                        </p:tav>
                                        <p:tav tm="100000">
                                          <p:val>
                                            <p:strVal val="#ppt_y"/>
                                          </p:val>
                                        </p:tav>
                                      </p:tavLst>
                                    </p:anim>
                                  </p:childTnLst>
                                </p:cTn>
                              </p:par>
                              <p:par>
                                <p:cTn id="30" presetID="2" presetClass="entr" presetSubtype="8" fill="hold" grpId="0" nodeType="withEffect">
                                  <p:stCondLst>
                                    <p:cond delay="0"/>
                                  </p:stCondLst>
                                  <p:childTnLst>
                                    <p:set>
                                      <p:cBhvr>
                                        <p:cTn id="31" dur="1" fill="hold">
                                          <p:stCondLst>
                                            <p:cond delay="0"/>
                                          </p:stCondLst>
                                        </p:cTn>
                                        <p:tgtEl>
                                          <p:spTgt spid="3"/>
                                        </p:tgtEl>
                                        <p:attrNameLst>
                                          <p:attrName>style.visibility</p:attrName>
                                        </p:attrNameLst>
                                      </p:cBhvr>
                                      <p:to>
                                        <p:strVal val="visible"/>
                                      </p:to>
                                    </p:set>
                                    <p:anim calcmode="lin" valueType="num">
                                      <p:cBhvr additive="base">
                                        <p:cTn id="32" dur="500" fill="hold"/>
                                        <p:tgtEl>
                                          <p:spTgt spid="3"/>
                                        </p:tgtEl>
                                        <p:attrNameLst>
                                          <p:attrName>ppt_x</p:attrName>
                                        </p:attrNameLst>
                                      </p:cBhvr>
                                      <p:tavLst>
                                        <p:tav tm="0">
                                          <p:val>
                                            <p:strVal val="0-#ppt_w/2"/>
                                          </p:val>
                                        </p:tav>
                                        <p:tav tm="100000">
                                          <p:val>
                                            <p:strVal val="#ppt_x"/>
                                          </p:val>
                                        </p:tav>
                                      </p:tavLst>
                                    </p:anim>
                                    <p:anim calcmode="lin" valueType="num">
                                      <p:cBhvr additive="base">
                                        <p:cTn id="33" dur="500" fill="hold"/>
                                        <p:tgtEl>
                                          <p:spTgt spid="3"/>
                                        </p:tgtEl>
                                        <p:attrNameLst>
                                          <p:attrName>ppt_y</p:attrName>
                                        </p:attrNameLst>
                                      </p:cBhvr>
                                      <p:tavLst>
                                        <p:tav tm="0">
                                          <p:val>
                                            <p:strVal val="#ppt_y"/>
                                          </p:val>
                                        </p:tav>
                                        <p:tav tm="100000">
                                          <p:val>
                                            <p:strVal val="#ppt_y"/>
                                          </p:val>
                                        </p:tav>
                                      </p:tavLst>
                                    </p:anim>
                                  </p:childTnLst>
                                </p:cTn>
                              </p:par>
                              <p:par>
                                <p:cTn id="34" presetID="2" presetClass="entr" presetSubtype="8" fill="hold" grpId="0" nodeType="withEffect">
                                  <p:stCondLst>
                                    <p:cond delay="0"/>
                                  </p:stCondLst>
                                  <p:childTnLst>
                                    <p:set>
                                      <p:cBhvr>
                                        <p:cTn id="35" dur="1" fill="hold">
                                          <p:stCondLst>
                                            <p:cond delay="0"/>
                                          </p:stCondLst>
                                        </p:cTn>
                                        <p:tgtEl>
                                          <p:spTgt spid="2"/>
                                        </p:tgtEl>
                                        <p:attrNameLst>
                                          <p:attrName>style.visibility</p:attrName>
                                        </p:attrNameLst>
                                      </p:cBhvr>
                                      <p:to>
                                        <p:strVal val="visible"/>
                                      </p:to>
                                    </p:set>
                                    <p:anim calcmode="lin" valueType="num">
                                      <p:cBhvr additive="base">
                                        <p:cTn id="36" dur="500" fill="hold"/>
                                        <p:tgtEl>
                                          <p:spTgt spid="2"/>
                                        </p:tgtEl>
                                        <p:attrNameLst>
                                          <p:attrName>ppt_x</p:attrName>
                                        </p:attrNameLst>
                                      </p:cBhvr>
                                      <p:tavLst>
                                        <p:tav tm="0">
                                          <p:val>
                                            <p:strVal val="0-#ppt_w/2"/>
                                          </p:val>
                                        </p:tav>
                                        <p:tav tm="100000">
                                          <p:val>
                                            <p:strVal val="#ppt_x"/>
                                          </p:val>
                                        </p:tav>
                                      </p:tavLst>
                                    </p:anim>
                                    <p:anim calcmode="lin" valueType="num">
                                      <p:cBhvr additive="base">
                                        <p:cTn id="37" dur="500" fill="hold"/>
                                        <p:tgtEl>
                                          <p:spTgt spid="2"/>
                                        </p:tgtEl>
                                        <p:attrNameLst>
                                          <p:attrName>ppt_y</p:attrName>
                                        </p:attrNameLst>
                                      </p:cBhvr>
                                      <p:tavLst>
                                        <p:tav tm="0">
                                          <p:val>
                                            <p:strVal val="#ppt_y"/>
                                          </p:val>
                                        </p:tav>
                                        <p:tav tm="100000">
                                          <p:val>
                                            <p:strVal val="#ppt_y"/>
                                          </p:val>
                                        </p:tav>
                                      </p:tavLst>
                                    </p:anim>
                                  </p:childTnLst>
                                </p:cTn>
                              </p:par>
                            </p:childTnLst>
                          </p:cTn>
                        </p:par>
                        <p:par>
                          <p:cTn id="38" fill="hold">
                            <p:stCondLst>
                              <p:cond delay="2000"/>
                            </p:stCondLst>
                            <p:childTnLst>
                              <p:par>
                                <p:cTn id="39" presetID="22" presetClass="entr" presetSubtype="4" fill="hold" nodeType="afterEffect">
                                  <p:stCondLst>
                                    <p:cond delay="0"/>
                                  </p:stCondLst>
                                  <p:childTnLst>
                                    <p:set>
                                      <p:cBhvr>
                                        <p:cTn id="40" dur="1" fill="hold">
                                          <p:stCondLst>
                                            <p:cond delay="0"/>
                                          </p:stCondLst>
                                        </p:cTn>
                                        <p:tgtEl>
                                          <p:spTgt spid="7"/>
                                        </p:tgtEl>
                                        <p:attrNameLst>
                                          <p:attrName>style.visibility</p:attrName>
                                        </p:attrNameLst>
                                      </p:cBhvr>
                                      <p:to>
                                        <p:strVal val="visible"/>
                                      </p:to>
                                    </p:set>
                                    <p:animEffect transition="in" filter="wipe(down)">
                                      <p:cBhvr>
                                        <p:cTn id="41" dur="500"/>
                                        <p:tgtEl>
                                          <p:spTgt spid="7"/>
                                        </p:tgtEl>
                                      </p:cBhvr>
                                    </p:animEffect>
                                  </p:childTnLst>
                                </p:cTn>
                              </p:par>
                              <p:par>
                                <p:cTn id="42" presetID="22" presetClass="entr" presetSubtype="4" fill="hold" nodeType="withEffect">
                                  <p:stCondLst>
                                    <p:cond delay="0"/>
                                  </p:stCondLst>
                                  <p:childTnLst>
                                    <p:set>
                                      <p:cBhvr>
                                        <p:cTn id="43" dur="1" fill="hold">
                                          <p:stCondLst>
                                            <p:cond delay="0"/>
                                          </p:stCondLst>
                                        </p:cTn>
                                        <p:tgtEl>
                                          <p:spTgt spid="6"/>
                                        </p:tgtEl>
                                        <p:attrNameLst>
                                          <p:attrName>style.visibility</p:attrName>
                                        </p:attrNameLst>
                                      </p:cBhvr>
                                      <p:to>
                                        <p:strVal val="visible"/>
                                      </p:to>
                                    </p:set>
                                    <p:animEffect transition="in" filter="wipe(down)">
                                      <p:cBhvr>
                                        <p:cTn id="44" dur="500"/>
                                        <p:tgtEl>
                                          <p:spTgt spid="6"/>
                                        </p:tgtEl>
                                      </p:cBhvr>
                                    </p:animEffect>
                                  </p:childTnLst>
                                </p:cTn>
                              </p:par>
                              <p:par>
                                <p:cTn id="45" presetID="22" presetClass="entr" presetSubtype="1" fill="hold" nodeType="withEffect">
                                  <p:stCondLst>
                                    <p:cond delay="0"/>
                                  </p:stCondLst>
                                  <p:childTnLst>
                                    <p:set>
                                      <p:cBhvr>
                                        <p:cTn id="46" dur="1" fill="hold">
                                          <p:stCondLst>
                                            <p:cond delay="0"/>
                                          </p:stCondLst>
                                        </p:cTn>
                                        <p:tgtEl>
                                          <p:spTgt spid="9"/>
                                        </p:tgtEl>
                                        <p:attrNameLst>
                                          <p:attrName>style.visibility</p:attrName>
                                        </p:attrNameLst>
                                      </p:cBhvr>
                                      <p:to>
                                        <p:strVal val="visible"/>
                                      </p:to>
                                    </p:set>
                                    <p:animEffect transition="in" filter="wipe(up)">
                                      <p:cBhvr>
                                        <p:cTn id="47" dur="500"/>
                                        <p:tgtEl>
                                          <p:spTgt spid="9"/>
                                        </p:tgtEl>
                                      </p:cBhvr>
                                    </p:animEffect>
                                  </p:childTnLst>
                                </p:cTn>
                              </p:par>
                              <p:par>
                                <p:cTn id="48" presetID="22" presetClass="entr" presetSubtype="1" fill="hold" nodeType="withEffect">
                                  <p:stCondLst>
                                    <p:cond delay="0"/>
                                  </p:stCondLst>
                                  <p:childTnLst>
                                    <p:set>
                                      <p:cBhvr>
                                        <p:cTn id="49" dur="1" fill="hold">
                                          <p:stCondLst>
                                            <p:cond delay="0"/>
                                          </p:stCondLst>
                                        </p:cTn>
                                        <p:tgtEl>
                                          <p:spTgt spid="8"/>
                                        </p:tgtEl>
                                        <p:attrNameLst>
                                          <p:attrName>style.visibility</p:attrName>
                                        </p:attrNameLst>
                                      </p:cBhvr>
                                      <p:to>
                                        <p:strVal val="visible"/>
                                      </p:to>
                                    </p:set>
                                    <p:animEffect transition="in" filter="wipe(up)">
                                      <p:cBhvr>
                                        <p:cTn id="50" dur="500"/>
                                        <p:tgtEl>
                                          <p:spTgt spid="8"/>
                                        </p:tgtEl>
                                      </p:cBhvr>
                                    </p:animEffect>
                                  </p:childTnLst>
                                </p:cTn>
                              </p:par>
                            </p:childTnLst>
                          </p:cTn>
                        </p:par>
                        <p:par>
                          <p:cTn id="51" fill="hold">
                            <p:stCondLst>
                              <p:cond delay="2500"/>
                            </p:stCondLst>
                            <p:childTnLst>
                              <p:par>
                                <p:cTn id="52" presetID="2" presetClass="entr" presetSubtype="4" fill="hold" nodeType="afterEffect">
                                  <p:stCondLst>
                                    <p:cond delay="0"/>
                                  </p:stCondLst>
                                  <p:childTnLst>
                                    <p:set>
                                      <p:cBhvr>
                                        <p:cTn id="53" dur="1" fill="hold">
                                          <p:stCondLst>
                                            <p:cond delay="0"/>
                                          </p:stCondLst>
                                        </p:cTn>
                                        <p:tgtEl>
                                          <p:spTgt spid="12"/>
                                        </p:tgtEl>
                                        <p:attrNameLst>
                                          <p:attrName>style.visibility</p:attrName>
                                        </p:attrNameLst>
                                      </p:cBhvr>
                                      <p:to>
                                        <p:strVal val="visible"/>
                                      </p:to>
                                    </p:set>
                                    <p:anim calcmode="lin" valueType="num">
                                      <p:cBhvr additive="base">
                                        <p:cTn id="54" dur="500" fill="hold"/>
                                        <p:tgtEl>
                                          <p:spTgt spid="12"/>
                                        </p:tgtEl>
                                        <p:attrNameLst>
                                          <p:attrName>ppt_x</p:attrName>
                                        </p:attrNameLst>
                                      </p:cBhvr>
                                      <p:tavLst>
                                        <p:tav tm="0">
                                          <p:val>
                                            <p:strVal val="#ppt_x"/>
                                          </p:val>
                                        </p:tav>
                                        <p:tav tm="100000">
                                          <p:val>
                                            <p:strVal val="#ppt_x"/>
                                          </p:val>
                                        </p:tav>
                                      </p:tavLst>
                                    </p:anim>
                                    <p:anim calcmode="lin" valueType="num">
                                      <p:cBhvr additive="base">
                                        <p:cTn id="55" dur="500" fill="hold"/>
                                        <p:tgtEl>
                                          <p:spTgt spid="12"/>
                                        </p:tgtEl>
                                        <p:attrNameLst>
                                          <p:attrName>ppt_y</p:attrName>
                                        </p:attrNameLst>
                                      </p:cBhvr>
                                      <p:tavLst>
                                        <p:tav tm="0">
                                          <p:val>
                                            <p:strVal val="1+#ppt_h/2"/>
                                          </p:val>
                                        </p:tav>
                                        <p:tav tm="100000">
                                          <p:val>
                                            <p:strVal val="#ppt_y"/>
                                          </p:val>
                                        </p:tav>
                                      </p:tavLst>
                                    </p:anim>
                                  </p:childTnLst>
                                </p:cTn>
                              </p:par>
                              <p:par>
                                <p:cTn id="56" presetID="2" presetClass="entr" presetSubtype="4" fill="hold" nodeType="withEffect">
                                  <p:stCondLst>
                                    <p:cond delay="0"/>
                                  </p:stCondLst>
                                  <p:childTnLst>
                                    <p:set>
                                      <p:cBhvr>
                                        <p:cTn id="57" dur="1" fill="hold">
                                          <p:stCondLst>
                                            <p:cond delay="0"/>
                                          </p:stCondLst>
                                        </p:cTn>
                                        <p:tgtEl>
                                          <p:spTgt spid="26"/>
                                        </p:tgtEl>
                                        <p:attrNameLst>
                                          <p:attrName>style.visibility</p:attrName>
                                        </p:attrNameLst>
                                      </p:cBhvr>
                                      <p:to>
                                        <p:strVal val="visible"/>
                                      </p:to>
                                    </p:set>
                                    <p:anim calcmode="lin" valueType="num">
                                      <p:cBhvr additive="base">
                                        <p:cTn id="58" dur="500" fill="hold"/>
                                        <p:tgtEl>
                                          <p:spTgt spid="26"/>
                                        </p:tgtEl>
                                        <p:attrNameLst>
                                          <p:attrName>ppt_x</p:attrName>
                                        </p:attrNameLst>
                                      </p:cBhvr>
                                      <p:tavLst>
                                        <p:tav tm="0">
                                          <p:val>
                                            <p:strVal val="#ppt_x"/>
                                          </p:val>
                                        </p:tav>
                                        <p:tav tm="100000">
                                          <p:val>
                                            <p:strVal val="#ppt_x"/>
                                          </p:val>
                                        </p:tav>
                                      </p:tavLst>
                                    </p:anim>
                                    <p:anim calcmode="lin" valueType="num">
                                      <p:cBhvr additive="base">
                                        <p:cTn id="59" dur="500" fill="hold"/>
                                        <p:tgtEl>
                                          <p:spTgt spid="26"/>
                                        </p:tgtEl>
                                        <p:attrNameLst>
                                          <p:attrName>ppt_y</p:attrName>
                                        </p:attrNameLst>
                                      </p:cBhvr>
                                      <p:tavLst>
                                        <p:tav tm="0">
                                          <p:val>
                                            <p:strVal val="1+#ppt_h/2"/>
                                          </p:val>
                                        </p:tav>
                                        <p:tav tm="100000">
                                          <p:val>
                                            <p:strVal val="#ppt_y"/>
                                          </p:val>
                                        </p:tav>
                                      </p:tavLst>
                                    </p:anim>
                                  </p:childTnLst>
                                </p:cTn>
                              </p:par>
                              <p:par>
                                <p:cTn id="60" presetID="2" presetClass="entr" presetSubtype="4" fill="hold" nodeType="withEffect">
                                  <p:stCondLst>
                                    <p:cond delay="0"/>
                                  </p:stCondLst>
                                  <p:childTnLst>
                                    <p:set>
                                      <p:cBhvr>
                                        <p:cTn id="61" dur="1" fill="hold">
                                          <p:stCondLst>
                                            <p:cond delay="0"/>
                                          </p:stCondLst>
                                        </p:cTn>
                                        <p:tgtEl>
                                          <p:spTgt spid="19"/>
                                        </p:tgtEl>
                                        <p:attrNameLst>
                                          <p:attrName>style.visibility</p:attrName>
                                        </p:attrNameLst>
                                      </p:cBhvr>
                                      <p:to>
                                        <p:strVal val="visible"/>
                                      </p:to>
                                    </p:set>
                                    <p:anim calcmode="lin" valueType="num">
                                      <p:cBhvr additive="base">
                                        <p:cTn id="62" dur="500" fill="hold"/>
                                        <p:tgtEl>
                                          <p:spTgt spid="19"/>
                                        </p:tgtEl>
                                        <p:attrNameLst>
                                          <p:attrName>ppt_x</p:attrName>
                                        </p:attrNameLst>
                                      </p:cBhvr>
                                      <p:tavLst>
                                        <p:tav tm="0">
                                          <p:val>
                                            <p:strVal val="#ppt_x"/>
                                          </p:val>
                                        </p:tav>
                                        <p:tav tm="100000">
                                          <p:val>
                                            <p:strVal val="#ppt_x"/>
                                          </p:val>
                                        </p:tav>
                                      </p:tavLst>
                                    </p:anim>
                                    <p:anim calcmode="lin" valueType="num">
                                      <p:cBhvr additive="base">
                                        <p:cTn id="63" dur="500" fill="hold"/>
                                        <p:tgtEl>
                                          <p:spTgt spid="19"/>
                                        </p:tgtEl>
                                        <p:attrNameLst>
                                          <p:attrName>ppt_y</p:attrName>
                                        </p:attrNameLst>
                                      </p:cBhvr>
                                      <p:tavLst>
                                        <p:tav tm="0">
                                          <p:val>
                                            <p:strVal val="1+#ppt_h/2"/>
                                          </p:val>
                                        </p:tav>
                                        <p:tav tm="100000">
                                          <p:val>
                                            <p:strVal val="#ppt_y"/>
                                          </p:val>
                                        </p:tav>
                                      </p:tavLst>
                                    </p:anim>
                                  </p:childTnLst>
                                </p:cTn>
                              </p:par>
                              <p:par>
                                <p:cTn id="64" presetID="2" presetClass="entr" presetSubtype="4" fill="hold" nodeType="withEffect">
                                  <p:stCondLst>
                                    <p:cond delay="0"/>
                                  </p:stCondLst>
                                  <p:childTnLst>
                                    <p:set>
                                      <p:cBhvr>
                                        <p:cTn id="65" dur="1" fill="hold">
                                          <p:stCondLst>
                                            <p:cond delay="0"/>
                                          </p:stCondLst>
                                        </p:cTn>
                                        <p:tgtEl>
                                          <p:spTgt spid="33"/>
                                        </p:tgtEl>
                                        <p:attrNameLst>
                                          <p:attrName>style.visibility</p:attrName>
                                        </p:attrNameLst>
                                      </p:cBhvr>
                                      <p:to>
                                        <p:strVal val="visible"/>
                                      </p:to>
                                    </p:set>
                                    <p:anim calcmode="lin" valueType="num">
                                      <p:cBhvr additive="base">
                                        <p:cTn id="66" dur="500" fill="hold"/>
                                        <p:tgtEl>
                                          <p:spTgt spid="33"/>
                                        </p:tgtEl>
                                        <p:attrNameLst>
                                          <p:attrName>ppt_x</p:attrName>
                                        </p:attrNameLst>
                                      </p:cBhvr>
                                      <p:tavLst>
                                        <p:tav tm="0">
                                          <p:val>
                                            <p:strVal val="#ppt_x"/>
                                          </p:val>
                                        </p:tav>
                                        <p:tav tm="100000">
                                          <p:val>
                                            <p:strVal val="#ppt_x"/>
                                          </p:val>
                                        </p:tav>
                                      </p:tavLst>
                                    </p:anim>
                                    <p:anim calcmode="lin" valueType="num">
                                      <p:cBhvr additive="base">
                                        <p:cTn id="67" dur="500" fill="hold"/>
                                        <p:tgtEl>
                                          <p:spTgt spid="33"/>
                                        </p:tgtEl>
                                        <p:attrNameLst>
                                          <p:attrName>ppt_y</p:attrName>
                                        </p:attrNameLst>
                                      </p:cBhvr>
                                      <p:tavLst>
                                        <p:tav tm="0">
                                          <p:val>
                                            <p:strVal val="1+#ppt_h/2"/>
                                          </p:val>
                                        </p:tav>
                                        <p:tav tm="100000">
                                          <p:val>
                                            <p:strVal val="#ppt_y"/>
                                          </p:val>
                                        </p:tav>
                                      </p:tavLst>
                                    </p:anim>
                                  </p:childTnLst>
                                </p:cTn>
                              </p:par>
                            </p:childTnLst>
                          </p:cTn>
                        </p:par>
                        <p:par>
                          <p:cTn id="68" fill="hold">
                            <p:stCondLst>
                              <p:cond delay="3000"/>
                            </p:stCondLst>
                            <p:childTnLst>
                              <p:par>
                                <p:cTn id="69" presetID="10" presetClass="entr" presetSubtype="0" fill="hold" grpId="0" nodeType="afterEffect">
                                  <p:stCondLst>
                                    <p:cond delay="0"/>
                                  </p:stCondLst>
                                  <p:childTnLst>
                                    <p:set>
                                      <p:cBhvr>
                                        <p:cTn id="70" dur="1" fill="hold">
                                          <p:stCondLst>
                                            <p:cond delay="0"/>
                                          </p:stCondLst>
                                        </p:cTn>
                                        <p:tgtEl>
                                          <p:spTgt spid="11"/>
                                        </p:tgtEl>
                                        <p:attrNameLst>
                                          <p:attrName>style.visibility</p:attrName>
                                        </p:attrNameLst>
                                      </p:cBhvr>
                                      <p:to>
                                        <p:strVal val="visible"/>
                                      </p:to>
                                    </p:set>
                                    <p:animEffect transition="in" filter="fade">
                                      <p:cBhvr>
                                        <p:cTn id="71"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10" grpId="0" animBg="1"/>
      <p:bldP spid="11" grpId="0"/>
      <p:bldP spid="4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 name="图片 55">
            <a:extLst>
              <a:ext uri="{FF2B5EF4-FFF2-40B4-BE49-F238E27FC236}">
                <a16:creationId xmlns:a16="http://schemas.microsoft.com/office/drawing/2014/main" id="{1F2CD67A-B099-47BB-A39B-54BFFB77D3B7}"/>
              </a:ext>
            </a:extLst>
          </p:cNvPr>
          <p:cNvPicPr>
            <a:picLocks noChangeAspect="1"/>
          </p:cNvPicPr>
          <p:nvPr/>
        </p:nvPicPr>
        <p:blipFill rotWithShape="1">
          <a:blip r:embed="rId2">
            <a:extLst>
              <a:ext uri="{BEBA8EAE-BF5A-486C-A8C5-ECC9F3942E4B}">
                <a14:imgProps xmlns:a14="http://schemas.microsoft.com/office/drawing/2010/main">
                  <a14:imgLayer>
                    <a14:imgEffect>
                      <a14:brightnessContrast contrast="40000"/>
                    </a14:imgEffect>
                  </a14:imgLayer>
                </a14:imgProps>
              </a:ext>
            </a:extLst>
          </a:blip>
          <a:srcRect l="6659" t="6677" r="6720" b="6693"/>
          <a:stretch/>
        </p:blipFill>
        <p:spPr>
          <a:xfrm>
            <a:off x="-1" y="0"/>
            <a:ext cx="12192001" cy="6858000"/>
          </a:xfrm>
          <a:prstGeom prst="rect">
            <a:avLst/>
          </a:prstGeom>
        </p:spPr>
      </p:pic>
      <p:pic>
        <p:nvPicPr>
          <p:cNvPr id="5" name="图片 4">
            <a:extLst>
              <a:ext uri="{FF2B5EF4-FFF2-40B4-BE49-F238E27FC236}">
                <a16:creationId xmlns:a16="http://schemas.microsoft.com/office/drawing/2014/main" id="{06A0E1BF-1728-479F-B549-3663266EC38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274592" y="6060713"/>
            <a:ext cx="2734062" cy="539497"/>
          </a:xfrm>
          <a:prstGeom prst="rect">
            <a:avLst/>
          </a:prstGeom>
        </p:spPr>
      </p:pic>
      <p:pic>
        <p:nvPicPr>
          <p:cNvPr id="6" name="图片 5">
            <a:extLst>
              <a:ext uri="{FF2B5EF4-FFF2-40B4-BE49-F238E27FC236}">
                <a16:creationId xmlns:a16="http://schemas.microsoft.com/office/drawing/2014/main" id="{F514C474-AAB9-4151-BAC9-FD20AEE29029}"/>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6510" t="24114" r="34678" b="22737"/>
          <a:stretch/>
        </p:blipFill>
        <p:spPr>
          <a:xfrm>
            <a:off x="1651394" y="1134208"/>
            <a:ext cx="2094129" cy="2172731"/>
          </a:xfrm>
          <a:prstGeom prst="rect">
            <a:avLst/>
          </a:prstGeom>
        </p:spPr>
      </p:pic>
      <p:sp>
        <p:nvSpPr>
          <p:cNvPr id="7" name="TextBox 12">
            <a:extLst>
              <a:ext uri="{FF2B5EF4-FFF2-40B4-BE49-F238E27FC236}">
                <a16:creationId xmlns:a16="http://schemas.microsoft.com/office/drawing/2014/main" id="{E8043F6F-DD71-4645-8971-26F34E1D6B15}"/>
              </a:ext>
            </a:extLst>
          </p:cNvPr>
          <p:cNvSpPr txBox="1"/>
          <p:nvPr/>
        </p:nvSpPr>
        <p:spPr>
          <a:xfrm>
            <a:off x="2472996" y="1849942"/>
            <a:ext cx="8067610" cy="1107996"/>
          </a:xfrm>
          <a:prstGeom prst="rect">
            <a:avLst/>
          </a:prstGeom>
          <a:noFill/>
        </p:spPr>
        <p:txBody>
          <a:bodyPr wrap="square" rtlCol="0">
            <a:spAutoFit/>
          </a:bodyPr>
          <a:lstStyle>
            <a:defPPr>
              <a:defRPr lang="zh-CN"/>
            </a:defPPr>
            <a:lvl1pPr algn="ctr">
              <a:defRPr sz="5400" b="1">
                <a:latin typeface="微软雅黑" panose="020B0503020204020204" pitchFamily="34" charset="-122"/>
                <a:ea typeface="微软雅黑" panose="020B0503020204020204" pitchFamily="34" charset="-122"/>
              </a:defRPr>
            </a:lvl1pPr>
          </a:lstStyle>
          <a:p>
            <a:r>
              <a:rPr lang="zh-CN" altLang="en-US" sz="6600" dirty="0">
                <a:solidFill>
                  <a:srgbClr val="484848"/>
                </a:solidFill>
                <a:latin typeface="+mn-lt"/>
                <a:ea typeface="+mn-ea"/>
                <a:cs typeface="+mn-ea"/>
                <a:sym typeface="+mn-lt"/>
              </a:rPr>
              <a:t>第三部分</a:t>
            </a:r>
          </a:p>
        </p:txBody>
      </p:sp>
      <p:grpSp>
        <p:nvGrpSpPr>
          <p:cNvPr id="18" name="组合 17">
            <a:extLst>
              <a:ext uri="{FF2B5EF4-FFF2-40B4-BE49-F238E27FC236}">
                <a16:creationId xmlns:a16="http://schemas.microsoft.com/office/drawing/2014/main" id="{AB369D6C-C612-49B5-93B3-5EE8AD9E8D07}"/>
              </a:ext>
            </a:extLst>
          </p:cNvPr>
          <p:cNvGrpSpPr/>
          <p:nvPr/>
        </p:nvGrpSpPr>
        <p:grpSpPr>
          <a:xfrm>
            <a:off x="-4151" y="0"/>
            <a:ext cx="12196151" cy="6858000"/>
            <a:chOff x="-4151" y="0"/>
            <a:chExt cx="12196151" cy="6858000"/>
          </a:xfrm>
        </p:grpSpPr>
        <p:grpSp>
          <p:nvGrpSpPr>
            <p:cNvPr id="19" name="组合 18">
              <a:extLst>
                <a:ext uri="{FF2B5EF4-FFF2-40B4-BE49-F238E27FC236}">
                  <a16:creationId xmlns:a16="http://schemas.microsoft.com/office/drawing/2014/main" id="{3297A512-334C-4BB2-8100-59F63C0B3CD1}"/>
                </a:ext>
              </a:extLst>
            </p:cNvPr>
            <p:cNvGrpSpPr/>
            <p:nvPr/>
          </p:nvGrpSpPr>
          <p:grpSpPr>
            <a:xfrm>
              <a:off x="0" y="0"/>
              <a:ext cx="3001030" cy="109728"/>
              <a:chOff x="0" y="0"/>
              <a:chExt cx="3001030" cy="109728"/>
            </a:xfrm>
          </p:grpSpPr>
          <p:sp>
            <p:nvSpPr>
              <p:cNvPr id="53" name="矩形 52">
                <a:extLst>
                  <a:ext uri="{FF2B5EF4-FFF2-40B4-BE49-F238E27FC236}">
                    <a16:creationId xmlns:a16="http://schemas.microsoft.com/office/drawing/2014/main" id="{5D604D0F-DF26-4DF4-BA56-421E2073D19E}"/>
                  </a:ext>
                </a:extLst>
              </p:cNvPr>
              <p:cNvSpPr/>
              <p:nvPr/>
            </p:nvSpPr>
            <p:spPr>
              <a:xfrm flipV="1">
                <a:off x="0" y="0"/>
                <a:ext cx="1367596" cy="109728"/>
              </a:xfrm>
              <a:prstGeom prst="rect">
                <a:avLst/>
              </a:prstGeom>
              <a:solidFill>
                <a:srgbClr val="062845">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4" name="矩形 53">
                <a:extLst>
                  <a:ext uri="{FF2B5EF4-FFF2-40B4-BE49-F238E27FC236}">
                    <a16:creationId xmlns:a16="http://schemas.microsoft.com/office/drawing/2014/main" id="{2112ED3F-CA9D-4831-9620-B2AECEBE2151}"/>
                  </a:ext>
                </a:extLst>
              </p:cNvPr>
              <p:cNvSpPr/>
              <p:nvPr/>
            </p:nvSpPr>
            <p:spPr>
              <a:xfrm flipV="1">
                <a:off x="1367596" y="0"/>
                <a:ext cx="1633434" cy="109728"/>
              </a:xfrm>
              <a:prstGeom prst="rect">
                <a:avLst/>
              </a:prstGeom>
              <a:solidFill>
                <a:srgbClr val="C70E23">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20" name="组合 19">
              <a:extLst>
                <a:ext uri="{FF2B5EF4-FFF2-40B4-BE49-F238E27FC236}">
                  <a16:creationId xmlns:a16="http://schemas.microsoft.com/office/drawing/2014/main" id="{707573DA-7C8A-4295-9645-089699C5CF94}"/>
                </a:ext>
              </a:extLst>
            </p:cNvPr>
            <p:cNvGrpSpPr/>
            <p:nvPr/>
          </p:nvGrpSpPr>
          <p:grpSpPr>
            <a:xfrm>
              <a:off x="8994788" y="0"/>
              <a:ext cx="3197212" cy="109728"/>
              <a:chOff x="0" y="0"/>
              <a:chExt cx="3001030" cy="109728"/>
            </a:xfrm>
          </p:grpSpPr>
          <p:sp>
            <p:nvSpPr>
              <p:cNvPr id="51" name="矩形 50">
                <a:extLst>
                  <a:ext uri="{FF2B5EF4-FFF2-40B4-BE49-F238E27FC236}">
                    <a16:creationId xmlns:a16="http://schemas.microsoft.com/office/drawing/2014/main" id="{1ED0E2D4-0F71-4678-9520-FC43D98FBCD5}"/>
                  </a:ext>
                </a:extLst>
              </p:cNvPr>
              <p:cNvSpPr/>
              <p:nvPr/>
            </p:nvSpPr>
            <p:spPr>
              <a:xfrm flipV="1">
                <a:off x="0" y="0"/>
                <a:ext cx="1367596" cy="109728"/>
              </a:xfrm>
              <a:prstGeom prst="rect">
                <a:avLst/>
              </a:prstGeom>
              <a:solidFill>
                <a:srgbClr val="062845">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2" name="矩形 51">
                <a:extLst>
                  <a:ext uri="{FF2B5EF4-FFF2-40B4-BE49-F238E27FC236}">
                    <a16:creationId xmlns:a16="http://schemas.microsoft.com/office/drawing/2014/main" id="{4D5A5A30-B7BE-4761-BDC3-5F291ADA11AF}"/>
                  </a:ext>
                </a:extLst>
              </p:cNvPr>
              <p:cNvSpPr/>
              <p:nvPr/>
            </p:nvSpPr>
            <p:spPr>
              <a:xfrm flipV="1">
                <a:off x="1367596" y="0"/>
                <a:ext cx="1633434" cy="109728"/>
              </a:xfrm>
              <a:prstGeom prst="rect">
                <a:avLst/>
              </a:prstGeom>
              <a:solidFill>
                <a:srgbClr val="C70E23">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21" name="组合 20">
              <a:extLst>
                <a:ext uri="{FF2B5EF4-FFF2-40B4-BE49-F238E27FC236}">
                  <a16:creationId xmlns:a16="http://schemas.microsoft.com/office/drawing/2014/main" id="{E65EDA0B-7BE6-40F0-B01F-EECD80B2FF21}"/>
                </a:ext>
              </a:extLst>
            </p:cNvPr>
            <p:cNvGrpSpPr/>
            <p:nvPr/>
          </p:nvGrpSpPr>
          <p:grpSpPr>
            <a:xfrm>
              <a:off x="5997909" y="0"/>
              <a:ext cx="3001030" cy="109728"/>
              <a:chOff x="0" y="0"/>
              <a:chExt cx="3001030" cy="109728"/>
            </a:xfrm>
          </p:grpSpPr>
          <p:sp>
            <p:nvSpPr>
              <p:cNvPr id="49" name="矩形 48">
                <a:extLst>
                  <a:ext uri="{FF2B5EF4-FFF2-40B4-BE49-F238E27FC236}">
                    <a16:creationId xmlns:a16="http://schemas.microsoft.com/office/drawing/2014/main" id="{178E8E22-A759-417F-9D08-159AE357DBFD}"/>
                  </a:ext>
                </a:extLst>
              </p:cNvPr>
              <p:cNvSpPr/>
              <p:nvPr/>
            </p:nvSpPr>
            <p:spPr>
              <a:xfrm flipV="1">
                <a:off x="0" y="0"/>
                <a:ext cx="1367596" cy="109728"/>
              </a:xfrm>
              <a:prstGeom prst="rect">
                <a:avLst/>
              </a:prstGeom>
              <a:solidFill>
                <a:srgbClr val="062845">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0" name="矩形 49">
                <a:extLst>
                  <a:ext uri="{FF2B5EF4-FFF2-40B4-BE49-F238E27FC236}">
                    <a16:creationId xmlns:a16="http://schemas.microsoft.com/office/drawing/2014/main" id="{96064E53-8C3E-4625-9499-E9A2367FB43C}"/>
                  </a:ext>
                </a:extLst>
              </p:cNvPr>
              <p:cNvSpPr/>
              <p:nvPr/>
            </p:nvSpPr>
            <p:spPr>
              <a:xfrm flipV="1">
                <a:off x="1367596" y="0"/>
                <a:ext cx="1633434" cy="109728"/>
              </a:xfrm>
              <a:prstGeom prst="rect">
                <a:avLst/>
              </a:prstGeom>
              <a:solidFill>
                <a:srgbClr val="C70E23">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22" name="组合 21">
              <a:extLst>
                <a:ext uri="{FF2B5EF4-FFF2-40B4-BE49-F238E27FC236}">
                  <a16:creationId xmlns:a16="http://schemas.microsoft.com/office/drawing/2014/main" id="{9CD63B54-8877-4555-B605-D02460D92FC7}"/>
                </a:ext>
              </a:extLst>
            </p:cNvPr>
            <p:cNvGrpSpPr/>
            <p:nvPr/>
          </p:nvGrpSpPr>
          <p:grpSpPr>
            <a:xfrm>
              <a:off x="2996879" y="0"/>
              <a:ext cx="3001030" cy="109728"/>
              <a:chOff x="0" y="0"/>
              <a:chExt cx="3001030" cy="109728"/>
            </a:xfrm>
          </p:grpSpPr>
          <p:sp>
            <p:nvSpPr>
              <p:cNvPr id="47" name="矩形 46">
                <a:extLst>
                  <a:ext uri="{FF2B5EF4-FFF2-40B4-BE49-F238E27FC236}">
                    <a16:creationId xmlns:a16="http://schemas.microsoft.com/office/drawing/2014/main" id="{295CC89B-78CA-4C82-B5D6-6DE0D1866A2A}"/>
                  </a:ext>
                </a:extLst>
              </p:cNvPr>
              <p:cNvSpPr/>
              <p:nvPr/>
            </p:nvSpPr>
            <p:spPr>
              <a:xfrm flipV="1">
                <a:off x="0" y="0"/>
                <a:ext cx="1367596" cy="109728"/>
              </a:xfrm>
              <a:prstGeom prst="rect">
                <a:avLst/>
              </a:prstGeom>
              <a:solidFill>
                <a:srgbClr val="062845">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8" name="矩形 47">
                <a:extLst>
                  <a:ext uri="{FF2B5EF4-FFF2-40B4-BE49-F238E27FC236}">
                    <a16:creationId xmlns:a16="http://schemas.microsoft.com/office/drawing/2014/main" id="{DADCAB0D-4CD3-4151-8C74-64D4D056592F}"/>
                  </a:ext>
                </a:extLst>
              </p:cNvPr>
              <p:cNvSpPr/>
              <p:nvPr/>
            </p:nvSpPr>
            <p:spPr>
              <a:xfrm flipV="1">
                <a:off x="1367596" y="0"/>
                <a:ext cx="1633434" cy="109728"/>
              </a:xfrm>
              <a:prstGeom prst="rect">
                <a:avLst/>
              </a:prstGeom>
              <a:solidFill>
                <a:srgbClr val="C70E23">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23" name="组合 22">
              <a:extLst>
                <a:ext uri="{FF2B5EF4-FFF2-40B4-BE49-F238E27FC236}">
                  <a16:creationId xmlns:a16="http://schemas.microsoft.com/office/drawing/2014/main" id="{95A38C03-944C-458B-A486-0DCE30FDF237}"/>
                </a:ext>
              </a:extLst>
            </p:cNvPr>
            <p:cNvGrpSpPr/>
            <p:nvPr/>
          </p:nvGrpSpPr>
          <p:grpSpPr>
            <a:xfrm>
              <a:off x="-4151" y="6748272"/>
              <a:ext cx="3001030" cy="109728"/>
              <a:chOff x="0" y="0"/>
              <a:chExt cx="3001030" cy="109728"/>
            </a:xfrm>
          </p:grpSpPr>
          <p:sp>
            <p:nvSpPr>
              <p:cNvPr id="45" name="矩形 44">
                <a:extLst>
                  <a:ext uri="{FF2B5EF4-FFF2-40B4-BE49-F238E27FC236}">
                    <a16:creationId xmlns:a16="http://schemas.microsoft.com/office/drawing/2014/main" id="{C6775FAD-AC6E-4B11-A7D6-08C26B52044C}"/>
                  </a:ext>
                </a:extLst>
              </p:cNvPr>
              <p:cNvSpPr/>
              <p:nvPr/>
            </p:nvSpPr>
            <p:spPr>
              <a:xfrm flipV="1">
                <a:off x="0" y="0"/>
                <a:ext cx="1367596" cy="109728"/>
              </a:xfrm>
              <a:prstGeom prst="rect">
                <a:avLst/>
              </a:prstGeom>
              <a:solidFill>
                <a:srgbClr val="062845">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6" name="矩形 45">
                <a:extLst>
                  <a:ext uri="{FF2B5EF4-FFF2-40B4-BE49-F238E27FC236}">
                    <a16:creationId xmlns:a16="http://schemas.microsoft.com/office/drawing/2014/main" id="{BEA3CE06-701C-4DDC-A81F-E5A65B3FA9E2}"/>
                  </a:ext>
                </a:extLst>
              </p:cNvPr>
              <p:cNvSpPr/>
              <p:nvPr/>
            </p:nvSpPr>
            <p:spPr>
              <a:xfrm flipV="1">
                <a:off x="1367596" y="0"/>
                <a:ext cx="1633434" cy="109728"/>
              </a:xfrm>
              <a:prstGeom prst="rect">
                <a:avLst/>
              </a:prstGeom>
              <a:solidFill>
                <a:srgbClr val="C70E23">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24" name="组合 23">
              <a:extLst>
                <a:ext uri="{FF2B5EF4-FFF2-40B4-BE49-F238E27FC236}">
                  <a16:creationId xmlns:a16="http://schemas.microsoft.com/office/drawing/2014/main" id="{36BCCE02-56D2-45A9-8F79-91B03E2CD5A6}"/>
                </a:ext>
              </a:extLst>
            </p:cNvPr>
            <p:cNvGrpSpPr/>
            <p:nvPr/>
          </p:nvGrpSpPr>
          <p:grpSpPr>
            <a:xfrm>
              <a:off x="5993758" y="6748272"/>
              <a:ext cx="3001030" cy="109728"/>
              <a:chOff x="0" y="0"/>
              <a:chExt cx="3001030" cy="109728"/>
            </a:xfrm>
          </p:grpSpPr>
          <p:sp>
            <p:nvSpPr>
              <p:cNvPr id="43" name="矩形 42">
                <a:extLst>
                  <a:ext uri="{FF2B5EF4-FFF2-40B4-BE49-F238E27FC236}">
                    <a16:creationId xmlns:a16="http://schemas.microsoft.com/office/drawing/2014/main" id="{DD19CD7E-0DD2-4D83-92D8-E01BFA82B92B}"/>
                  </a:ext>
                </a:extLst>
              </p:cNvPr>
              <p:cNvSpPr/>
              <p:nvPr/>
            </p:nvSpPr>
            <p:spPr>
              <a:xfrm flipV="1">
                <a:off x="0" y="0"/>
                <a:ext cx="1367596" cy="109728"/>
              </a:xfrm>
              <a:prstGeom prst="rect">
                <a:avLst/>
              </a:prstGeom>
              <a:solidFill>
                <a:srgbClr val="062845">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4" name="矩形 43">
                <a:extLst>
                  <a:ext uri="{FF2B5EF4-FFF2-40B4-BE49-F238E27FC236}">
                    <a16:creationId xmlns:a16="http://schemas.microsoft.com/office/drawing/2014/main" id="{A3B2F5F0-03A5-4391-B7A9-7C34A10B6085}"/>
                  </a:ext>
                </a:extLst>
              </p:cNvPr>
              <p:cNvSpPr/>
              <p:nvPr/>
            </p:nvSpPr>
            <p:spPr>
              <a:xfrm flipV="1">
                <a:off x="1367596" y="0"/>
                <a:ext cx="1633434" cy="109728"/>
              </a:xfrm>
              <a:prstGeom prst="rect">
                <a:avLst/>
              </a:prstGeom>
              <a:solidFill>
                <a:srgbClr val="C70E23">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25" name="组合 24">
              <a:extLst>
                <a:ext uri="{FF2B5EF4-FFF2-40B4-BE49-F238E27FC236}">
                  <a16:creationId xmlns:a16="http://schemas.microsoft.com/office/drawing/2014/main" id="{899A0142-FBF5-4236-956C-346CD1851CA0}"/>
                </a:ext>
              </a:extLst>
            </p:cNvPr>
            <p:cNvGrpSpPr/>
            <p:nvPr/>
          </p:nvGrpSpPr>
          <p:grpSpPr>
            <a:xfrm>
              <a:off x="2992728" y="6748272"/>
              <a:ext cx="3001030" cy="109728"/>
              <a:chOff x="0" y="0"/>
              <a:chExt cx="3001030" cy="109728"/>
            </a:xfrm>
          </p:grpSpPr>
          <p:sp>
            <p:nvSpPr>
              <p:cNvPr id="41" name="矩形 40">
                <a:extLst>
                  <a:ext uri="{FF2B5EF4-FFF2-40B4-BE49-F238E27FC236}">
                    <a16:creationId xmlns:a16="http://schemas.microsoft.com/office/drawing/2014/main" id="{57AE3187-F330-4265-A1B6-6FA443D16529}"/>
                  </a:ext>
                </a:extLst>
              </p:cNvPr>
              <p:cNvSpPr/>
              <p:nvPr/>
            </p:nvSpPr>
            <p:spPr>
              <a:xfrm flipV="1">
                <a:off x="0" y="0"/>
                <a:ext cx="1367596" cy="109728"/>
              </a:xfrm>
              <a:prstGeom prst="rect">
                <a:avLst/>
              </a:prstGeom>
              <a:solidFill>
                <a:srgbClr val="062845">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2" name="矩形 41">
                <a:extLst>
                  <a:ext uri="{FF2B5EF4-FFF2-40B4-BE49-F238E27FC236}">
                    <a16:creationId xmlns:a16="http://schemas.microsoft.com/office/drawing/2014/main" id="{1C0F31F2-AE40-431E-B7C4-29C1DFC7771C}"/>
                  </a:ext>
                </a:extLst>
              </p:cNvPr>
              <p:cNvSpPr/>
              <p:nvPr/>
            </p:nvSpPr>
            <p:spPr>
              <a:xfrm flipV="1">
                <a:off x="1367596" y="0"/>
                <a:ext cx="1633434" cy="109728"/>
              </a:xfrm>
              <a:prstGeom prst="rect">
                <a:avLst/>
              </a:prstGeom>
              <a:solidFill>
                <a:srgbClr val="C70E23">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26" name="组合 25">
              <a:extLst>
                <a:ext uri="{FF2B5EF4-FFF2-40B4-BE49-F238E27FC236}">
                  <a16:creationId xmlns:a16="http://schemas.microsoft.com/office/drawing/2014/main" id="{EE7125E5-B37E-43C0-8339-FEF90D76DBCC}"/>
                </a:ext>
              </a:extLst>
            </p:cNvPr>
            <p:cNvGrpSpPr/>
            <p:nvPr/>
          </p:nvGrpSpPr>
          <p:grpSpPr>
            <a:xfrm>
              <a:off x="8994788" y="6748272"/>
              <a:ext cx="3197212" cy="109728"/>
              <a:chOff x="0" y="0"/>
              <a:chExt cx="3001030" cy="109728"/>
            </a:xfrm>
          </p:grpSpPr>
          <p:sp>
            <p:nvSpPr>
              <p:cNvPr id="39" name="矩形 38">
                <a:extLst>
                  <a:ext uri="{FF2B5EF4-FFF2-40B4-BE49-F238E27FC236}">
                    <a16:creationId xmlns:a16="http://schemas.microsoft.com/office/drawing/2014/main" id="{3C16523F-6B1E-4561-BBF7-2058BD36336F}"/>
                  </a:ext>
                </a:extLst>
              </p:cNvPr>
              <p:cNvSpPr/>
              <p:nvPr/>
            </p:nvSpPr>
            <p:spPr>
              <a:xfrm flipV="1">
                <a:off x="0" y="0"/>
                <a:ext cx="1367596" cy="109728"/>
              </a:xfrm>
              <a:prstGeom prst="rect">
                <a:avLst/>
              </a:prstGeom>
              <a:solidFill>
                <a:srgbClr val="062845">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0" name="矩形 39">
                <a:extLst>
                  <a:ext uri="{FF2B5EF4-FFF2-40B4-BE49-F238E27FC236}">
                    <a16:creationId xmlns:a16="http://schemas.microsoft.com/office/drawing/2014/main" id="{EED1299B-32F9-407E-94A7-3A38E9874799}"/>
                  </a:ext>
                </a:extLst>
              </p:cNvPr>
              <p:cNvSpPr/>
              <p:nvPr/>
            </p:nvSpPr>
            <p:spPr>
              <a:xfrm flipV="1">
                <a:off x="1367596" y="0"/>
                <a:ext cx="1633434" cy="109728"/>
              </a:xfrm>
              <a:prstGeom prst="rect">
                <a:avLst/>
              </a:prstGeom>
              <a:solidFill>
                <a:srgbClr val="C70E23">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27" name="组合 26">
              <a:extLst>
                <a:ext uri="{FF2B5EF4-FFF2-40B4-BE49-F238E27FC236}">
                  <a16:creationId xmlns:a16="http://schemas.microsoft.com/office/drawing/2014/main" id="{D13C5C57-4A7B-4D8C-982E-09700291C688}"/>
                </a:ext>
              </a:extLst>
            </p:cNvPr>
            <p:cNvGrpSpPr/>
            <p:nvPr/>
          </p:nvGrpSpPr>
          <p:grpSpPr>
            <a:xfrm rot="16200000">
              <a:off x="-1543742" y="1653470"/>
              <a:ext cx="3197212" cy="109728"/>
              <a:chOff x="0" y="0"/>
              <a:chExt cx="3001030" cy="109728"/>
            </a:xfrm>
          </p:grpSpPr>
          <p:sp>
            <p:nvSpPr>
              <p:cNvPr id="37" name="矩形 36">
                <a:extLst>
                  <a:ext uri="{FF2B5EF4-FFF2-40B4-BE49-F238E27FC236}">
                    <a16:creationId xmlns:a16="http://schemas.microsoft.com/office/drawing/2014/main" id="{50CD75AB-957E-4F80-AD9F-BEAD9C69AEED}"/>
                  </a:ext>
                </a:extLst>
              </p:cNvPr>
              <p:cNvSpPr/>
              <p:nvPr/>
            </p:nvSpPr>
            <p:spPr>
              <a:xfrm flipV="1">
                <a:off x="0" y="0"/>
                <a:ext cx="1367596" cy="109728"/>
              </a:xfrm>
              <a:prstGeom prst="rect">
                <a:avLst/>
              </a:prstGeom>
              <a:solidFill>
                <a:srgbClr val="062845">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8" name="矩形 37">
                <a:extLst>
                  <a:ext uri="{FF2B5EF4-FFF2-40B4-BE49-F238E27FC236}">
                    <a16:creationId xmlns:a16="http://schemas.microsoft.com/office/drawing/2014/main" id="{CE540AB2-8CEF-4A54-B988-285BF448A924}"/>
                  </a:ext>
                </a:extLst>
              </p:cNvPr>
              <p:cNvSpPr/>
              <p:nvPr/>
            </p:nvSpPr>
            <p:spPr>
              <a:xfrm flipV="1">
                <a:off x="1367596" y="0"/>
                <a:ext cx="1633434" cy="109728"/>
              </a:xfrm>
              <a:prstGeom prst="rect">
                <a:avLst/>
              </a:prstGeom>
              <a:solidFill>
                <a:srgbClr val="C70E23">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28" name="组合 27">
              <a:extLst>
                <a:ext uri="{FF2B5EF4-FFF2-40B4-BE49-F238E27FC236}">
                  <a16:creationId xmlns:a16="http://schemas.microsoft.com/office/drawing/2014/main" id="{5323858F-2BEE-4A07-8760-BA3F2BCA6A00}"/>
                </a:ext>
              </a:extLst>
            </p:cNvPr>
            <p:cNvGrpSpPr/>
            <p:nvPr/>
          </p:nvGrpSpPr>
          <p:grpSpPr>
            <a:xfrm rot="16200000">
              <a:off x="-1667877" y="4970666"/>
              <a:ext cx="3441332" cy="113879"/>
              <a:chOff x="0" y="0"/>
              <a:chExt cx="3001030" cy="109728"/>
            </a:xfrm>
          </p:grpSpPr>
          <p:sp>
            <p:nvSpPr>
              <p:cNvPr id="35" name="矩形 34">
                <a:extLst>
                  <a:ext uri="{FF2B5EF4-FFF2-40B4-BE49-F238E27FC236}">
                    <a16:creationId xmlns:a16="http://schemas.microsoft.com/office/drawing/2014/main" id="{0617FDD5-F223-4DB1-9021-7A1905D2CA8F}"/>
                  </a:ext>
                </a:extLst>
              </p:cNvPr>
              <p:cNvSpPr/>
              <p:nvPr/>
            </p:nvSpPr>
            <p:spPr>
              <a:xfrm flipV="1">
                <a:off x="0" y="0"/>
                <a:ext cx="1367596" cy="109728"/>
              </a:xfrm>
              <a:prstGeom prst="rect">
                <a:avLst/>
              </a:prstGeom>
              <a:solidFill>
                <a:srgbClr val="062845">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6" name="矩形 35">
                <a:extLst>
                  <a:ext uri="{FF2B5EF4-FFF2-40B4-BE49-F238E27FC236}">
                    <a16:creationId xmlns:a16="http://schemas.microsoft.com/office/drawing/2014/main" id="{43A28B4B-7691-4C2F-A0B8-1774443D79B1}"/>
                  </a:ext>
                </a:extLst>
              </p:cNvPr>
              <p:cNvSpPr/>
              <p:nvPr/>
            </p:nvSpPr>
            <p:spPr>
              <a:xfrm flipV="1">
                <a:off x="1367596" y="0"/>
                <a:ext cx="1633434" cy="109728"/>
              </a:xfrm>
              <a:prstGeom prst="rect">
                <a:avLst/>
              </a:prstGeom>
              <a:solidFill>
                <a:srgbClr val="C70E23">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29" name="组合 28">
              <a:extLst>
                <a:ext uri="{FF2B5EF4-FFF2-40B4-BE49-F238E27FC236}">
                  <a16:creationId xmlns:a16="http://schemas.microsoft.com/office/drawing/2014/main" id="{12B1BB0C-F546-40B3-ABB0-145C7A878C20}"/>
                </a:ext>
              </a:extLst>
            </p:cNvPr>
            <p:cNvGrpSpPr/>
            <p:nvPr/>
          </p:nvGrpSpPr>
          <p:grpSpPr>
            <a:xfrm rot="16200000">
              <a:off x="10538530" y="1653470"/>
              <a:ext cx="3197212" cy="109728"/>
              <a:chOff x="0" y="0"/>
              <a:chExt cx="3001030" cy="109728"/>
            </a:xfrm>
          </p:grpSpPr>
          <p:sp>
            <p:nvSpPr>
              <p:cNvPr id="33" name="矩形 32">
                <a:extLst>
                  <a:ext uri="{FF2B5EF4-FFF2-40B4-BE49-F238E27FC236}">
                    <a16:creationId xmlns:a16="http://schemas.microsoft.com/office/drawing/2014/main" id="{39F86426-CDD7-4F6E-9EC9-8FCEE939D761}"/>
                  </a:ext>
                </a:extLst>
              </p:cNvPr>
              <p:cNvSpPr/>
              <p:nvPr/>
            </p:nvSpPr>
            <p:spPr>
              <a:xfrm flipV="1">
                <a:off x="0" y="0"/>
                <a:ext cx="1367596" cy="109728"/>
              </a:xfrm>
              <a:prstGeom prst="rect">
                <a:avLst/>
              </a:prstGeom>
              <a:solidFill>
                <a:srgbClr val="062845">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4" name="矩形 33">
                <a:extLst>
                  <a:ext uri="{FF2B5EF4-FFF2-40B4-BE49-F238E27FC236}">
                    <a16:creationId xmlns:a16="http://schemas.microsoft.com/office/drawing/2014/main" id="{D37BF6F2-09D7-41CE-8FD1-F88B6D644AEA}"/>
                  </a:ext>
                </a:extLst>
              </p:cNvPr>
              <p:cNvSpPr/>
              <p:nvPr/>
            </p:nvSpPr>
            <p:spPr>
              <a:xfrm flipV="1">
                <a:off x="1367596" y="0"/>
                <a:ext cx="1633434" cy="109728"/>
              </a:xfrm>
              <a:prstGeom prst="rect">
                <a:avLst/>
              </a:prstGeom>
              <a:solidFill>
                <a:srgbClr val="C70E23">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30" name="组合 29">
              <a:extLst>
                <a:ext uri="{FF2B5EF4-FFF2-40B4-BE49-F238E27FC236}">
                  <a16:creationId xmlns:a16="http://schemas.microsoft.com/office/drawing/2014/main" id="{6F464884-B34C-4B24-AD08-5622359221A6}"/>
                </a:ext>
              </a:extLst>
            </p:cNvPr>
            <p:cNvGrpSpPr/>
            <p:nvPr/>
          </p:nvGrpSpPr>
          <p:grpSpPr>
            <a:xfrm rot="16200000">
              <a:off x="10414395" y="4970666"/>
              <a:ext cx="3441332" cy="113879"/>
              <a:chOff x="0" y="0"/>
              <a:chExt cx="3001030" cy="109728"/>
            </a:xfrm>
          </p:grpSpPr>
          <p:sp>
            <p:nvSpPr>
              <p:cNvPr id="31" name="矩形 30">
                <a:extLst>
                  <a:ext uri="{FF2B5EF4-FFF2-40B4-BE49-F238E27FC236}">
                    <a16:creationId xmlns:a16="http://schemas.microsoft.com/office/drawing/2014/main" id="{5B964A98-CB9E-4C18-85C1-7A89E652D13F}"/>
                  </a:ext>
                </a:extLst>
              </p:cNvPr>
              <p:cNvSpPr/>
              <p:nvPr/>
            </p:nvSpPr>
            <p:spPr>
              <a:xfrm flipV="1">
                <a:off x="0" y="0"/>
                <a:ext cx="1367596" cy="109728"/>
              </a:xfrm>
              <a:prstGeom prst="rect">
                <a:avLst/>
              </a:prstGeom>
              <a:solidFill>
                <a:srgbClr val="062845">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2" name="矩形 31">
                <a:extLst>
                  <a:ext uri="{FF2B5EF4-FFF2-40B4-BE49-F238E27FC236}">
                    <a16:creationId xmlns:a16="http://schemas.microsoft.com/office/drawing/2014/main" id="{F37D85CA-E6C4-497D-B8A0-95DCAD7BC970}"/>
                  </a:ext>
                </a:extLst>
              </p:cNvPr>
              <p:cNvSpPr/>
              <p:nvPr/>
            </p:nvSpPr>
            <p:spPr>
              <a:xfrm flipV="1">
                <a:off x="1367596" y="0"/>
                <a:ext cx="1633434" cy="109728"/>
              </a:xfrm>
              <a:prstGeom prst="rect">
                <a:avLst/>
              </a:prstGeom>
              <a:solidFill>
                <a:srgbClr val="C70E23">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pic>
        <p:nvPicPr>
          <p:cNvPr id="55" name="图片 54">
            <a:extLst>
              <a:ext uri="{FF2B5EF4-FFF2-40B4-BE49-F238E27FC236}">
                <a16:creationId xmlns:a16="http://schemas.microsoft.com/office/drawing/2014/main" id="{EFACDAAF-B3C5-47A8-81D2-D0B711311CB4}"/>
              </a:ext>
            </a:extLst>
          </p:cNvPr>
          <p:cNvPicPr>
            <a:picLocks noChangeAspect="1"/>
          </p:cNvPicPr>
          <p:nvPr/>
        </p:nvPicPr>
        <p:blipFill>
          <a:blip r:embed="rId5" cstate="print">
            <a:duotone>
              <a:prstClr val="black"/>
              <a:srgbClr val="38536A">
                <a:tint val="45000"/>
                <a:satMod val="400000"/>
              </a:srgbClr>
            </a:duotone>
            <a:extLst>
              <a:ext uri="{28A0092B-C50C-407E-A947-70E740481C1C}">
                <a14:useLocalDpi xmlns:a14="http://schemas.microsoft.com/office/drawing/2010/main" val="0"/>
              </a:ext>
            </a:extLst>
          </a:blip>
          <a:stretch>
            <a:fillRect/>
          </a:stretch>
        </p:blipFill>
        <p:spPr>
          <a:xfrm>
            <a:off x="3856300" y="2960980"/>
            <a:ext cx="5301002" cy="145020"/>
          </a:xfrm>
          <a:prstGeom prst="rect">
            <a:avLst/>
          </a:prstGeom>
        </p:spPr>
      </p:pic>
      <p:sp>
        <p:nvSpPr>
          <p:cNvPr id="57" name="TextBox 12">
            <a:extLst>
              <a:ext uri="{FF2B5EF4-FFF2-40B4-BE49-F238E27FC236}">
                <a16:creationId xmlns:a16="http://schemas.microsoft.com/office/drawing/2014/main" id="{B7D692BB-98D4-4846-A3AB-3BE0897A580C}"/>
              </a:ext>
            </a:extLst>
          </p:cNvPr>
          <p:cNvSpPr txBox="1"/>
          <p:nvPr/>
        </p:nvSpPr>
        <p:spPr>
          <a:xfrm>
            <a:off x="2232214" y="3346064"/>
            <a:ext cx="8067610" cy="1107996"/>
          </a:xfrm>
          <a:prstGeom prst="rect">
            <a:avLst/>
          </a:prstGeom>
          <a:noFill/>
        </p:spPr>
        <p:txBody>
          <a:bodyPr wrap="square" rtlCol="0">
            <a:spAutoFit/>
          </a:bodyPr>
          <a:lstStyle>
            <a:defPPr>
              <a:defRPr lang="zh-CN"/>
            </a:defPPr>
            <a:lvl1pPr algn="ctr">
              <a:defRPr sz="5400" b="1">
                <a:latin typeface="微软雅黑" panose="020B0503020204020204" pitchFamily="34" charset="-122"/>
                <a:ea typeface="微软雅黑" panose="020B0503020204020204" pitchFamily="34" charset="-122"/>
              </a:defRPr>
            </a:lvl1pPr>
          </a:lstStyle>
          <a:p>
            <a:r>
              <a:rPr lang="zh-CN" altLang="en-US" sz="6600" dirty="0">
                <a:solidFill>
                  <a:srgbClr val="484848"/>
                </a:solidFill>
                <a:latin typeface="+mn-lt"/>
                <a:ea typeface="+mn-ea"/>
                <a:cs typeface="+mn-ea"/>
                <a:sym typeface="+mn-lt"/>
              </a:rPr>
              <a:t>关键技术和实践难点</a:t>
            </a:r>
          </a:p>
        </p:txBody>
      </p:sp>
    </p:spTree>
    <p:extLst>
      <p:ext uri="{BB962C8B-B14F-4D97-AF65-F5344CB8AC3E}">
        <p14:creationId xmlns:p14="http://schemas.microsoft.com/office/powerpoint/2010/main" val="3030867914"/>
      </p:ext>
    </p:extLst>
  </p:cSld>
  <p:clrMapOvr>
    <a:masterClrMapping/>
  </p:clrMapOvr>
  <mc:AlternateContent xmlns:mc="http://schemas.openxmlformats.org/markup-compatibility/2006" xmlns:p14="http://schemas.microsoft.com/office/powerpoint/2010/main">
    <mc:Choice Requires="p14">
      <p:transition spd="slow" p14:dur="2000">
        <p14:ferris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heel(1)">
                                      <p:cBhvr>
                                        <p:cTn id="7" dur="2000"/>
                                        <p:tgtEl>
                                          <p:spTgt spid="18"/>
                                        </p:tgtEl>
                                      </p:cBhvr>
                                    </p:animEffect>
                                  </p:childTnLst>
                                </p:cTn>
                              </p:par>
                            </p:childTnLst>
                          </p:cTn>
                        </p:par>
                        <p:par>
                          <p:cTn id="8" fill="hold">
                            <p:stCondLst>
                              <p:cond delay="2000"/>
                            </p:stCondLst>
                            <p:childTnLst>
                              <p:par>
                                <p:cTn id="9" presetID="53" presetClass="entr" presetSubtype="16"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p:cTn id="11" dur="500" fill="hold"/>
                                        <p:tgtEl>
                                          <p:spTgt spid="6"/>
                                        </p:tgtEl>
                                        <p:attrNameLst>
                                          <p:attrName>ppt_w</p:attrName>
                                        </p:attrNameLst>
                                      </p:cBhvr>
                                      <p:tavLst>
                                        <p:tav tm="0">
                                          <p:val>
                                            <p:fltVal val="0"/>
                                          </p:val>
                                        </p:tav>
                                        <p:tav tm="100000">
                                          <p:val>
                                            <p:strVal val="#ppt_w"/>
                                          </p:val>
                                        </p:tav>
                                      </p:tavLst>
                                    </p:anim>
                                    <p:anim calcmode="lin" valueType="num">
                                      <p:cBhvr>
                                        <p:cTn id="12" dur="500" fill="hold"/>
                                        <p:tgtEl>
                                          <p:spTgt spid="6"/>
                                        </p:tgtEl>
                                        <p:attrNameLst>
                                          <p:attrName>ppt_h</p:attrName>
                                        </p:attrNameLst>
                                      </p:cBhvr>
                                      <p:tavLst>
                                        <p:tav tm="0">
                                          <p:val>
                                            <p:fltVal val="0"/>
                                          </p:val>
                                        </p:tav>
                                        <p:tav tm="100000">
                                          <p:val>
                                            <p:strVal val="#ppt_h"/>
                                          </p:val>
                                        </p:tav>
                                      </p:tavLst>
                                    </p:anim>
                                    <p:animEffect transition="in" filter="fade">
                                      <p:cBhvr>
                                        <p:cTn id="13" dur="500"/>
                                        <p:tgtEl>
                                          <p:spTgt spid="6"/>
                                        </p:tgtEl>
                                      </p:cBhvr>
                                    </p:animEffect>
                                  </p:childTnLst>
                                </p:cTn>
                              </p:par>
                            </p:childTnLst>
                          </p:cTn>
                        </p:par>
                        <p:par>
                          <p:cTn id="14" fill="hold">
                            <p:stCondLst>
                              <p:cond delay="2500"/>
                            </p:stCondLst>
                            <p:childTnLst>
                              <p:par>
                                <p:cTn id="15" presetID="53" presetClass="entr" presetSubtype="16" fill="hold" grpId="0" nodeType="after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p:cTn id="17" dur="500" fill="hold"/>
                                        <p:tgtEl>
                                          <p:spTgt spid="7"/>
                                        </p:tgtEl>
                                        <p:attrNameLst>
                                          <p:attrName>ppt_w</p:attrName>
                                        </p:attrNameLst>
                                      </p:cBhvr>
                                      <p:tavLst>
                                        <p:tav tm="0">
                                          <p:val>
                                            <p:fltVal val="0"/>
                                          </p:val>
                                        </p:tav>
                                        <p:tav tm="100000">
                                          <p:val>
                                            <p:strVal val="#ppt_w"/>
                                          </p:val>
                                        </p:tav>
                                      </p:tavLst>
                                    </p:anim>
                                    <p:anim calcmode="lin" valueType="num">
                                      <p:cBhvr>
                                        <p:cTn id="18" dur="500" fill="hold"/>
                                        <p:tgtEl>
                                          <p:spTgt spid="7"/>
                                        </p:tgtEl>
                                        <p:attrNameLst>
                                          <p:attrName>ppt_h</p:attrName>
                                        </p:attrNameLst>
                                      </p:cBhvr>
                                      <p:tavLst>
                                        <p:tav tm="0">
                                          <p:val>
                                            <p:fltVal val="0"/>
                                          </p:val>
                                        </p:tav>
                                        <p:tav tm="100000">
                                          <p:val>
                                            <p:strVal val="#ppt_h"/>
                                          </p:val>
                                        </p:tav>
                                      </p:tavLst>
                                    </p:anim>
                                    <p:animEffect transition="in" filter="fade">
                                      <p:cBhvr>
                                        <p:cTn id="19" dur="500"/>
                                        <p:tgtEl>
                                          <p:spTgt spid="7"/>
                                        </p:tgtEl>
                                      </p:cBhvr>
                                    </p:animEffect>
                                  </p:childTnLst>
                                </p:cTn>
                              </p:par>
                            </p:childTnLst>
                          </p:cTn>
                        </p:par>
                        <p:par>
                          <p:cTn id="20" fill="hold">
                            <p:stCondLst>
                              <p:cond delay="3000"/>
                            </p:stCondLst>
                            <p:childTnLst>
                              <p:par>
                                <p:cTn id="21" presetID="22" presetClass="entr" presetSubtype="8" fill="hold" nodeType="afterEffect">
                                  <p:stCondLst>
                                    <p:cond delay="0"/>
                                  </p:stCondLst>
                                  <p:childTnLst>
                                    <p:set>
                                      <p:cBhvr>
                                        <p:cTn id="22" dur="1" fill="hold">
                                          <p:stCondLst>
                                            <p:cond delay="0"/>
                                          </p:stCondLst>
                                        </p:cTn>
                                        <p:tgtEl>
                                          <p:spTgt spid="55"/>
                                        </p:tgtEl>
                                        <p:attrNameLst>
                                          <p:attrName>style.visibility</p:attrName>
                                        </p:attrNameLst>
                                      </p:cBhvr>
                                      <p:to>
                                        <p:strVal val="visible"/>
                                      </p:to>
                                    </p:set>
                                    <p:animEffect transition="in" filter="wipe(left)">
                                      <p:cBhvr>
                                        <p:cTn id="23" dur="500"/>
                                        <p:tgtEl>
                                          <p:spTgt spid="55"/>
                                        </p:tgtEl>
                                      </p:cBhvr>
                                    </p:animEffect>
                                  </p:childTnLst>
                                </p:cTn>
                              </p:par>
                            </p:childTnLst>
                          </p:cTn>
                        </p:par>
                        <p:par>
                          <p:cTn id="24" fill="hold">
                            <p:stCondLst>
                              <p:cond delay="3500"/>
                            </p:stCondLst>
                            <p:childTnLst>
                              <p:par>
                                <p:cTn id="25" presetID="41" presetClass="entr" presetSubtype="0" fill="hold" grpId="0" nodeType="afterEffect">
                                  <p:stCondLst>
                                    <p:cond delay="0"/>
                                  </p:stCondLst>
                                  <p:iterate type="lt">
                                    <p:tmPct val="10000"/>
                                  </p:iterate>
                                  <p:childTnLst>
                                    <p:set>
                                      <p:cBhvr>
                                        <p:cTn id="26" dur="1" fill="hold">
                                          <p:stCondLst>
                                            <p:cond delay="0"/>
                                          </p:stCondLst>
                                        </p:cTn>
                                        <p:tgtEl>
                                          <p:spTgt spid="57"/>
                                        </p:tgtEl>
                                        <p:attrNameLst>
                                          <p:attrName>style.visibility</p:attrName>
                                        </p:attrNameLst>
                                      </p:cBhvr>
                                      <p:to>
                                        <p:strVal val="visible"/>
                                      </p:to>
                                    </p:set>
                                    <p:anim calcmode="lin" valueType="num">
                                      <p:cBhvr>
                                        <p:cTn id="27" dur="500" fill="hold"/>
                                        <p:tgtEl>
                                          <p:spTgt spid="57"/>
                                        </p:tgtEl>
                                        <p:attrNameLst>
                                          <p:attrName>ppt_x</p:attrName>
                                        </p:attrNameLst>
                                      </p:cBhvr>
                                      <p:tavLst>
                                        <p:tav tm="0">
                                          <p:val>
                                            <p:strVal val="#ppt_x"/>
                                          </p:val>
                                        </p:tav>
                                        <p:tav tm="50000">
                                          <p:val>
                                            <p:strVal val="#ppt_x+.1"/>
                                          </p:val>
                                        </p:tav>
                                        <p:tav tm="100000">
                                          <p:val>
                                            <p:strVal val="#ppt_x"/>
                                          </p:val>
                                        </p:tav>
                                      </p:tavLst>
                                    </p:anim>
                                    <p:anim calcmode="lin" valueType="num">
                                      <p:cBhvr>
                                        <p:cTn id="28" dur="500" fill="hold"/>
                                        <p:tgtEl>
                                          <p:spTgt spid="57"/>
                                        </p:tgtEl>
                                        <p:attrNameLst>
                                          <p:attrName>ppt_y</p:attrName>
                                        </p:attrNameLst>
                                      </p:cBhvr>
                                      <p:tavLst>
                                        <p:tav tm="0">
                                          <p:val>
                                            <p:strVal val="#ppt_y"/>
                                          </p:val>
                                        </p:tav>
                                        <p:tav tm="100000">
                                          <p:val>
                                            <p:strVal val="#ppt_y"/>
                                          </p:val>
                                        </p:tav>
                                      </p:tavLst>
                                    </p:anim>
                                    <p:anim calcmode="lin" valueType="num">
                                      <p:cBhvr>
                                        <p:cTn id="29" dur="500" fill="hold"/>
                                        <p:tgtEl>
                                          <p:spTgt spid="57"/>
                                        </p:tgtEl>
                                        <p:attrNameLst>
                                          <p:attrName>ppt_h</p:attrName>
                                        </p:attrNameLst>
                                      </p:cBhvr>
                                      <p:tavLst>
                                        <p:tav tm="0">
                                          <p:val>
                                            <p:strVal val="#ppt_h/10"/>
                                          </p:val>
                                        </p:tav>
                                        <p:tav tm="50000">
                                          <p:val>
                                            <p:strVal val="#ppt_h+.01"/>
                                          </p:val>
                                        </p:tav>
                                        <p:tav tm="100000">
                                          <p:val>
                                            <p:strVal val="#ppt_h"/>
                                          </p:val>
                                        </p:tav>
                                      </p:tavLst>
                                    </p:anim>
                                    <p:anim calcmode="lin" valueType="num">
                                      <p:cBhvr>
                                        <p:cTn id="30" dur="500" fill="hold"/>
                                        <p:tgtEl>
                                          <p:spTgt spid="57"/>
                                        </p:tgtEl>
                                        <p:attrNameLst>
                                          <p:attrName>ppt_w</p:attrName>
                                        </p:attrNameLst>
                                      </p:cBhvr>
                                      <p:tavLst>
                                        <p:tav tm="0">
                                          <p:val>
                                            <p:strVal val="#ppt_w/10"/>
                                          </p:val>
                                        </p:tav>
                                        <p:tav tm="50000">
                                          <p:val>
                                            <p:strVal val="#ppt_w+.01"/>
                                          </p:val>
                                        </p:tav>
                                        <p:tav tm="100000">
                                          <p:val>
                                            <p:strVal val="#ppt_w"/>
                                          </p:val>
                                        </p:tav>
                                      </p:tavLst>
                                    </p:anim>
                                    <p:animEffect transition="in" filter="fade">
                                      <p:cBhvr>
                                        <p:cTn id="31" dur="500" tmFilter="0,0; .5, 1; 1, 1"/>
                                        <p:tgtEl>
                                          <p:spTgt spid="57"/>
                                        </p:tgtEl>
                                      </p:cBhvr>
                                    </p:animEffect>
                                  </p:childTnLst>
                                </p:cTn>
                              </p:par>
                            </p:childTnLst>
                          </p:cTn>
                        </p:par>
                        <p:par>
                          <p:cTn id="32" fill="hold">
                            <p:stCondLst>
                              <p:cond delay="4400"/>
                            </p:stCondLst>
                            <p:childTnLst>
                              <p:par>
                                <p:cTn id="33" presetID="22" presetClass="entr" presetSubtype="8" fill="hold" nodeType="afterEffect">
                                  <p:stCondLst>
                                    <p:cond delay="0"/>
                                  </p:stCondLst>
                                  <p:childTnLst>
                                    <p:set>
                                      <p:cBhvr>
                                        <p:cTn id="34" dur="1" fill="hold">
                                          <p:stCondLst>
                                            <p:cond delay="0"/>
                                          </p:stCondLst>
                                        </p:cTn>
                                        <p:tgtEl>
                                          <p:spTgt spid="5"/>
                                        </p:tgtEl>
                                        <p:attrNameLst>
                                          <p:attrName>style.visibility</p:attrName>
                                        </p:attrNameLst>
                                      </p:cBhvr>
                                      <p:to>
                                        <p:strVal val="visible"/>
                                      </p:to>
                                    </p:set>
                                    <p:animEffect transition="in" filter="wipe(left)">
                                      <p:cBhvr>
                                        <p:cTn id="3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5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5">
            <a:extLst>
              <a:ext uri="{FF2B5EF4-FFF2-40B4-BE49-F238E27FC236}">
                <a16:creationId xmlns:a16="http://schemas.microsoft.com/office/drawing/2014/main" id="{AA2D0AD2-AAE9-496E-8CF3-1508F13BD8ED}"/>
              </a:ext>
            </a:extLst>
          </p:cNvPr>
          <p:cNvSpPr>
            <a:spLocks/>
          </p:cNvSpPr>
          <p:nvPr/>
        </p:nvSpPr>
        <p:spPr bwMode="auto">
          <a:xfrm>
            <a:off x="3479800" y="1716088"/>
            <a:ext cx="2571750" cy="4121150"/>
          </a:xfrm>
          <a:custGeom>
            <a:avLst/>
            <a:gdLst>
              <a:gd name="T0" fmla="*/ 102118 w 3148"/>
              <a:gd name="T1" fmla="*/ 0 h 5005"/>
              <a:gd name="T2" fmla="*/ 2469632 w 3148"/>
              <a:gd name="T3" fmla="*/ 0 h 5005"/>
              <a:gd name="T4" fmla="*/ 2571750 w 3148"/>
              <a:gd name="T5" fmla="*/ 102926 h 5005"/>
              <a:gd name="T6" fmla="*/ 2571750 w 3148"/>
              <a:gd name="T7" fmla="*/ 4018224 h 5005"/>
              <a:gd name="T8" fmla="*/ 2469632 w 3148"/>
              <a:gd name="T9" fmla="*/ 4121150 h 5005"/>
              <a:gd name="T10" fmla="*/ 102118 w 3148"/>
              <a:gd name="T11" fmla="*/ 4121150 h 5005"/>
              <a:gd name="T12" fmla="*/ 0 w 3148"/>
              <a:gd name="T13" fmla="*/ 4018224 h 5005"/>
              <a:gd name="T14" fmla="*/ 0 w 3148"/>
              <a:gd name="T15" fmla="*/ 102926 h 5005"/>
              <a:gd name="T16" fmla="*/ 102118 w 3148"/>
              <a:gd name="T17" fmla="*/ 0 h 500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148" h="5005">
                <a:moveTo>
                  <a:pt x="125" y="0"/>
                </a:moveTo>
                <a:lnTo>
                  <a:pt x="3023" y="0"/>
                </a:lnTo>
                <a:cubicBezTo>
                  <a:pt x="3092" y="0"/>
                  <a:pt x="3148" y="56"/>
                  <a:pt x="3148" y="125"/>
                </a:cubicBezTo>
                <a:lnTo>
                  <a:pt x="3148" y="4880"/>
                </a:lnTo>
                <a:cubicBezTo>
                  <a:pt x="3148" y="4949"/>
                  <a:pt x="3092" y="5005"/>
                  <a:pt x="3023" y="5005"/>
                </a:cubicBezTo>
                <a:lnTo>
                  <a:pt x="125" y="5005"/>
                </a:lnTo>
                <a:cubicBezTo>
                  <a:pt x="56" y="5005"/>
                  <a:pt x="0" y="4949"/>
                  <a:pt x="0" y="4880"/>
                </a:cubicBezTo>
                <a:lnTo>
                  <a:pt x="0" y="125"/>
                </a:lnTo>
                <a:cubicBezTo>
                  <a:pt x="0" y="56"/>
                  <a:pt x="56" y="0"/>
                  <a:pt x="125" y="0"/>
                </a:cubicBezTo>
                <a:close/>
              </a:path>
            </a:pathLst>
          </a:custGeom>
          <a:solidFill>
            <a:srgbClr val="CF3B4C"/>
          </a:solidFill>
          <a:ln w="10" cap="flat" cmpd="sng">
            <a:solidFill>
              <a:srgbClr val="D9D9D9"/>
            </a:solidFill>
            <a:round/>
            <a:headEnd/>
            <a:tailEnd/>
          </a:ln>
        </p:spPr>
        <p:txBody>
          <a:bodyPr/>
          <a:lstStyle/>
          <a:p>
            <a:endParaRPr lang="zh-CN" altLang="en-US">
              <a:cs typeface="+mn-ea"/>
              <a:sym typeface="+mn-lt"/>
            </a:endParaRPr>
          </a:p>
        </p:txBody>
      </p:sp>
      <p:sp>
        <p:nvSpPr>
          <p:cNvPr id="3" name="Freeform 6">
            <a:extLst>
              <a:ext uri="{FF2B5EF4-FFF2-40B4-BE49-F238E27FC236}">
                <a16:creationId xmlns:a16="http://schemas.microsoft.com/office/drawing/2014/main" id="{2149E99E-FB8B-449F-8F02-2C98462BECDA}"/>
              </a:ext>
            </a:extLst>
          </p:cNvPr>
          <p:cNvSpPr>
            <a:spLocks/>
          </p:cNvSpPr>
          <p:nvPr/>
        </p:nvSpPr>
        <p:spPr bwMode="auto">
          <a:xfrm>
            <a:off x="633413" y="1716088"/>
            <a:ext cx="2573337" cy="4121150"/>
          </a:xfrm>
          <a:custGeom>
            <a:avLst/>
            <a:gdLst>
              <a:gd name="T0" fmla="*/ 102149 w 3149"/>
              <a:gd name="T1" fmla="*/ 0 h 5005"/>
              <a:gd name="T2" fmla="*/ 2471188 w 3149"/>
              <a:gd name="T3" fmla="*/ 0 h 5005"/>
              <a:gd name="T4" fmla="*/ 2573337 w 3149"/>
              <a:gd name="T5" fmla="*/ 102926 h 5005"/>
              <a:gd name="T6" fmla="*/ 2573337 w 3149"/>
              <a:gd name="T7" fmla="*/ 4018224 h 5005"/>
              <a:gd name="T8" fmla="*/ 2471188 w 3149"/>
              <a:gd name="T9" fmla="*/ 4121150 h 5005"/>
              <a:gd name="T10" fmla="*/ 102149 w 3149"/>
              <a:gd name="T11" fmla="*/ 4121150 h 5005"/>
              <a:gd name="T12" fmla="*/ 0 w 3149"/>
              <a:gd name="T13" fmla="*/ 4018224 h 5005"/>
              <a:gd name="T14" fmla="*/ 0 w 3149"/>
              <a:gd name="T15" fmla="*/ 102926 h 5005"/>
              <a:gd name="T16" fmla="*/ 102149 w 3149"/>
              <a:gd name="T17" fmla="*/ 0 h 500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149" h="5005">
                <a:moveTo>
                  <a:pt x="125" y="0"/>
                </a:moveTo>
                <a:lnTo>
                  <a:pt x="3024" y="0"/>
                </a:lnTo>
                <a:cubicBezTo>
                  <a:pt x="3092" y="0"/>
                  <a:pt x="3149" y="56"/>
                  <a:pt x="3149" y="125"/>
                </a:cubicBezTo>
                <a:lnTo>
                  <a:pt x="3149" y="4880"/>
                </a:lnTo>
                <a:cubicBezTo>
                  <a:pt x="3149" y="4949"/>
                  <a:pt x="3092" y="5005"/>
                  <a:pt x="3024" y="5005"/>
                </a:cubicBezTo>
                <a:lnTo>
                  <a:pt x="125" y="5005"/>
                </a:lnTo>
                <a:cubicBezTo>
                  <a:pt x="56" y="5005"/>
                  <a:pt x="0" y="4949"/>
                  <a:pt x="0" y="4880"/>
                </a:cubicBezTo>
                <a:lnTo>
                  <a:pt x="0" y="125"/>
                </a:lnTo>
                <a:cubicBezTo>
                  <a:pt x="0" y="56"/>
                  <a:pt x="56" y="0"/>
                  <a:pt x="125" y="0"/>
                </a:cubicBezTo>
                <a:close/>
              </a:path>
            </a:pathLst>
          </a:custGeom>
          <a:solidFill>
            <a:srgbClr val="344F66"/>
          </a:solidFill>
          <a:ln w="10" cap="flat" cmpd="sng">
            <a:solidFill>
              <a:srgbClr val="D9D9D9"/>
            </a:solidFill>
            <a:round/>
            <a:headEnd/>
            <a:tailEnd/>
          </a:ln>
        </p:spPr>
        <p:txBody>
          <a:bodyPr/>
          <a:lstStyle/>
          <a:p>
            <a:endParaRPr lang="zh-CN" altLang="en-US">
              <a:cs typeface="+mn-ea"/>
              <a:sym typeface="+mn-lt"/>
            </a:endParaRPr>
          </a:p>
        </p:txBody>
      </p:sp>
      <p:sp>
        <p:nvSpPr>
          <p:cNvPr id="4" name="Freeform 7">
            <a:extLst>
              <a:ext uri="{FF2B5EF4-FFF2-40B4-BE49-F238E27FC236}">
                <a16:creationId xmlns:a16="http://schemas.microsoft.com/office/drawing/2014/main" id="{F5224824-875E-4126-BCCE-18D7439A05AE}"/>
              </a:ext>
            </a:extLst>
          </p:cNvPr>
          <p:cNvSpPr>
            <a:spLocks/>
          </p:cNvSpPr>
          <p:nvPr/>
        </p:nvSpPr>
        <p:spPr bwMode="auto">
          <a:xfrm>
            <a:off x="9170988" y="1716088"/>
            <a:ext cx="2571750" cy="4121150"/>
          </a:xfrm>
          <a:custGeom>
            <a:avLst/>
            <a:gdLst>
              <a:gd name="T0" fmla="*/ 102118 w 3148"/>
              <a:gd name="T1" fmla="*/ 0 h 5005"/>
              <a:gd name="T2" fmla="*/ 2469632 w 3148"/>
              <a:gd name="T3" fmla="*/ 0 h 5005"/>
              <a:gd name="T4" fmla="*/ 2571750 w 3148"/>
              <a:gd name="T5" fmla="*/ 102926 h 5005"/>
              <a:gd name="T6" fmla="*/ 2571750 w 3148"/>
              <a:gd name="T7" fmla="*/ 4018224 h 5005"/>
              <a:gd name="T8" fmla="*/ 2469632 w 3148"/>
              <a:gd name="T9" fmla="*/ 4121150 h 5005"/>
              <a:gd name="T10" fmla="*/ 102118 w 3148"/>
              <a:gd name="T11" fmla="*/ 4121150 h 5005"/>
              <a:gd name="T12" fmla="*/ 0 w 3148"/>
              <a:gd name="T13" fmla="*/ 4018224 h 5005"/>
              <a:gd name="T14" fmla="*/ 0 w 3148"/>
              <a:gd name="T15" fmla="*/ 102926 h 5005"/>
              <a:gd name="T16" fmla="*/ 102118 w 3148"/>
              <a:gd name="T17" fmla="*/ 0 h 500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148" h="5005">
                <a:moveTo>
                  <a:pt x="125" y="0"/>
                </a:moveTo>
                <a:lnTo>
                  <a:pt x="3023" y="0"/>
                </a:lnTo>
                <a:cubicBezTo>
                  <a:pt x="3092" y="0"/>
                  <a:pt x="3148" y="56"/>
                  <a:pt x="3148" y="125"/>
                </a:cubicBezTo>
                <a:lnTo>
                  <a:pt x="3148" y="4880"/>
                </a:lnTo>
                <a:cubicBezTo>
                  <a:pt x="3148" y="4949"/>
                  <a:pt x="3092" y="5005"/>
                  <a:pt x="3023" y="5005"/>
                </a:cubicBezTo>
                <a:lnTo>
                  <a:pt x="125" y="5005"/>
                </a:lnTo>
                <a:cubicBezTo>
                  <a:pt x="56" y="5005"/>
                  <a:pt x="0" y="4949"/>
                  <a:pt x="0" y="4880"/>
                </a:cubicBezTo>
                <a:lnTo>
                  <a:pt x="0" y="125"/>
                </a:lnTo>
                <a:cubicBezTo>
                  <a:pt x="0" y="56"/>
                  <a:pt x="56" y="0"/>
                  <a:pt x="125" y="0"/>
                </a:cubicBezTo>
                <a:close/>
              </a:path>
            </a:pathLst>
          </a:custGeom>
          <a:solidFill>
            <a:srgbClr val="CF3B4C"/>
          </a:solidFill>
          <a:ln w="10" cap="flat" cmpd="sng">
            <a:solidFill>
              <a:srgbClr val="D9D9D9"/>
            </a:solidFill>
            <a:round/>
            <a:headEnd/>
            <a:tailEnd/>
          </a:ln>
        </p:spPr>
        <p:txBody>
          <a:bodyPr/>
          <a:lstStyle/>
          <a:p>
            <a:endParaRPr lang="zh-CN" altLang="en-US">
              <a:cs typeface="+mn-ea"/>
              <a:sym typeface="+mn-lt"/>
            </a:endParaRPr>
          </a:p>
        </p:txBody>
      </p:sp>
      <p:sp>
        <p:nvSpPr>
          <p:cNvPr id="5" name="Freeform 8">
            <a:extLst>
              <a:ext uri="{FF2B5EF4-FFF2-40B4-BE49-F238E27FC236}">
                <a16:creationId xmlns:a16="http://schemas.microsoft.com/office/drawing/2014/main" id="{4F38AF5A-4319-4943-A048-2752125349D2}"/>
              </a:ext>
            </a:extLst>
          </p:cNvPr>
          <p:cNvSpPr>
            <a:spLocks/>
          </p:cNvSpPr>
          <p:nvPr/>
        </p:nvSpPr>
        <p:spPr bwMode="auto">
          <a:xfrm>
            <a:off x="6326188" y="1716088"/>
            <a:ext cx="2570162" cy="4121150"/>
          </a:xfrm>
          <a:custGeom>
            <a:avLst/>
            <a:gdLst>
              <a:gd name="T0" fmla="*/ 102055 w 3148"/>
              <a:gd name="T1" fmla="*/ 0 h 5005"/>
              <a:gd name="T2" fmla="*/ 2468107 w 3148"/>
              <a:gd name="T3" fmla="*/ 0 h 5005"/>
              <a:gd name="T4" fmla="*/ 2570162 w 3148"/>
              <a:gd name="T5" fmla="*/ 102926 h 5005"/>
              <a:gd name="T6" fmla="*/ 2570162 w 3148"/>
              <a:gd name="T7" fmla="*/ 4018224 h 5005"/>
              <a:gd name="T8" fmla="*/ 2468107 w 3148"/>
              <a:gd name="T9" fmla="*/ 4121150 h 5005"/>
              <a:gd name="T10" fmla="*/ 102055 w 3148"/>
              <a:gd name="T11" fmla="*/ 4121150 h 5005"/>
              <a:gd name="T12" fmla="*/ 0 w 3148"/>
              <a:gd name="T13" fmla="*/ 4018224 h 5005"/>
              <a:gd name="T14" fmla="*/ 0 w 3148"/>
              <a:gd name="T15" fmla="*/ 102926 h 5005"/>
              <a:gd name="T16" fmla="*/ 102055 w 3148"/>
              <a:gd name="T17" fmla="*/ 0 h 500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148" h="5005">
                <a:moveTo>
                  <a:pt x="125" y="0"/>
                </a:moveTo>
                <a:lnTo>
                  <a:pt x="3023" y="0"/>
                </a:lnTo>
                <a:cubicBezTo>
                  <a:pt x="3092" y="0"/>
                  <a:pt x="3148" y="56"/>
                  <a:pt x="3148" y="125"/>
                </a:cubicBezTo>
                <a:lnTo>
                  <a:pt x="3148" y="4880"/>
                </a:lnTo>
                <a:cubicBezTo>
                  <a:pt x="3148" y="4949"/>
                  <a:pt x="3092" y="5005"/>
                  <a:pt x="3023" y="5005"/>
                </a:cubicBezTo>
                <a:lnTo>
                  <a:pt x="125" y="5005"/>
                </a:lnTo>
                <a:cubicBezTo>
                  <a:pt x="56" y="5005"/>
                  <a:pt x="0" y="4949"/>
                  <a:pt x="0" y="4880"/>
                </a:cubicBezTo>
                <a:lnTo>
                  <a:pt x="0" y="125"/>
                </a:lnTo>
                <a:cubicBezTo>
                  <a:pt x="0" y="56"/>
                  <a:pt x="56" y="0"/>
                  <a:pt x="125" y="0"/>
                </a:cubicBezTo>
                <a:close/>
              </a:path>
            </a:pathLst>
          </a:custGeom>
          <a:solidFill>
            <a:srgbClr val="344F66"/>
          </a:solidFill>
          <a:ln w="10" cap="flat" cmpd="sng">
            <a:solidFill>
              <a:srgbClr val="D9D9D9"/>
            </a:solidFill>
            <a:round/>
            <a:headEnd/>
            <a:tailEnd/>
          </a:ln>
        </p:spPr>
        <p:txBody>
          <a:bodyPr/>
          <a:lstStyle/>
          <a:p>
            <a:endParaRPr lang="zh-CN" altLang="en-US">
              <a:cs typeface="+mn-ea"/>
              <a:sym typeface="+mn-lt"/>
            </a:endParaRPr>
          </a:p>
        </p:txBody>
      </p:sp>
      <p:grpSp>
        <p:nvGrpSpPr>
          <p:cNvPr id="6" name="组合 11">
            <a:extLst>
              <a:ext uri="{FF2B5EF4-FFF2-40B4-BE49-F238E27FC236}">
                <a16:creationId xmlns:a16="http://schemas.microsoft.com/office/drawing/2014/main" id="{76703594-BBCA-47AF-BC89-F5E9417DEF78}"/>
              </a:ext>
            </a:extLst>
          </p:cNvPr>
          <p:cNvGrpSpPr>
            <a:grpSpLocks/>
          </p:cNvGrpSpPr>
          <p:nvPr/>
        </p:nvGrpSpPr>
        <p:grpSpPr bwMode="auto">
          <a:xfrm>
            <a:off x="3041650" y="3325813"/>
            <a:ext cx="631825" cy="638175"/>
            <a:chOff x="0" y="0"/>
            <a:chExt cx="631825" cy="636588"/>
          </a:xfrm>
        </p:grpSpPr>
        <p:sp>
          <p:nvSpPr>
            <p:cNvPr id="7" name="Oval 9">
              <a:extLst>
                <a:ext uri="{FF2B5EF4-FFF2-40B4-BE49-F238E27FC236}">
                  <a16:creationId xmlns:a16="http://schemas.microsoft.com/office/drawing/2014/main" id="{CD79F015-55ED-40AF-BE29-EEA144332752}"/>
                </a:ext>
              </a:extLst>
            </p:cNvPr>
            <p:cNvSpPr>
              <a:spLocks noChangeArrowheads="1"/>
            </p:cNvSpPr>
            <p:nvPr/>
          </p:nvSpPr>
          <p:spPr bwMode="auto">
            <a:xfrm>
              <a:off x="0" y="0"/>
              <a:ext cx="631825" cy="636588"/>
            </a:xfrm>
            <a:prstGeom prst="ellipse">
              <a:avLst/>
            </a:prstGeom>
            <a:solidFill>
              <a:srgbClr val="344F66"/>
            </a:solidFill>
            <a:ln w="9525">
              <a:noFill/>
              <a:round/>
              <a:headEnd/>
              <a:tailEnd/>
            </a:ln>
          </p:spPr>
          <p:txBody>
            <a:bodyPr/>
            <a:lstStyle>
              <a:lvl1pPr>
                <a:spcBef>
                  <a:spcPct val="20000"/>
                </a:spcBef>
                <a:buChar char="•"/>
                <a:defRPr sz="2000">
                  <a:solidFill>
                    <a:schemeClr val="accent1"/>
                  </a:solidFill>
                  <a:latin typeface="Arial" panose="020B0604020202020204" pitchFamily="34" charset="0"/>
                  <a:ea typeface="微软雅黑" panose="020B0503020204020204" pitchFamily="34" charset="-122"/>
                </a:defRPr>
              </a:lvl1pPr>
              <a:lvl2pPr marL="742950" indent="-285750">
                <a:spcBef>
                  <a:spcPct val="20000"/>
                </a:spcBef>
                <a:buChar char="–"/>
                <a:defRPr sz="2000">
                  <a:solidFill>
                    <a:schemeClr val="accent1"/>
                  </a:solidFill>
                  <a:latin typeface="Arial" panose="020B0604020202020204" pitchFamily="34" charset="0"/>
                  <a:ea typeface="仿宋_GB2312"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solidFill>
                  <a:schemeClr val="tx1"/>
                </a:solidFill>
                <a:latin typeface="+mn-lt"/>
                <a:ea typeface="+mn-ea"/>
                <a:cs typeface="+mn-ea"/>
                <a:sym typeface="+mn-lt"/>
              </a:endParaRPr>
            </a:p>
          </p:txBody>
        </p:sp>
        <p:sp>
          <p:nvSpPr>
            <p:cNvPr id="8" name="Freeform 10">
              <a:extLst>
                <a:ext uri="{FF2B5EF4-FFF2-40B4-BE49-F238E27FC236}">
                  <a16:creationId xmlns:a16="http://schemas.microsoft.com/office/drawing/2014/main" id="{2FB5DF25-98F1-49AB-B9A7-2A90A7D00855}"/>
                </a:ext>
              </a:extLst>
            </p:cNvPr>
            <p:cNvSpPr>
              <a:spLocks/>
            </p:cNvSpPr>
            <p:nvPr/>
          </p:nvSpPr>
          <p:spPr bwMode="auto">
            <a:xfrm>
              <a:off x="336550" y="142875"/>
              <a:ext cx="206375" cy="342900"/>
            </a:xfrm>
            <a:custGeom>
              <a:avLst/>
              <a:gdLst>
                <a:gd name="T0" fmla="*/ 176893 w 252"/>
                <a:gd name="T1" fmla="*/ 206724 h 418"/>
                <a:gd name="T2" fmla="*/ 111377 w 252"/>
                <a:gd name="T3" fmla="*/ 263328 h 418"/>
                <a:gd name="T4" fmla="*/ 47499 w 252"/>
                <a:gd name="T5" fmla="*/ 318290 h 418"/>
                <a:gd name="T6" fmla="*/ 0 w 252"/>
                <a:gd name="T7" fmla="*/ 287117 h 418"/>
                <a:gd name="T8" fmla="*/ 27844 w 252"/>
                <a:gd name="T9" fmla="*/ 263328 h 418"/>
                <a:gd name="T10" fmla="*/ 94179 w 252"/>
                <a:gd name="T11" fmla="*/ 206724 h 418"/>
                <a:gd name="T12" fmla="*/ 91722 w 252"/>
                <a:gd name="T13" fmla="*/ 126332 h 418"/>
                <a:gd name="T14" fmla="*/ 27844 w 252"/>
                <a:gd name="T15" fmla="*/ 72189 h 418"/>
                <a:gd name="T16" fmla="*/ 0 w 252"/>
                <a:gd name="T17" fmla="*/ 47579 h 418"/>
                <a:gd name="T18" fmla="*/ 45042 w 252"/>
                <a:gd name="T19" fmla="*/ 15586 h 418"/>
                <a:gd name="T20" fmla="*/ 111377 w 252"/>
                <a:gd name="T21" fmla="*/ 72189 h 418"/>
                <a:gd name="T22" fmla="*/ 174436 w 252"/>
                <a:gd name="T23" fmla="*/ 126332 h 418"/>
                <a:gd name="T24" fmla="*/ 176893 w 252"/>
                <a:gd name="T25" fmla="*/ 206724 h 41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52" h="418">
                  <a:moveTo>
                    <a:pt x="216" y="252"/>
                  </a:moveTo>
                  <a:lnTo>
                    <a:pt x="136" y="321"/>
                  </a:lnTo>
                  <a:cubicBezTo>
                    <a:pt x="110" y="343"/>
                    <a:pt x="84" y="365"/>
                    <a:pt x="58" y="388"/>
                  </a:cubicBezTo>
                  <a:cubicBezTo>
                    <a:pt x="21" y="418"/>
                    <a:pt x="5" y="397"/>
                    <a:pt x="0" y="350"/>
                  </a:cubicBezTo>
                  <a:lnTo>
                    <a:pt x="34" y="321"/>
                  </a:lnTo>
                  <a:lnTo>
                    <a:pt x="115" y="252"/>
                  </a:lnTo>
                  <a:cubicBezTo>
                    <a:pt x="143" y="221"/>
                    <a:pt x="150" y="189"/>
                    <a:pt x="112" y="154"/>
                  </a:cubicBezTo>
                  <a:cubicBezTo>
                    <a:pt x="86" y="132"/>
                    <a:pt x="60" y="110"/>
                    <a:pt x="34" y="88"/>
                  </a:cubicBezTo>
                  <a:lnTo>
                    <a:pt x="0" y="58"/>
                  </a:lnTo>
                  <a:cubicBezTo>
                    <a:pt x="4" y="4"/>
                    <a:pt x="25" y="0"/>
                    <a:pt x="55" y="19"/>
                  </a:cubicBezTo>
                  <a:lnTo>
                    <a:pt x="136" y="88"/>
                  </a:lnTo>
                  <a:cubicBezTo>
                    <a:pt x="162" y="110"/>
                    <a:pt x="188" y="132"/>
                    <a:pt x="213" y="154"/>
                  </a:cubicBezTo>
                  <a:cubicBezTo>
                    <a:pt x="252" y="189"/>
                    <a:pt x="244" y="221"/>
                    <a:pt x="216" y="252"/>
                  </a:cubicBezTo>
                  <a:close/>
                </a:path>
              </a:pathLst>
            </a:custGeom>
            <a:solidFill>
              <a:srgbClr val="FFFFFF"/>
            </a:solidFill>
            <a:ln w="9525">
              <a:solidFill>
                <a:schemeClr val="bg1"/>
              </a:solidFill>
              <a:round/>
              <a:headEnd/>
              <a:tailEnd/>
            </a:ln>
          </p:spPr>
          <p:txBody>
            <a:bodyPr/>
            <a:lstStyle/>
            <a:p>
              <a:endParaRPr lang="zh-CN" altLang="en-US">
                <a:cs typeface="+mn-ea"/>
                <a:sym typeface="+mn-lt"/>
              </a:endParaRPr>
            </a:p>
          </p:txBody>
        </p:sp>
        <p:sp>
          <p:nvSpPr>
            <p:cNvPr id="9" name="Freeform 11">
              <a:extLst>
                <a:ext uri="{FF2B5EF4-FFF2-40B4-BE49-F238E27FC236}">
                  <a16:creationId xmlns:a16="http://schemas.microsoft.com/office/drawing/2014/main" id="{565981A4-07A8-4C71-B680-16641F5CCB89}"/>
                </a:ext>
              </a:extLst>
            </p:cNvPr>
            <p:cNvSpPr>
              <a:spLocks/>
            </p:cNvSpPr>
            <p:nvPr/>
          </p:nvSpPr>
          <p:spPr bwMode="auto">
            <a:xfrm>
              <a:off x="141287" y="142875"/>
              <a:ext cx="206375" cy="342900"/>
            </a:xfrm>
            <a:custGeom>
              <a:avLst/>
              <a:gdLst>
                <a:gd name="T0" fmla="*/ 177712 w 252"/>
                <a:gd name="T1" fmla="*/ 206724 h 418"/>
                <a:gd name="T2" fmla="*/ 111377 w 252"/>
                <a:gd name="T3" fmla="*/ 263328 h 418"/>
                <a:gd name="T4" fmla="*/ 48318 w 252"/>
                <a:gd name="T5" fmla="*/ 318290 h 418"/>
                <a:gd name="T6" fmla="*/ 0 w 252"/>
                <a:gd name="T7" fmla="*/ 287117 h 418"/>
                <a:gd name="T8" fmla="*/ 28663 w 252"/>
                <a:gd name="T9" fmla="*/ 263328 h 418"/>
                <a:gd name="T10" fmla="*/ 94179 w 252"/>
                <a:gd name="T11" fmla="*/ 206724 h 418"/>
                <a:gd name="T12" fmla="*/ 91722 w 252"/>
                <a:gd name="T13" fmla="*/ 126332 h 418"/>
                <a:gd name="T14" fmla="*/ 28663 w 252"/>
                <a:gd name="T15" fmla="*/ 72189 h 418"/>
                <a:gd name="T16" fmla="*/ 0 w 252"/>
                <a:gd name="T17" fmla="*/ 47579 h 418"/>
                <a:gd name="T18" fmla="*/ 45861 w 252"/>
                <a:gd name="T19" fmla="*/ 15586 h 418"/>
                <a:gd name="T20" fmla="*/ 111377 w 252"/>
                <a:gd name="T21" fmla="*/ 72189 h 418"/>
                <a:gd name="T22" fmla="*/ 175255 w 252"/>
                <a:gd name="T23" fmla="*/ 126332 h 418"/>
                <a:gd name="T24" fmla="*/ 177712 w 252"/>
                <a:gd name="T25" fmla="*/ 206724 h 41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52" h="418">
                  <a:moveTo>
                    <a:pt x="217" y="252"/>
                  </a:moveTo>
                  <a:lnTo>
                    <a:pt x="136" y="321"/>
                  </a:lnTo>
                  <a:cubicBezTo>
                    <a:pt x="110" y="343"/>
                    <a:pt x="84" y="365"/>
                    <a:pt x="59" y="388"/>
                  </a:cubicBezTo>
                  <a:cubicBezTo>
                    <a:pt x="21" y="418"/>
                    <a:pt x="6" y="397"/>
                    <a:pt x="0" y="350"/>
                  </a:cubicBezTo>
                  <a:lnTo>
                    <a:pt x="35" y="321"/>
                  </a:lnTo>
                  <a:lnTo>
                    <a:pt x="115" y="252"/>
                  </a:lnTo>
                  <a:cubicBezTo>
                    <a:pt x="143" y="221"/>
                    <a:pt x="150" y="189"/>
                    <a:pt x="112" y="154"/>
                  </a:cubicBezTo>
                  <a:cubicBezTo>
                    <a:pt x="86" y="132"/>
                    <a:pt x="60" y="110"/>
                    <a:pt x="35" y="88"/>
                  </a:cubicBezTo>
                  <a:lnTo>
                    <a:pt x="0" y="58"/>
                  </a:lnTo>
                  <a:cubicBezTo>
                    <a:pt x="4" y="4"/>
                    <a:pt x="26" y="0"/>
                    <a:pt x="56" y="19"/>
                  </a:cubicBezTo>
                  <a:lnTo>
                    <a:pt x="136" y="88"/>
                  </a:lnTo>
                  <a:cubicBezTo>
                    <a:pt x="162" y="110"/>
                    <a:pt x="188" y="132"/>
                    <a:pt x="214" y="154"/>
                  </a:cubicBezTo>
                  <a:cubicBezTo>
                    <a:pt x="252" y="189"/>
                    <a:pt x="245" y="221"/>
                    <a:pt x="217" y="252"/>
                  </a:cubicBezTo>
                  <a:close/>
                </a:path>
              </a:pathLst>
            </a:custGeom>
            <a:solidFill>
              <a:srgbClr val="FFFFFF"/>
            </a:solidFill>
            <a:ln w="9525">
              <a:solidFill>
                <a:schemeClr val="bg1"/>
              </a:solidFill>
              <a:round/>
              <a:headEnd/>
              <a:tailEnd/>
            </a:ln>
          </p:spPr>
          <p:txBody>
            <a:bodyPr/>
            <a:lstStyle/>
            <a:p>
              <a:endParaRPr lang="zh-CN" altLang="en-US">
                <a:cs typeface="+mn-ea"/>
                <a:sym typeface="+mn-lt"/>
              </a:endParaRPr>
            </a:p>
          </p:txBody>
        </p:sp>
      </p:grpSp>
      <p:grpSp>
        <p:nvGrpSpPr>
          <p:cNvPr id="10" name="组合 15">
            <a:extLst>
              <a:ext uri="{FF2B5EF4-FFF2-40B4-BE49-F238E27FC236}">
                <a16:creationId xmlns:a16="http://schemas.microsoft.com/office/drawing/2014/main" id="{D027CD98-C395-479F-B59C-20109F1EED87}"/>
              </a:ext>
            </a:extLst>
          </p:cNvPr>
          <p:cNvGrpSpPr>
            <a:grpSpLocks/>
          </p:cNvGrpSpPr>
          <p:nvPr/>
        </p:nvGrpSpPr>
        <p:grpSpPr bwMode="auto">
          <a:xfrm>
            <a:off x="5867400" y="3325813"/>
            <a:ext cx="633413" cy="638175"/>
            <a:chOff x="0" y="0"/>
            <a:chExt cx="633413" cy="636588"/>
          </a:xfrm>
        </p:grpSpPr>
        <p:sp>
          <p:nvSpPr>
            <p:cNvPr id="11" name="Oval 12">
              <a:extLst>
                <a:ext uri="{FF2B5EF4-FFF2-40B4-BE49-F238E27FC236}">
                  <a16:creationId xmlns:a16="http://schemas.microsoft.com/office/drawing/2014/main" id="{78529660-181E-477F-ACBD-D64217AC38F5}"/>
                </a:ext>
              </a:extLst>
            </p:cNvPr>
            <p:cNvSpPr>
              <a:spLocks noChangeArrowheads="1"/>
            </p:cNvSpPr>
            <p:nvPr/>
          </p:nvSpPr>
          <p:spPr bwMode="auto">
            <a:xfrm>
              <a:off x="0" y="0"/>
              <a:ext cx="633413" cy="636588"/>
            </a:xfrm>
            <a:prstGeom prst="ellipse">
              <a:avLst/>
            </a:prstGeom>
            <a:solidFill>
              <a:srgbClr val="344F66"/>
            </a:solidFill>
            <a:ln w="9525">
              <a:noFill/>
              <a:round/>
              <a:headEnd/>
              <a:tailEnd/>
            </a:ln>
          </p:spPr>
          <p:txBody>
            <a:bodyPr/>
            <a:lstStyle>
              <a:lvl1pPr>
                <a:spcBef>
                  <a:spcPct val="20000"/>
                </a:spcBef>
                <a:buChar char="•"/>
                <a:defRPr sz="2000">
                  <a:solidFill>
                    <a:schemeClr val="accent1"/>
                  </a:solidFill>
                  <a:latin typeface="Arial" panose="020B0604020202020204" pitchFamily="34" charset="0"/>
                  <a:ea typeface="微软雅黑" panose="020B0503020204020204" pitchFamily="34" charset="-122"/>
                </a:defRPr>
              </a:lvl1pPr>
              <a:lvl2pPr marL="742950" indent="-285750">
                <a:spcBef>
                  <a:spcPct val="20000"/>
                </a:spcBef>
                <a:buChar char="–"/>
                <a:defRPr sz="2000">
                  <a:solidFill>
                    <a:schemeClr val="accent1"/>
                  </a:solidFill>
                  <a:latin typeface="Arial" panose="020B0604020202020204" pitchFamily="34" charset="0"/>
                  <a:ea typeface="仿宋_GB2312"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solidFill>
                  <a:schemeClr val="tx1"/>
                </a:solidFill>
                <a:latin typeface="+mn-lt"/>
                <a:ea typeface="+mn-ea"/>
                <a:cs typeface="+mn-ea"/>
                <a:sym typeface="+mn-lt"/>
              </a:endParaRPr>
            </a:p>
          </p:txBody>
        </p:sp>
        <p:sp>
          <p:nvSpPr>
            <p:cNvPr id="12" name="Freeform 13">
              <a:extLst>
                <a:ext uri="{FF2B5EF4-FFF2-40B4-BE49-F238E27FC236}">
                  <a16:creationId xmlns:a16="http://schemas.microsoft.com/office/drawing/2014/main" id="{BFDAB553-F265-4900-967B-ED1EBE475FAA}"/>
                </a:ext>
              </a:extLst>
            </p:cNvPr>
            <p:cNvSpPr>
              <a:spLocks/>
            </p:cNvSpPr>
            <p:nvPr/>
          </p:nvSpPr>
          <p:spPr bwMode="auto">
            <a:xfrm>
              <a:off x="338138" y="142875"/>
              <a:ext cx="206375" cy="342900"/>
            </a:xfrm>
            <a:custGeom>
              <a:avLst/>
              <a:gdLst>
                <a:gd name="T0" fmla="*/ 177712 w 252"/>
                <a:gd name="T1" fmla="*/ 206724 h 418"/>
                <a:gd name="T2" fmla="*/ 111377 w 252"/>
                <a:gd name="T3" fmla="*/ 263328 h 418"/>
                <a:gd name="T4" fmla="*/ 48318 w 252"/>
                <a:gd name="T5" fmla="*/ 318290 h 418"/>
                <a:gd name="T6" fmla="*/ 0 w 252"/>
                <a:gd name="T7" fmla="*/ 287117 h 418"/>
                <a:gd name="T8" fmla="*/ 28663 w 252"/>
                <a:gd name="T9" fmla="*/ 263328 h 418"/>
                <a:gd name="T10" fmla="*/ 94179 w 252"/>
                <a:gd name="T11" fmla="*/ 206724 h 418"/>
                <a:gd name="T12" fmla="*/ 91722 w 252"/>
                <a:gd name="T13" fmla="*/ 126332 h 418"/>
                <a:gd name="T14" fmla="*/ 28663 w 252"/>
                <a:gd name="T15" fmla="*/ 72189 h 418"/>
                <a:gd name="T16" fmla="*/ 0 w 252"/>
                <a:gd name="T17" fmla="*/ 47579 h 418"/>
                <a:gd name="T18" fmla="*/ 45861 w 252"/>
                <a:gd name="T19" fmla="*/ 15586 h 418"/>
                <a:gd name="T20" fmla="*/ 111377 w 252"/>
                <a:gd name="T21" fmla="*/ 72189 h 418"/>
                <a:gd name="T22" fmla="*/ 175255 w 252"/>
                <a:gd name="T23" fmla="*/ 126332 h 418"/>
                <a:gd name="T24" fmla="*/ 177712 w 252"/>
                <a:gd name="T25" fmla="*/ 206724 h 41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52" h="418">
                  <a:moveTo>
                    <a:pt x="217" y="252"/>
                  </a:moveTo>
                  <a:lnTo>
                    <a:pt x="136" y="321"/>
                  </a:lnTo>
                  <a:cubicBezTo>
                    <a:pt x="110" y="343"/>
                    <a:pt x="84" y="365"/>
                    <a:pt x="59" y="388"/>
                  </a:cubicBezTo>
                  <a:cubicBezTo>
                    <a:pt x="21" y="418"/>
                    <a:pt x="6" y="397"/>
                    <a:pt x="0" y="350"/>
                  </a:cubicBezTo>
                  <a:lnTo>
                    <a:pt x="35" y="321"/>
                  </a:lnTo>
                  <a:lnTo>
                    <a:pt x="115" y="252"/>
                  </a:lnTo>
                  <a:cubicBezTo>
                    <a:pt x="143" y="221"/>
                    <a:pt x="150" y="189"/>
                    <a:pt x="112" y="154"/>
                  </a:cubicBezTo>
                  <a:cubicBezTo>
                    <a:pt x="86" y="132"/>
                    <a:pt x="60" y="110"/>
                    <a:pt x="35" y="88"/>
                  </a:cubicBezTo>
                  <a:lnTo>
                    <a:pt x="0" y="58"/>
                  </a:lnTo>
                  <a:cubicBezTo>
                    <a:pt x="4" y="4"/>
                    <a:pt x="26" y="0"/>
                    <a:pt x="56" y="19"/>
                  </a:cubicBezTo>
                  <a:lnTo>
                    <a:pt x="136" y="88"/>
                  </a:lnTo>
                  <a:cubicBezTo>
                    <a:pt x="162" y="110"/>
                    <a:pt x="188" y="132"/>
                    <a:pt x="214" y="154"/>
                  </a:cubicBezTo>
                  <a:cubicBezTo>
                    <a:pt x="252" y="189"/>
                    <a:pt x="245" y="221"/>
                    <a:pt x="217" y="252"/>
                  </a:cubicBezTo>
                  <a:close/>
                </a:path>
              </a:pathLst>
            </a:custGeom>
            <a:solidFill>
              <a:srgbClr val="FFFFFF"/>
            </a:solidFill>
            <a:ln w="9525">
              <a:solidFill>
                <a:schemeClr val="bg1"/>
              </a:solidFill>
              <a:round/>
              <a:headEnd/>
              <a:tailEnd/>
            </a:ln>
          </p:spPr>
          <p:txBody>
            <a:bodyPr/>
            <a:lstStyle/>
            <a:p>
              <a:endParaRPr lang="zh-CN" altLang="en-US">
                <a:cs typeface="+mn-ea"/>
                <a:sym typeface="+mn-lt"/>
              </a:endParaRPr>
            </a:p>
          </p:txBody>
        </p:sp>
        <p:sp>
          <p:nvSpPr>
            <p:cNvPr id="13" name="Freeform 14">
              <a:extLst>
                <a:ext uri="{FF2B5EF4-FFF2-40B4-BE49-F238E27FC236}">
                  <a16:creationId xmlns:a16="http://schemas.microsoft.com/office/drawing/2014/main" id="{82615B30-3096-4843-8C5E-1F9AAE6DAE59}"/>
                </a:ext>
              </a:extLst>
            </p:cNvPr>
            <p:cNvSpPr>
              <a:spLocks/>
            </p:cNvSpPr>
            <p:nvPr/>
          </p:nvSpPr>
          <p:spPr bwMode="auto">
            <a:xfrm>
              <a:off x="142875" y="142875"/>
              <a:ext cx="206375" cy="342900"/>
            </a:xfrm>
            <a:custGeom>
              <a:avLst/>
              <a:gdLst>
                <a:gd name="T0" fmla="*/ 177712 w 252"/>
                <a:gd name="T1" fmla="*/ 206724 h 418"/>
                <a:gd name="T2" fmla="*/ 111377 w 252"/>
                <a:gd name="T3" fmla="*/ 263328 h 418"/>
                <a:gd name="T4" fmla="*/ 48318 w 252"/>
                <a:gd name="T5" fmla="*/ 318290 h 418"/>
                <a:gd name="T6" fmla="*/ 819 w 252"/>
                <a:gd name="T7" fmla="*/ 287117 h 418"/>
                <a:gd name="T8" fmla="*/ 28663 w 252"/>
                <a:gd name="T9" fmla="*/ 263328 h 418"/>
                <a:gd name="T10" fmla="*/ 94179 w 252"/>
                <a:gd name="T11" fmla="*/ 206724 h 418"/>
                <a:gd name="T12" fmla="*/ 91722 w 252"/>
                <a:gd name="T13" fmla="*/ 126332 h 418"/>
                <a:gd name="T14" fmla="*/ 28663 w 252"/>
                <a:gd name="T15" fmla="*/ 72189 h 418"/>
                <a:gd name="T16" fmla="*/ 0 w 252"/>
                <a:gd name="T17" fmla="*/ 47579 h 418"/>
                <a:gd name="T18" fmla="*/ 45861 w 252"/>
                <a:gd name="T19" fmla="*/ 15586 h 418"/>
                <a:gd name="T20" fmla="*/ 111377 w 252"/>
                <a:gd name="T21" fmla="*/ 72189 h 418"/>
                <a:gd name="T22" fmla="*/ 175255 w 252"/>
                <a:gd name="T23" fmla="*/ 126332 h 418"/>
                <a:gd name="T24" fmla="*/ 177712 w 252"/>
                <a:gd name="T25" fmla="*/ 206724 h 41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52" h="418">
                  <a:moveTo>
                    <a:pt x="217" y="252"/>
                  </a:moveTo>
                  <a:lnTo>
                    <a:pt x="136" y="321"/>
                  </a:lnTo>
                  <a:cubicBezTo>
                    <a:pt x="111" y="343"/>
                    <a:pt x="85" y="365"/>
                    <a:pt x="59" y="388"/>
                  </a:cubicBezTo>
                  <a:cubicBezTo>
                    <a:pt x="22" y="418"/>
                    <a:pt x="6" y="397"/>
                    <a:pt x="1" y="350"/>
                  </a:cubicBezTo>
                  <a:lnTo>
                    <a:pt x="35" y="321"/>
                  </a:lnTo>
                  <a:lnTo>
                    <a:pt x="115" y="252"/>
                  </a:lnTo>
                  <a:cubicBezTo>
                    <a:pt x="143" y="221"/>
                    <a:pt x="151" y="189"/>
                    <a:pt x="112" y="154"/>
                  </a:cubicBezTo>
                  <a:cubicBezTo>
                    <a:pt x="86" y="132"/>
                    <a:pt x="61" y="110"/>
                    <a:pt x="35" y="88"/>
                  </a:cubicBezTo>
                  <a:lnTo>
                    <a:pt x="0" y="58"/>
                  </a:lnTo>
                  <a:cubicBezTo>
                    <a:pt x="4" y="4"/>
                    <a:pt x="26" y="0"/>
                    <a:pt x="56" y="19"/>
                  </a:cubicBezTo>
                  <a:lnTo>
                    <a:pt x="136" y="88"/>
                  </a:lnTo>
                  <a:cubicBezTo>
                    <a:pt x="162" y="110"/>
                    <a:pt x="188" y="132"/>
                    <a:pt x="214" y="154"/>
                  </a:cubicBezTo>
                  <a:cubicBezTo>
                    <a:pt x="252" y="189"/>
                    <a:pt x="245" y="221"/>
                    <a:pt x="217" y="252"/>
                  </a:cubicBezTo>
                  <a:close/>
                </a:path>
              </a:pathLst>
            </a:custGeom>
            <a:solidFill>
              <a:srgbClr val="FFFFFF"/>
            </a:solidFill>
            <a:ln w="9525">
              <a:solidFill>
                <a:schemeClr val="bg1"/>
              </a:solidFill>
              <a:round/>
              <a:headEnd/>
              <a:tailEnd/>
            </a:ln>
          </p:spPr>
          <p:txBody>
            <a:bodyPr/>
            <a:lstStyle/>
            <a:p>
              <a:endParaRPr lang="zh-CN" altLang="en-US">
                <a:cs typeface="+mn-ea"/>
                <a:sym typeface="+mn-lt"/>
              </a:endParaRPr>
            </a:p>
          </p:txBody>
        </p:sp>
      </p:grpSp>
      <p:grpSp>
        <p:nvGrpSpPr>
          <p:cNvPr id="14" name="组合 19">
            <a:extLst>
              <a:ext uri="{FF2B5EF4-FFF2-40B4-BE49-F238E27FC236}">
                <a16:creationId xmlns:a16="http://schemas.microsoft.com/office/drawing/2014/main" id="{555BE6E1-6FF2-4997-80E6-922E350E1954}"/>
              </a:ext>
            </a:extLst>
          </p:cNvPr>
          <p:cNvGrpSpPr>
            <a:grpSpLocks/>
          </p:cNvGrpSpPr>
          <p:nvPr/>
        </p:nvGrpSpPr>
        <p:grpSpPr bwMode="auto">
          <a:xfrm>
            <a:off x="8728075" y="3325813"/>
            <a:ext cx="633413" cy="638175"/>
            <a:chOff x="0" y="0"/>
            <a:chExt cx="633413" cy="636588"/>
          </a:xfrm>
        </p:grpSpPr>
        <p:sp>
          <p:nvSpPr>
            <p:cNvPr id="15" name="Oval 15">
              <a:extLst>
                <a:ext uri="{FF2B5EF4-FFF2-40B4-BE49-F238E27FC236}">
                  <a16:creationId xmlns:a16="http://schemas.microsoft.com/office/drawing/2014/main" id="{C88359CD-AD75-4B48-9E04-930879640EF1}"/>
                </a:ext>
              </a:extLst>
            </p:cNvPr>
            <p:cNvSpPr>
              <a:spLocks noChangeArrowheads="1"/>
            </p:cNvSpPr>
            <p:nvPr/>
          </p:nvSpPr>
          <p:spPr bwMode="auto">
            <a:xfrm>
              <a:off x="0" y="0"/>
              <a:ext cx="633413" cy="636588"/>
            </a:xfrm>
            <a:prstGeom prst="ellipse">
              <a:avLst/>
            </a:prstGeom>
            <a:solidFill>
              <a:srgbClr val="344F66"/>
            </a:solidFill>
            <a:ln w="9525">
              <a:noFill/>
              <a:round/>
              <a:headEnd/>
              <a:tailEnd/>
            </a:ln>
          </p:spPr>
          <p:txBody>
            <a:bodyPr/>
            <a:lstStyle>
              <a:lvl1pPr>
                <a:spcBef>
                  <a:spcPct val="20000"/>
                </a:spcBef>
                <a:buChar char="•"/>
                <a:defRPr sz="2000">
                  <a:solidFill>
                    <a:schemeClr val="accent1"/>
                  </a:solidFill>
                  <a:latin typeface="Arial" panose="020B0604020202020204" pitchFamily="34" charset="0"/>
                  <a:ea typeface="微软雅黑" panose="020B0503020204020204" pitchFamily="34" charset="-122"/>
                </a:defRPr>
              </a:lvl1pPr>
              <a:lvl2pPr marL="742950" indent="-285750">
                <a:spcBef>
                  <a:spcPct val="20000"/>
                </a:spcBef>
                <a:buChar char="–"/>
                <a:defRPr sz="2000">
                  <a:solidFill>
                    <a:schemeClr val="accent1"/>
                  </a:solidFill>
                  <a:latin typeface="Arial" panose="020B0604020202020204" pitchFamily="34" charset="0"/>
                  <a:ea typeface="仿宋_GB2312"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solidFill>
                  <a:schemeClr val="tx1"/>
                </a:solidFill>
                <a:latin typeface="+mn-lt"/>
                <a:ea typeface="+mn-ea"/>
                <a:cs typeface="+mn-ea"/>
                <a:sym typeface="+mn-lt"/>
              </a:endParaRPr>
            </a:p>
          </p:txBody>
        </p:sp>
        <p:sp>
          <p:nvSpPr>
            <p:cNvPr id="16" name="Freeform 16">
              <a:extLst>
                <a:ext uri="{FF2B5EF4-FFF2-40B4-BE49-F238E27FC236}">
                  <a16:creationId xmlns:a16="http://schemas.microsoft.com/office/drawing/2014/main" id="{CD5D9874-CD8F-47DD-ACDB-A81378C0D995}"/>
                </a:ext>
              </a:extLst>
            </p:cNvPr>
            <p:cNvSpPr>
              <a:spLocks/>
            </p:cNvSpPr>
            <p:nvPr/>
          </p:nvSpPr>
          <p:spPr bwMode="auto">
            <a:xfrm>
              <a:off x="338138" y="142875"/>
              <a:ext cx="206375" cy="342900"/>
            </a:xfrm>
            <a:custGeom>
              <a:avLst/>
              <a:gdLst>
                <a:gd name="T0" fmla="*/ 177712 w 252"/>
                <a:gd name="T1" fmla="*/ 206724 h 418"/>
                <a:gd name="T2" fmla="*/ 111377 w 252"/>
                <a:gd name="T3" fmla="*/ 263328 h 418"/>
                <a:gd name="T4" fmla="*/ 48318 w 252"/>
                <a:gd name="T5" fmla="*/ 318290 h 418"/>
                <a:gd name="T6" fmla="*/ 0 w 252"/>
                <a:gd name="T7" fmla="*/ 287117 h 418"/>
                <a:gd name="T8" fmla="*/ 27844 w 252"/>
                <a:gd name="T9" fmla="*/ 263328 h 418"/>
                <a:gd name="T10" fmla="*/ 94179 w 252"/>
                <a:gd name="T11" fmla="*/ 206724 h 418"/>
                <a:gd name="T12" fmla="*/ 91722 w 252"/>
                <a:gd name="T13" fmla="*/ 126332 h 418"/>
                <a:gd name="T14" fmla="*/ 27844 w 252"/>
                <a:gd name="T15" fmla="*/ 72189 h 418"/>
                <a:gd name="T16" fmla="*/ 0 w 252"/>
                <a:gd name="T17" fmla="*/ 47579 h 418"/>
                <a:gd name="T18" fmla="*/ 45861 w 252"/>
                <a:gd name="T19" fmla="*/ 15586 h 418"/>
                <a:gd name="T20" fmla="*/ 111377 w 252"/>
                <a:gd name="T21" fmla="*/ 72189 h 418"/>
                <a:gd name="T22" fmla="*/ 174436 w 252"/>
                <a:gd name="T23" fmla="*/ 126332 h 418"/>
                <a:gd name="T24" fmla="*/ 177712 w 252"/>
                <a:gd name="T25" fmla="*/ 206724 h 41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52" h="418">
                  <a:moveTo>
                    <a:pt x="217" y="252"/>
                  </a:moveTo>
                  <a:lnTo>
                    <a:pt x="136" y="321"/>
                  </a:lnTo>
                  <a:cubicBezTo>
                    <a:pt x="110" y="343"/>
                    <a:pt x="84" y="365"/>
                    <a:pt x="59" y="388"/>
                  </a:cubicBezTo>
                  <a:cubicBezTo>
                    <a:pt x="21" y="418"/>
                    <a:pt x="6" y="397"/>
                    <a:pt x="0" y="350"/>
                  </a:cubicBezTo>
                  <a:lnTo>
                    <a:pt x="34" y="321"/>
                  </a:lnTo>
                  <a:lnTo>
                    <a:pt x="115" y="252"/>
                  </a:lnTo>
                  <a:cubicBezTo>
                    <a:pt x="143" y="221"/>
                    <a:pt x="150" y="189"/>
                    <a:pt x="112" y="154"/>
                  </a:cubicBezTo>
                  <a:cubicBezTo>
                    <a:pt x="86" y="132"/>
                    <a:pt x="60" y="110"/>
                    <a:pt x="34" y="88"/>
                  </a:cubicBezTo>
                  <a:lnTo>
                    <a:pt x="0" y="58"/>
                  </a:lnTo>
                  <a:cubicBezTo>
                    <a:pt x="4" y="4"/>
                    <a:pt x="25" y="0"/>
                    <a:pt x="56" y="19"/>
                  </a:cubicBezTo>
                  <a:lnTo>
                    <a:pt x="136" y="88"/>
                  </a:lnTo>
                  <a:cubicBezTo>
                    <a:pt x="162" y="110"/>
                    <a:pt x="188" y="132"/>
                    <a:pt x="213" y="154"/>
                  </a:cubicBezTo>
                  <a:cubicBezTo>
                    <a:pt x="252" y="189"/>
                    <a:pt x="245" y="221"/>
                    <a:pt x="217" y="252"/>
                  </a:cubicBezTo>
                  <a:close/>
                </a:path>
              </a:pathLst>
            </a:custGeom>
            <a:solidFill>
              <a:srgbClr val="FFFFFF"/>
            </a:solidFill>
            <a:ln w="9525">
              <a:solidFill>
                <a:schemeClr val="bg1"/>
              </a:solidFill>
              <a:round/>
              <a:headEnd/>
              <a:tailEnd/>
            </a:ln>
          </p:spPr>
          <p:txBody>
            <a:bodyPr/>
            <a:lstStyle/>
            <a:p>
              <a:endParaRPr lang="zh-CN" altLang="en-US">
                <a:cs typeface="+mn-ea"/>
                <a:sym typeface="+mn-lt"/>
              </a:endParaRPr>
            </a:p>
          </p:txBody>
        </p:sp>
        <p:sp>
          <p:nvSpPr>
            <p:cNvPr id="17" name="Freeform 17">
              <a:extLst>
                <a:ext uri="{FF2B5EF4-FFF2-40B4-BE49-F238E27FC236}">
                  <a16:creationId xmlns:a16="http://schemas.microsoft.com/office/drawing/2014/main" id="{D20D700F-3A91-46E7-9C32-62BD4ABF3699}"/>
                </a:ext>
              </a:extLst>
            </p:cNvPr>
            <p:cNvSpPr>
              <a:spLocks/>
            </p:cNvSpPr>
            <p:nvPr/>
          </p:nvSpPr>
          <p:spPr bwMode="auto">
            <a:xfrm>
              <a:off x="142875" y="142875"/>
              <a:ext cx="206375" cy="342900"/>
            </a:xfrm>
            <a:custGeom>
              <a:avLst/>
              <a:gdLst>
                <a:gd name="T0" fmla="*/ 177712 w 252"/>
                <a:gd name="T1" fmla="*/ 206724 h 418"/>
                <a:gd name="T2" fmla="*/ 111377 w 252"/>
                <a:gd name="T3" fmla="*/ 263328 h 418"/>
                <a:gd name="T4" fmla="*/ 48318 w 252"/>
                <a:gd name="T5" fmla="*/ 318290 h 418"/>
                <a:gd name="T6" fmla="*/ 819 w 252"/>
                <a:gd name="T7" fmla="*/ 287117 h 418"/>
                <a:gd name="T8" fmla="*/ 28663 w 252"/>
                <a:gd name="T9" fmla="*/ 263328 h 418"/>
                <a:gd name="T10" fmla="*/ 94179 w 252"/>
                <a:gd name="T11" fmla="*/ 206724 h 418"/>
                <a:gd name="T12" fmla="*/ 91722 w 252"/>
                <a:gd name="T13" fmla="*/ 126332 h 418"/>
                <a:gd name="T14" fmla="*/ 28663 w 252"/>
                <a:gd name="T15" fmla="*/ 72189 h 418"/>
                <a:gd name="T16" fmla="*/ 0 w 252"/>
                <a:gd name="T17" fmla="*/ 47579 h 418"/>
                <a:gd name="T18" fmla="*/ 45861 w 252"/>
                <a:gd name="T19" fmla="*/ 15586 h 418"/>
                <a:gd name="T20" fmla="*/ 111377 w 252"/>
                <a:gd name="T21" fmla="*/ 72189 h 418"/>
                <a:gd name="T22" fmla="*/ 175255 w 252"/>
                <a:gd name="T23" fmla="*/ 126332 h 418"/>
                <a:gd name="T24" fmla="*/ 177712 w 252"/>
                <a:gd name="T25" fmla="*/ 206724 h 41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52" h="418">
                  <a:moveTo>
                    <a:pt x="217" y="252"/>
                  </a:moveTo>
                  <a:lnTo>
                    <a:pt x="136" y="321"/>
                  </a:lnTo>
                  <a:cubicBezTo>
                    <a:pt x="110" y="343"/>
                    <a:pt x="85" y="365"/>
                    <a:pt x="59" y="388"/>
                  </a:cubicBezTo>
                  <a:cubicBezTo>
                    <a:pt x="21" y="418"/>
                    <a:pt x="6" y="397"/>
                    <a:pt x="1" y="350"/>
                  </a:cubicBezTo>
                  <a:lnTo>
                    <a:pt x="35" y="321"/>
                  </a:lnTo>
                  <a:lnTo>
                    <a:pt x="115" y="252"/>
                  </a:lnTo>
                  <a:cubicBezTo>
                    <a:pt x="143" y="221"/>
                    <a:pt x="151" y="189"/>
                    <a:pt x="112" y="154"/>
                  </a:cubicBezTo>
                  <a:cubicBezTo>
                    <a:pt x="86" y="132"/>
                    <a:pt x="60" y="110"/>
                    <a:pt x="35" y="88"/>
                  </a:cubicBezTo>
                  <a:lnTo>
                    <a:pt x="0" y="58"/>
                  </a:lnTo>
                  <a:cubicBezTo>
                    <a:pt x="4" y="4"/>
                    <a:pt x="26" y="0"/>
                    <a:pt x="56" y="19"/>
                  </a:cubicBezTo>
                  <a:lnTo>
                    <a:pt x="136" y="88"/>
                  </a:lnTo>
                  <a:cubicBezTo>
                    <a:pt x="162" y="110"/>
                    <a:pt x="188" y="132"/>
                    <a:pt x="214" y="154"/>
                  </a:cubicBezTo>
                  <a:cubicBezTo>
                    <a:pt x="252" y="189"/>
                    <a:pt x="245" y="221"/>
                    <a:pt x="217" y="252"/>
                  </a:cubicBezTo>
                  <a:close/>
                </a:path>
              </a:pathLst>
            </a:custGeom>
            <a:solidFill>
              <a:srgbClr val="FFFFFF"/>
            </a:solidFill>
            <a:ln w="9525">
              <a:solidFill>
                <a:schemeClr val="bg1"/>
              </a:solidFill>
              <a:round/>
              <a:headEnd/>
              <a:tailEnd/>
            </a:ln>
          </p:spPr>
          <p:txBody>
            <a:bodyPr/>
            <a:lstStyle/>
            <a:p>
              <a:endParaRPr lang="zh-CN" altLang="en-US">
                <a:cs typeface="+mn-ea"/>
                <a:sym typeface="+mn-lt"/>
              </a:endParaRPr>
            </a:p>
          </p:txBody>
        </p:sp>
      </p:grpSp>
      <p:grpSp>
        <p:nvGrpSpPr>
          <p:cNvPr id="18" name="组合 23">
            <a:extLst>
              <a:ext uri="{FF2B5EF4-FFF2-40B4-BE49-F238E27FC236}">
                <a16:creationId xmlns:a16="http://schemas.microsoft.com/office/drawing/2014/main" id="{25469D57-CD99-4747-BE5A-CB2167E224F5}"/>
              </a:ext>
            </a:extLst>
          </p:cNvPr>
          <p:cNvGrpSpPr>
            <a:grpSpLocks/>
          </p:cNvGrpSpPr>
          <p:nvPr/>
        </p:nvGrpSpPr>
        <p:grpSpPr bwMode="auto">
          <a:xfrm>
            <a:off x="1454150" y="1938338"/>
            <a:ext cx="930275" cy="939800"/>
            <a:chOff x="0" y="0"/>
            <a:chExt cx="930275" cy="938213"/>
          </a:xfrm>
        </p:grpSpPr>
        <p:sp>
          <p:nvSpPr>
            <p:cNvPr id="19" name="Oval 18">
              <a:extLst>
                <a:ext uri="{FF2B5EF4-FFF2-40B4-BE49-F238E27FC236}">
                  <a16:creationId xmlns:a16="http://schemas.microsoft.com/office/drawing/2014/main" id="{4B4B5AFB-2D3F-4FA7-B0FF-43115FEA08A5}"/>
                </a:ext>
              </a:extLst>
            </p:cNvPr>
            <p:cNvSpPr>
              <a:spLocks noChangeArrowheads="1"/>
            </p:cNvSpPr>
            <p:nvPr/>
          </p:nvSpPr>
          <p:spPr bwMode="auto">
            <a:xfrm>
              <a:off x="0" y="0"/>
              <a:ext cx="930275" cy="938213"/>
            </a:xfrm>
            <a:prstGeom prst="ellipse">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har char="•"/>
                <a:defRPr sz="2000">
                  <a:solidFill>
                    <a:schemeClr val="accent1"/>
                  </a:solidFill>
                  <a:latin typeface="Arial" panose="020B0604020202020204" pitchFamily="34" charset="0"/>
                  <a:ea typeface="微软雅黑" panose="020B0503020204020204" pitchFamily="34" charset="-122"/>
                </a:defRPr>
              </a:lvl1pPr>
              <a:lvl2pPr marL="742950" indent="-285750">
                <a:spcBef>
                  <a:spcPct val="20000"/>
                </a:spcBef>
                <a:buChar char="–"/>
                <a:defRPr sz="2000">
                  <a:solidFill>
                    <a:schemeClr val="accent1"/>
                  </a:solidFill>
                  <a:latin typeface="Arial" panose="020B0604020202020204" pitchFamily="34" charset="0"/>
                  <a:ea typeface="仿宋_GB2312"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solidFill>
                  <a:schemeClr val="tx1"/>
                </a:solidFill>
                <a:latin typeface="+mn-lt"/>
                <a:ea typeface="+mn-ea"/>
                <a:cs typeface="+mn-ea"/>
                <a:sym typeface="+mn-lt"/>
              </a:endParaRPr>
            </a:p>
          </p:txBody>
        </p:sp>
        <p:sp>
          <p:nvSpPr>
            <p:cNvPr id="20" name="TextBox 25">
              <a:extLst>
                <a:ext uri="{FF2B5EF4-FFF2-40B4-BE49-F238E27FC236}">
                  <a16:creationId xmlns:a16="http://schemas.microsoft.com/office/drawing/2014/main" id="{F21542E3-28D7-450B-B4CD-42D79FD3E75C}"/>
                </a:ext>
              </a:extLst>
            </p:cNvPr>
            <p:cNvSpPr txBox="1">
              <a:spLocks noChangeArrowheads="1"/>
            </p:cNvSpPr>
            <p:nvPr/>
          </p:nvSpPr>
          <p:spPr bwMode="auto">
            <a:xfrm>
              <a:off x="132353" y="176718"/>
              <a:ext cx="69121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000">
                  <a:solidFill>
                    <a:schemeClr val="accent1"/>
                  </a:solidFill>
                  <a:latin typeface="Arial" panose="020B0604020202020204" pitchFamily="34" charset="0"/>
                  <a:ea typeface="微软雅黑" panose="020B0503020204020204" pitchFamily="34" charset="-122"/>
                </a:defRPr>
              </a:lvl1pPr>
              <a:lvl2pPr marL="742950" indent="-285750">
                <a:spcBef>
                  <a:spcPct val="20000"/>
                </a:spcBef>
                <a:buChar char="–"/>
                <a:defRPr sz="2000">
                  <a:solidFill>
                    <a:schemeClr val="accent1"/>
                  </a:solidFill>
                  <a:latin typeface="Arial" panose="020B0604020202020204" pitchFamily="34" charset="0"/>
                  <a:ea typeface="仿宋_GB2312"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3200" b="1">
                  <a:solidFill>
                    <a:schemeClr val="tx1"/>
                  </a:solidFill>
                  <a:latin typeface="+mn-lt"/>
                  <a:ea typeface="+mn-ea"/>
                  <a:cs typeface="+mn-ea"/>
                  <a:sym typeface="+mn-lt"/>
                </a:rPr>
                <a:t>01</a:t>
              </a:r>
              <a:endParaRPr lang="zh-CN" altLang="en-US" sz="3200" b="1">
                <a:solidFill>
                  <a:schemeClr val="tx1"/>
                </a:solidFill>
                <a:latin typeface="+mn-lt"/>
                <a:ea typeface="+mn-ea"/>
                <a:cs typeface="+mn-ea"/>
                <a:sym typeface="+mn-lt"/>
              </a:endParaRPr>
            </a:p>
          </p:txBody>
        </p:sp>
      </p:grpSp>
      <p:sp>
        <p:nvSpPr>
          <p:cNvPr id="21" name="矩形 26">
            <a:extLst>
              <a:ext uri="{FF2B5EF4-FFF2-40B4-BE49-F238E27FC236}">
                <a16:creationId xmlns:a16="http://schemas.microsoft.com/office/drawing/2014/main" id="{5CC906C9-187F-4212-B827-A2539D89D83A}"/>
              </a:ext>
            </a:extLst>
          </p:cNvPr>
          <p:cNvSpPr>
            <a:spLocks noChangeArrowheads="1"/>
          </p:cNvSpPr>
          <p:nvPr/>
        </p:nvSpPr>
        <p:spPr bwMode="auto">
          <a:xfrm>
            <a:off x="862013" y="2919413"/>
            <a:ext cx="2090737"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000">
                <a:solidFill>
                  <a:schemeClr val="accent1"/>
                </a:solidFill>
                <a:latin typeface="Arial" panose="020B0604020202020204" pitchFamily="34" charset="0"/>
                <a:ea typeface="微软雅黑" panose="020B0503020204020204" pitchFamily="34" charset="-122"/>
              </a:defRPr>
            </a:lvl1pPr>
            <a:lvl2pPr marL="742950" indent="-285750">
              <a:spcBef>
                <a:spcPct val="20000"/>
              </a:spcBef>
              <a:buChar char="–"/>
              <a:defRPr sz="2000">
                <a:solidFill>
                  <a:schemeClr val="accent1"/>
                </a:solidFill>
                <a:latin typeface="Arial" panose="020B0604020202020204" pitchFamily="34" charset="0"/>
                <a:ea typeface="仿宋_GB2312"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a:spcBef>
                <a:spcPct val="0"/>
              </a:spcBef>
              <a:buNone/>
            </a:pPr>
            <a:r>
              <a:rPr lang="zh-CN" altLang="en-US" sz="1800" dirty="0">
                <a:solidFill>
                  <a:schemeClr val="bg1"/>
                </a:solidFill>
                <a:latin typeface="+mn-lt"/>
                <a:ea typeface="+mn-ea"/>
                <a:cs typeface="+mn-ea"/>
                <a:sym typeface="+mn-lt"/>
              </a:rPr>
              <a:t>基于 </a:t>
            </a:r>
            <a:r>
              <a:rPr lang="en-US" altLang="zh-CN" sz="1800" dirty="0">
                <a:solidFill>
                  <a:schemeClr val="bg1"/>
                </a:solidFill>
                <a:latin typeface="+mn-lt"/>
                <a:ea typeface="+mn-ea"/>
                <a:cs typeface="+mn-ea"/>
                <a:sym typeface="+mn-lt"/>
              </a:rPr>
              <a:t>Transformer </a:t>
            </a:r>
            <a:r>
              <a:rPr lang="zh-CN" altLang="en-US" sz="1800" dirty="0">
                <a:solidFill>
                  <a:schemeClr val="bg1"/>
                </a:solidFill>
                <a:latin typeface="+mn-lt"/>
                <a:ea typeface="+mn-ea"/>
                <a:cs typeface="+mn-ea"/>
                <a:sym typeface="+mn-lt"/>
              </a:rPr>
              <a:t>对长篇司法文本进行上下文语义建模，提升案件事实的整体语义表示能力。</a:t>
            </a:r>
          </a:p>
        </p:txBody>
      </p:sp>
      <p:sp>
        <p:nvSpPr>
          <p:cNvPr id="22" name="矩形 27">
            <a:extLst>
              <a:ext uri="{FF2B5EF4-FFF2-40B4-BE49-F238E27FC236}">
                <a16:creationId xmlns:a16="http://schemas.microsoft.com/office/drawing/2014/main" id="{3817720E-970A-476A-AD0F-B143C608731F}"/>
              </a:ext>
            </a:extLst>
          </p:cNvPr>
          <p:cNvSpPr>
            <a:spLocks noChangeArrowheads="1"/>
          </p:cNvSpPr>
          <p:nvPr/>
        </p:nvSpPr>
        <p:spPr bwMode="auto">
          <a:xfrm>
            <a:off x="3702050" y="2919413"/>
            <a:ext cx="2089150"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000">
                <a:solidFill>
                  <a:schemeClr val="accent1"/>
                </a:solidFill>
                <a:latin typeface="Arial" panose="020B0604020202020204" pitchFamily="34" charset="0"/>
                <a:ea typeface="微软雅黑" panose="020B0503020204020204" pitchFamily="34" charset="-122"/>
              </a:defRPr>
            </a:lvl1pPr>
            <a:lvl2pPr marL="742950" indent="-285750">
              <a:spcBef>
                <a:spcPct val="20000"/>
              </a:spcBef>
              <a:buChar char="–"/>
              <a:defRPr sz="2000">
                <a:solidFill>
                  <a:schemeClr val="accent1"/>
                </a:solidFill>
                <a:latin typeface="Arial" panose="020B0604020202020204" pitchFamily="34" charset="0"/>
                <a:ea typeface="仿宋_GB2312"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a:spcBef>
                <a:spcPct val="0"/>
              </a:spcBef>
              <a:buNone/>
            </a:pPr>
            <a:r>
              <a:rPr lang="zh-CN" altLang="en-US" sz="1800" dirty="0">
                <a:solidFill>
                  <a:schemeClr val="bg1"/>
                </a:solidFill>
                <a:latin typeface="+mn-lt"/>
                <a:ea typeface="+mn-ea"/>
                <a:cs typeface="+mn-ea"/>
                <a:sym typeface="+mn-lt"/>
              </a:rPr>
              <a:t>将“一案多罪”问题建模为多标签文本分类任务，实现多个罪名的联合预测。</a:t>
            </a:r>
          </a:p>
        </p:txBody>
      </p:sp>
      <p:sp>
        <p:nvSpPr>
          <p:cNvPr id="23" name="矩形 28">
            <a:extLst>
              <a:ext uri="{FF2B5EF4-FFF2-40B4-BE49-F238E27FC236}">
                <a16:creationId xmlns:a16="http://schemas.microsoft.com/office/drawing/2014/main" id="{86F2E3D6-1185-4BD7-990D-9FB14F6F1510}"/>
              </a:ext>
            </a:extLst>
          </p:cNvPr>
          <p:cNvSpPr>
            <a:spLocks noChangeArrowheads="1"/>
          </p:cNvSpPr>
          <p:nvPr/>
        </p:nvSpPr>
        <p:spPr bwMode="auto">
          <a:xfrm>
            <a:off x="6580188" y="2919413"/>
            <a:ext cx="2117725"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000">
                <a:solidFill>
                  <a:schemeClr val="accent1"/>
                </a:solidFill>
                <a:latin typeface="Arial" panose="020B0604020202020204" pitchFamily="34" charset="0"/>
                <a:ea typeface="微软雅黑" panose="020B0503020204020204" pitchFamily="34" charset="-122"/>
              </a:defRPr>
            </a:lvl1pPr>
            <a:lvl2pPr marL="742950" indent="-285750">
              <a:spcBef>
                <a:spcPct val="20000"/>
              </a:spcBef>
              <a:buChar char="–"/>
              <a:defRPr sz="2000">
                <a:solidFill>
                  <a:schemeClr val="accent1"/>
                </a:solidFill>
                <a:latin typeface="Arial" panose="020B0604020202020204" pitchFamily="34" charset="0"/>
                <a:ea typeface="仿宋_GB2312"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a:spcBef>
                <a:spcPct val="0"/>
              </a:spcBef>
              <a:buNone/>
            </a:pPr>
            <a:r>
              <a:rPr lang="zh-CN" altLang="en-US" sz="1800" dirty="0">
                <a:solidFill>
                  <a:schemeClr val="bg1"/>
                </a:solidFill>
                <a:latin typeface="+mn-lt"/>
                <a:ea typeface="+mn-ea"/>
                <a:cs typeface="+mn-ea"/>
                <a:sym typeface="+mn-lt"/>
              </a:rPr>
              <a:t>基于罪名共现关系构建标签图结构，引入图卷积网络建模罪名之间的依赖关系。</a:t>
            </a:r>
          </a:p>
        </p:txBody>
      </p:sp>
      <p:sp>
        <p:nvSpPr>
          <p:cNvPr id="24" name="矩形 29">
            <a:extLst>
              <a:ext uri="{FF2B5EF4-FFF2-40B4-BE49-F238E27FC236}">
                <a16:creationId xmlns:a16="http://schemas.microsoft.com/office/drawing/2014/main" id="{1A55644B-7CFC-4EC0-A5F6-02EF5FF3449A}"/>
              </a:ext>
            </a:extLst>
          </p:cNvPr>
          <p:cNvSpPr>
            <a:spLocks noChangeArrowheads="1"/>
          </p:cNvSpPr>
          <p:nvPr/>
        </p:nvSpPr>
        <p:spPr bwMode="auto">
          <a:xfrm>
            <a:off x="9488488" y="2919413"/>
            <a:ext cx="2089150"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000">
                <a:solidFill>
                  <a:schemeClr val="accent1"/>
                </a:solidFill>
                <a:latin typeface="Arial" panose="020B0604020202020204" pitchFamily="34" charset="0"/>
                <a:ea typeface="微软雅黑" panose="020B0503020204020204" pitchFamily="34" charset="-122"/>
              </a:defRPr>
            </a:lvl1pPr>
            <a:lvl2pPr marL="742950" indent="-285750">
              <a:spcBef>
                <a:spcPct val="20000"/>
              </a:spcBef>
              <a:buChar char="–"/>
              <a:defRPr sz="2000">
                <a:solidFill>
                  <a:schemeClr val="accent1"/>
                </a:solidFill>
                <a:latin typeface="Arial" panose="020B0604020202020204" pitchFamily="34" charset="0"/>
                <a:ea typeface="仿宋_GB2312"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a:spcBef>
                <a:spcPct val="0"/>
              </a:spcBef>
              <a:buNone/>
            </a:pPr>
            <a:r>
              <a:rPr lang="zh-CN" altLang="en-US" sz="1800" dirty="0">
                <a:solidFill>
                  <a:schemeClr val="bg1"/>
                </a:solidFill>
                <a:latin typeface="+mn-lt"/>
                <a:ea typeface="+mn-ea"/>
                <a:cs typeface="+mn-ea"/>
                <a:sym typeface="+mn-lt"/>
              </a:rPr>
              <a:t>融合 </a:t>
            </a:r>
            <a:r>
              <a:rPr lang="en-US" altLang="zh-CN" sz="1800" dirty="0">
                <a:solidFill>
                  <a:schemeClr val="bg1"/>
                </a:solidFill>
                <a:latin typeface="+mn-lt"/>
                <a:ea typeface="+mn-ea"/>
                <a:cs typeface="+mn-ea"/>
                <a:sym typeface="+mn-lt"/>
              </a:rPr>
              <a:t>Transformer </a:t>
            </a:r>
            <a:r>
              <a:rPr lang="zh-CN" altLang="en-US" sz="1800" dirty="0">
                <a:solidFill>
                  <a:schemeClr val="bg1"/>
                </a:solidFill>
                <a:latin typeface="+mn-lt"/>
                <a:ea typeface="+mn-ea"/>
                <a:cs typeface="+mn-ea"/>
                <a:sym typeface="+mn-lt"/>
              </a:rPr>
              <a:t>语义特征与 </a:t>
            </a:r>
            <a:r>
              <a:rPr lang="en-US" altLang="zh-CN" sz="1800" dirty="0">
                <a:solidFill>
                  <a:schemeClr val="bg1"/>
                </a:solidFill>
                <a:latin typeface="+mn-lt"/>
                <a:ea typeface="+mn-ea"/>
                <a:cs typeface="+mn-ea"/>
                <a:sym typeface="+mn-lt"/>
              </a:rPr>
              <a:t>GCN </a:t>
            </a:r>
            <a:r>
              <a:rPr lang="zh-CN" altLang="en-US" sz="1800" dirty="0">
                <a:solidFill>
                  <a:schemeClr val="bg1"/>
                </a:solidFill>
                <a:latin typeface="+mn-lt"/>
                <a:ea typeface="+mn-ea"/>
                <a:cs typeface="+mn-ea"/>
                <a:sym typeface="+mn-lt"/>
              </a:rPr>
              <a:t>关系特征，实现文本语义与罪名关系的协同建模。</a:t>
            </a:r>
          </a:p>
        </p:txBody>
      </p:sp>
      <p:grpSp>
        <p:nvGrpSpPr>
          <p:cNvPr id="25" name="组合 30">
            <a:extLst>
              <a:ext uri="{FF2B5EF4-FFF2-40B4-BE49-F238E27FC236}">
                <a16:creationId xmlns:a16="http://schemas.microsoft.com/office/drawing/2014/main" id="{209A3344-3FE4-4BA6-8E33-C46BBEA83722}"/>
              </a:ext>
            </a:extLst>
          </p:cNvPr>
          <p:cNvGrpSpPr>
            <a:grpSpLocks/>
          </p:cNvGrpSpPr>
          <p:nvPr/>
        </p:nvGrpSpPr>
        <p:grpSpPr bwMode="auto">
          <a:xfrm>
            <a:off x="4300538" y="1938338"/>
            <a:ext cx="930275" cy="939800"/>
            <a:chOff x="0" y="0"/>
            <a:chExt cx="930275" cy="938213"/>
          </a:xfrm>
        </p:grpSpPr>
        <p:sp>
          <p:nvSpPr>
            <p:cNvPr id="26" name="Oval 19">
              <a:extLst>
                <a:ext uri="{FF2B5EF4-FFF2-40B4-BE49-F238E27FC236}">
                  <a16:creationId xmlns:a16="http://schemas.microsoft.com/office/drawing/2014/main" id="{483E870D-D1DB-4138-B95C-ED912C974EA4}"/>
                </a:ext>
              </a:extLst>
            </p:cNvPr>
            <p:cNvSpPr>
              <a:spLocks noChangeArrowheads="1"/>
            </p:cNvSpPr>
            <p:nvPr/>
          </p:nvSpPr>
          <p:spPr bwMode="auto">
            <a:xfrm>
              <a:off x="0" y="0"/>
              <a:ext cx="930275" cy="938213"/>
            </a:xfrm>
            <a:prstGeom prst="ellipse">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har char="•"/>
                <a:defRPr sz="2000">
                  <a:solidFill>
                    <a:schemeClr val="accent1"/>
                  </a:solidFill>
                  <a:latin typeface="Arial" panose="020B0604020202020204" pitchFamily="34" charset="0"/>
                  <a:ea typeface="微软雅黑" panose="020B0503020204020204" pitchFamily="34" charset="-122"/>
                </a:defRPr>
              </a:lvl1pPr>
              <a:lvl2pPr marL="742950" indent="-285750">
                <a:spcBef>
                  <a:spcPct val="20000"/>
                </a:spcBef>
                <a:buChar char="–"/>
                <a:defRPr sz="2000">
                  <a:solidFill>
                    <a:schemeClr val="accent1"/>
                  </a:solidFill>
                  <a:latin typeface="Arial" panose="020B0604020202020204" pitchFamily="34" charset="0"/>
                  <a:ea typeface="仿宋_GB2312"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a:solidFill>
                  <a:schemeClr val="tx1"/>
                </a:solidFill>
                <a:latin typeface="+mn-lt"/>
                <a:ea typeface="+mn-ea"/>
                <a:cs typeface="+mn-ea"/>
                <a:sym typeface="+mn-lt"/>
              </a:endParaRPr>
            </a:p>
          </p:txBody>
        </p:sp>
        <p:sp>
          <p:nvSpPr>
            <p:cNvPr id="27" name="TextBox 32">
              <a:extLst>
                <a:ext uri="{FF2B5EF4-FFF2-40B4-BE49-F238E27FC236}">
                  <a16:creationId xmlns:a16="http://schemas.microsoft.com/office/drawing/2014/main" id="{7A52488C-945A-489C-A731-F0F906AF9622}"/>
                </a:ext>
              </a:extLst>
            </p:cNvPr>
            <p:cNvSpPr txBox="1">
              <a:spLocks noChangeArrowheads="1"/>
            </p:cNvSpPr>
            <p:nvPr/>
          </p:nvSpPr>
          <p:spPr bwMode="auto">
            <a:xfrm>
              <a:off x="124700" y="176718"/>
              <a:ext cx="69121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000">
                  <a:solidFill>
                    <a:schemeClr val="accent1"/>
                  </a:solidFill>
                  <a:latin typeface="Arial" panose="020B0604020202020204" pitchFamily="34" charset="0"/>
                  <a:ea typeface="微软雅黑" panose="020B0503020204020204" pitchFamily="34" charset="-122"/>
                </a:defRPr>
              </a:lvl1pPr>
              <a:lvl2pPr marL="742950" indent="-285750">
                <a:spcBef>
                  <a:spcPct val="20000"/>
                </a:spcBef>
                <a:buChar char="–"/>
                <a:defRPr sz="2000">
                  <a:solidFill>
                    <a:schemeClr val="accent1"/>
                  </a:solidFill>
                  <a:latin typeface="Arial" panose="020B0604020202020204" pitchFamily="34" charset="0"/>
                  <a:ea typeface="仿宋_GB2312"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3200" b="1">
                  <a:solidFill>
                    <a:schemeClr val="tx1"/>
                  </a:solidFill>
                  <a:latin typeface="+mn-lt"/>
                  <a:ea typeface="+mn-ea"/>
                  <a:cs typeface="+mn-ea"/>
                  <a:sym typeface="+mn-lt"/>
                </a:rPr>
                <a:t>02</a:t>
              </a:r>
              <a:endParaRPr lang="zh-CN" altLang="en-US" sz="3200" b="1">
                <a:solidFill>
                  <a:schemeClr val="tx1"/>
                </a:solidFill>
                <a:latin typeface="+mn-lt"/>
                <a:ea typeface="+mn-ea"/>
                <a:cs typeface="+mn-ea"/>
                <a:sym typeface="+mn-lt"/>
              </a:endParaRPr>
            </a:p>
          </p:txBody>
        </p:sp>
      </p:grpSp>
      <p:grpSp>
        <p:nvGrpSpPr>
          <p:cNvPr id="28" name="组合 33">
            <a:extLst>
              <a:ext uri="{FF2B5EF4-FFF2-40B4-BE49-F238E27FC236}">
                <a16:creationId xmlns:a16="http://schemas.microsoft.com/office/drawing/2014/main" id="{766FC803-D57F-4730-A459-AB7BEF8E8F17}"/>
              </a:ext>
            </a:extLst>
          </p:cNvPr>
          <p:cNvGrpSpPr>
            <a:grpSpLocks/>
          </p:cNvGrpSpPr>
          <p:nvPr/>
        </p:nvGrpSpPr>
        <p:grpSpPr bwMode="auto">
          <a:xfrm>
            <a:off x="7145338" y="1938338"/>
            <a:ext cx="931862" cy="939800"/>
            <a:chOff x="0" y="0"/>
            <a:chExt cx="931863" cy="938213"/>
          </a:xfrm>
        </p:grpSpPr>
        <p:sp>
          <p:nvSpPr>
            <p:cNvPr id="29" name="Oval 20">
              <a:extLst>
                <a:ext uri="{FF2B5EF4-FFF2-40B4-BE49-F238E27FC236}">
                  <a16:creationId xmlns:a16="http://schemas.microsoft.com/office/drawing/2014/main" id="{A73070C1-5003-4313-8471-ED56C5E215CD}"/>
                </a:ext>
              </a:extLst>
            </p:cNvPr>
            <p:cNvSpPr>
              <a:spLocks noChangeArrowheads="1"/>
            </p:cNvSpPr>
            <p:nvPr/>
          </p:nvSpPr>
          <p:spPr bwMode="auto">
            <a:xfrm>
              <a:off x="0" y="0"/>
              <a:ext cx="931863" cy="938213"/>
            </a:xfrm>
            <a:prstGeom prst="ellipse">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har char="•"/>
                <a:defRPr sz="2000">
                  <a:solidFill>
                    <a:schemeClr val="accent1"/>
                  </a:solidFill>
                  <a:latin typeface="Arial" panose="020B0604020202020204" pitchFamily="34" charset="0"/>
                  <a:ea typeface="微软雅黑" panose="020B0503020204020204" pitchFamily="34" charset="-122"/>
                </a:defRPr>
              </a:lvl1pPr>
              <a:lvl2pPr marL="742950" indent="-285750">
                <a:spcBef>
                  <a:spcPct val="20000"/>
                </a:spcBef>
                <a:buChar char="–"/>
                <a:defRPr sz="2000">
                  <a:solidFill>
                    <a:schemeClr val="accent1"/>
                  </a:solidFill>
                  <a:latin typeface="Arial" panose="020B0604020202020204" pitchFamily="34" charset="0"/>
                  <a:ea typeface="仿宋_GB2312"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dirty="0">
                <a:solidFill>
                  <a:schemeClr val="tx1"/>
                </a:solidFill>
                <a:latin typeface="+mn-lt"/>
                <a:ea typeface="+mn-ea"/>
                <a:cs typeface="+mn-ea"/>
                <a:sym typeface="+mn-lt"/>
              </a:endParaRPr>
            </a:p>
          </p:txBody>
        </p:sp>
        <p:sp>
          <p:nvSpPr>
            <p:cNvPr id="30" name="TextBox 35">
              <a:extLst>
                <a:ext uri="{FF2B5EF4-FFF2-40B4-BE49-F238E27FC236}">
                  <a16:creationId xmlns:a16="http://schemas.microsoft.com/office/drawing/2014/main" id="{69088D87-E509-49BA-BF9A-F54CE3FACC8D}"/>
                </a:ext>
              </a:extLst>
            </p:cNvPr>
            <p:cNvSpPr txBox="1">
              <a:spLocks noChangeArrowheads="1"/>
            </p:cNvSpPr>
            <p:nvPr/>
          </p:nvSpPr>
          <p:spPr bwMode="auto">
            <a:xfrm>
              <a:off x="118633" y="176718"/>
              <a:ext cx="69121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000">
                  <a:solidFill>
                    <a:schemeClr val="accent1"/>
                  </a:solidFill>
                  <a:latin typeface="Arial" panose="020B0604020202020204" pitchFamily="34" charset="0"/>
                  <a:ea typeface="微软雅黑" panose="020B0503020204020204" pitchFamily="34" charset="-122"/>
                </a:defRPr>
              </a:lvl1pPr>
              <a:lvl2pPr marL="742950" indent="-285750">
                <a:spcBef>
                  <a:spcPct val="20000"/>
                </a:spcBef>
                <a:buChar char="–"/>
                <a:defRPr sz="2000">
                  <a:solidFill>
                    <a:schemeClr val="accent1"/>
                  </a:solidFill>
                  <a:latin typeface="Arial" panose="020B0604020202020204" pitchFamily="34" charset="0"/>
                  <a:ea typeface="仿宋_GB2312"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3200" b="1">
                  <a:solidFill>
                    <a:schemeClr val="tx1"/>
                  </a:solidFill>
                  <a:latin typeface="+mn-lt"/>
                  <a:ea typeface="+mn-ea"/>
                  <a:cs typeface="+mn-ea"/>
                  <a:sym typeface="+mn-lt"/>
                </a:rPr>
                <a:t>03</a:t>
              </a:r>
              <a:endParaRPr lang="zh-CN" altLang="en-US" sz="3200" b="1">
                <a:solidFill>
                  <a:schemeClr val="tx1"/>
                </a:solidFill>
                <a:latin typeface="+mn-lt"/>
                <a:ea typeface="+mn-ea"/>
                <a:cs typeface="+mn-ea"/>
                <a:sym typeface="+mn-lt"/>
              </a:endParaRPr>
            </a:p>
          </p:txBody>
        </p:sp>
      </p:grpSp>
      <p:grpSp>
        <p:nvGrpSpPr>
          <p:cNvPr id="31" name="组合 36">
            <a:extLst>
              <a:ext uri="{FF2B5EF4-FFF2-40B4-BE49-F238E27FC236}">
                <a16:creationId xmlns:a16="http://schemas.microsoft.com/office/drawing/2014/main" id="{15CC1F16-4924-48C5-9A36-ADE1965A8B63}"/>
              </a:ext>
            </a:extLst>
          </p:cNvPr>
          <p:cNvGrpSpPr>
            <a:grpSpLocks/>
          </p:cNvGrpSpPr>
          <p:nvPr/>
        </p:nvGrpSpPr>
        <p:grpSpPr bwMode="auto">
          <a:xfrm>
            <a:off x="9991725" y="1938338"/>
            <a:ext cx="931863" cy="939800"/>
            <a:chOff x="0" y="0"/>
            <a:chExt cx="931863" cy="938213"/>
          </a:xfrm>
        </p:grpSpPr>
        <p:sp>
          <p:nvSpPr>
            <p:cNvPr id="32" name="Oval 21">
              <a:extLst>
                <a:ext uri="{FF2B5EF4-FFF2-40B4-BE49-F238E27FC236}">
                  <a16:creationId xmlns:a16="http://schemas.microsoft.com/office/drawing/2014/main" id="{C4047165-900B-45E0-BCB0-C832D80E59C3}"/>
                </a:ext>
              </a:extLst>
            </p:cNvPr>
            <p:cNvSpPr>
              <a:spLocks noChangeArrowheads="1"/>
            </p:cNvSpPr>
            <p:nvPr/>
          </p:nvSpPr>
          <p:spPr bwMode="auto">
            <a:xfrm>
              <a:off x="0" y="0"/>
              <a:ext cx="931863" cy="938213"/>
            </a:xfrm>
            <a:prstGeom prst="ellipse">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har char="•"/>
                <a:defRPr sz="2000">
                  <a:solidFill>
                    <a:schemeClr val="accent1"/>
                  </a:solidFill>
                  <a:latin typeface="Arial" panose="020B0604020202020204" pitchFamily="34" charset="0"/>
                  <a:ea typeface="微软雅黑" panose="020B0503020204020204" pitchFamily="34" charset="-122"/>
                </a:defRPr>
              </a:lvl1pPr>
              <a:lvl2pPr marL="742950" indent="-285750">
                <a:spcBef>
                  <a:spcPct val="20000"/>
                </a:spcBef>
                <a:buChar char="–"/>
                <a:defRPr sz="2000">
                  <a:solidFill>
                    <a:schemeClr val="accent1"/>
                  </a:solidFill>
                  <a:latin typeface="Arial" panose="020B0604020202020204" pitchFamily="34" charset="0"/>
                  <a:ea typeface="仿宋_GB2312"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lang="zh-CN" altLang="en-US" sz="1800" dirty="0">
                <a:solidFill>
                  <a:schemeClr val="tx1"/>
                </a:solidFill>
                <a:latin typeface="+mn-lt"/>
                <a:ea typeface="+mn-ea"/>
                <a:cs typeface="+mn-ea"/>
                <a:sym typeface="+mn-lt"/>
              </a:endParaRPr>
            </a:p>
          </p:txBody>
        </p:sp>
        <p:sp>
          <p:nvSpPr>
            <p:cNvPr id="33" name="TextBox 38">
              <a:extLst>
                <a:ext uri="{FF2B5EF4-FFF2-40B4-BE49-F238E27FC236}">
                  <a16:creationId xmlns:a16="http://schemas.microsoft.com/office/drawing/2014/main" id="{D1F258FD-7D1D-4AFB-8FBB-FE957947937D}"/>
                </a:ext>
              </a:extLst>
            </p:cNvPr>
            <p:cNvSpPr txBox="1">
              <a:spLocks noChangeArrowheads="1"/>
            </p:cNvSpPr>
            <p:nvPr/>
          </p:nvSpPr>
          <p:spPr bwMode="auto">
            <a:xfrm>
              <a:off x="138276" y="176718"/>
              <a:ext cx="69121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000">
                  <a:solidFill>
                    <a:schemeClr val="accent1"/>
                  </a:solidFill>
                  <a:latin typeface="Arial" panose="020B0604020202020204" pitchFamily="34" charset="0"/>
                  <a:ea typeface="微软雅黑" panose="020B0503020204020204" pitchFamily="34" charset="-122"/>
                </a:defRPr>
              </a:lvl1pPr>
              <a:lvl2pPr marL="742950" indent="-285750">
                <a:spcBef>
                  <a:spcPct val="20000"/>
                </a:spcBef>
                <a:buChar char="–"/>
                <a:defRPr sz="2000">
                  <a:solidFill>
                    <a:schemeClr val="accent1"/>
                  </a:solidFill>
                  <a:latin typeface="Arial" panose="020B0604020202020204" pitchFamily="34" charset="0"/>
                  <a:ea typeface="仿宋_GB2312" pitchFamily="1"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en-US" altLang="zh-CN" sz="3200" b="1">
                  <a:solidFill>
                    <a:schemeClr val="tx1"/>
                  </a:solidFill>
                  <a:latin typeface="+mn-lt"/>
                  <a:ea typeface="+mn-ea"/>
                  <a:cs typeface="+mn-ea"/>
                  <a:sym typeface="+mn-lt"/>
                </a:rPr>
                <a:t>04</a:t>
              </a:r>
              <a:endParaRPr lang="zh-CN" altLang="en-US" sz="3200" b="1">
                <a:solidFill>
                  <a:schemeClr val="tx1"/>
                </a:solidFill>
                <a:latin typeface="+mn-lt"/>
                <a:ea typeface="+mn-ea"/>
                <a:cs typeface="+mn-ea"/>
                <a:sym typeface="+mn-lt"/>
              </a:endParaRPr>
            </a:p>
          </p:txBody>
        </p:sp>
      </p:grpSp>
      <p:sp>
        <p:nvSpPr>
          <p:cNvPr id="35" name="TextBox 42">
            <a:extLst>
              <a:ext uri="{FF2B5EF4-FFF2-40B4-BE49-F238E27FC236}">
                <a16:creationId xmlns:a16="http://schemas.microsoft.com/office/drawing/2014/main" id="{76445E83-B900-46AC-9F0B-AB76BA3A4ADE}"/>
              </a:ext>
            </a:extLst>
          </p:cNvPr>
          <p:cNvSpPr txBox="1"/>
          <p:nvPr/>
        </p:nvSpPr>
        <p:spPr>
          <a:xfrm>
            <a:off x="1311470" y="315858"/>
            <a:ext cx="3649369" cy="430887"/>
          </a:xfrm>
          <a:prstGeom prst="rect">
            <a:avLst/>
          </a:prstGeom>
          <a:noFill/>
          <a:ln>
            <a:noFill/>
          </a:ln>
        </p:spPr>
        <p:txBody>
          <a:bodyPr vert="horz" wrap="square" lIns="0" tIns="0" rIns="0" bIns="0" numCol="1" anchor="t" anchorCtr="0" compatLnSpc="1">
            <a:spAutoFit/>
          </a:bodyPr>
          <a:lstStyle>
            <a:defPPr>
              <a:defRPr lang="zh-CN"/>
            </a:defPPr>
            <a:lvl1pPr marL="0" marR="0" lvl="0" indent="0" defTabSz="914400" eaLnBrk="1" latinLnBrk="0" hangingPunct="1">
              <a:lnSpc>
                <a:spcPct val="100000"/>
              </a:lnSpc>
              <a:buClrTx/>
              <a:buSzTx/>
              <a:buFontTx/>
              <a:buNone/>
              <a:defRPr kumimoji="0" sz="2800" b="1" i="0" u="none" strike="noStrike" cap="none" normalizeH="0" baseline="0">
                <a:ln>
                  <a:noFill/>
                </a:ln>
                <a:effectLst/>
                <a:latin typeface="微软雅黑" panose="020B0503020204020204" pitchFamily="34" charset="-122"/>
                <a:ea typeface="微软雅黑" panose="020B0503020204020204" pitchFamily="34" charset="-122"/>
                <a:cs typeface="宋体" panose="02010600030101010101" pitchFamily="2" charset="-122"/>
              </a:defRPr>
            </a:lvl1pPr>
          </a:lstStyle>
          <a:p>
            <a:r>
              <a:rPr lang="en-US" altLang="zh-CN" b="0" dirty="0">
                <a:solidFill>
                  <a:srgbClr val="444444"/>
                </a:solidFill>
                <a:latin typeface="+mn-lt"/>
                <a:ea typeface="+mn-ea"/>
                <a:cs typeface="+mn-ea"/>
                <a:sym typeface="+mn-lt"/>
              </a:rPr>
              <a:t>3.1 </a:t>
            </a:r>
            <a:r>
              <a:rPr lang="zh-CN" altLang="en-US" b="0" dirty="0">
                <a:solidFill>
                  <a:srgbClr val="444444"/>
                </a:solidFill>
                <a:latin typeface="+mn-lt"/>
                <a:ea typeface="+mn-ea"/>
                <a:cs typeface="+mn-ea"/>
                <a:sym typeface="+mn-lt"/>
              </a:rPr>
              <a:t>关键技术</a:t>
            </a:r>
          </a:p>
        </p:txBody>
      </p:sp>
    </p:spTree>
    <p:extLst>
      <p:ext uri="{BB962C8B-B14F-4D97-AF65-F5344CB8AC3E}">
        <p14:creationId xmlns:p14="http://schemas.microsoft.com/office/powerpoint/2010/main" val="3273814331"/>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8" fill="hold" grpId="0" nodeType="afterEffect">
                                  <p:stCondLst>
                                    <p:cond delay="0"/>
                                  </p:stCondLst>
                                  <p:childTnLst>
                                    <p:set>
                                      <p:cBhvr>
                                        <p:cTn id="6" dur="1" fill="hold">
                                          <p:stCondLst>
                                            <p:cond delay="0"/>
                                          </p:stCondLst>
                                        </p:cTn>
                                        <p:tgtEl>
                                          <p:spTgt spid="35"/>
                                        </p:tgtEl>
                                        <p:attrNameLst>
                                          <p:attrName>style.visibility</p:attrName>
                                        </p:attrNameLst>
                                      </p:cBhvr>
                                      <p:to>
                                        <p:strVal val="visible"/>
                                      </p:to>
                                    </p:set>
                                    <p:anim calcmode="lin" valueType="num">
                                      <p:cBhvr>
                                        <p:cTn id="7" dur="500" fill="hold"/>
                                        <p:tgtEl>
                                          <p:spTgt spid="35"/>
                                        </p:tgtEl>
                                        <p:attrNameLst>
                                          <p:attrName>ppt_x</p:attrName>
                                        </p:attrNameLst>
                                      </p:cBhvr>
                                      <p:tavLst>
                                        <p:tav tm="0">
                                          <p:val>
                                            <p:strVal val="#ppt_x-#ppt_w/2"/>
                                          </p:val>
                                        </p:tav>
                                        <p:tav tm="100000">
                                          <p:val>
                                            <p:strVal val="#ppt_x"/>
                                          </p:val>
                                        </p:tav>
                                      </p:tavLst>
                                    </p:anim>
                                    <p:anim calcmode="lin" valueType="num">
                                      <p:cBhvr>
                                        <p:cTn id="8" dur="500" fill="hold"/>
                                        <p:tgtEl>
                                          <p:spTgt spid="35"/>
                                        </p:tgtEl>
                                        <p:attrNameLst>
                                          <p:attrName>ppt_y</p:attrName>
                                        </p:attrNameLst>
                                      </p:cBhvr>
                                      <p:tavLst>
                                        <p:tav tm="0">
                                          <p:val>
                                            <p:strVal val="#ppt_y"/>
                                          </p:val>
                                        </p:tav>
                                        <p:tav tm="100000">
                                          <p:val>
                                            <p:strVal val="#ppt_y"/>
                                          </p:val>
                                        </p:tav>
                                      </p:tavLst>
                                    </p:anim>
                                    <p:anim calcmode="lin" valueType="num">
                                      <p:cBhvr>
                                        <p:cTn id="9" dur="500" fill="hold"/>
                                        <p:tgtEl>
                                          <p:spTgt spid="35"/>
                                        </p:tgtEl>
                                        <p:attrNameLst>
                                          <p:attrName>ppt_w</p:attrName>
                                        </p:attrNameLst>
                                      </p:cBhvr>
                                      <p:tavLst>
                                        <p:tav tm="0">
                                          <p:val>
                                            <p:fltVal val="0"/>
                                          </p:val>
                                        </p:tav>
                                        <p:tav tm="100000">
                                          <p:val>
                                            <p:strVal val="#ppt_w"/>
                                          </p:val>
                                        </p:tav>
                                      </p:tavLst>
                                    </p:anim>
                                    <p:anim calcmode="lin" valueType="num">
                                      <p:cBhvr>
                                        <p:cTn id="10" dur="500" fill="hold"/>
                                        <p:tgtEl>
                                          <p:spTgt spid="35"/>
                                        </p:tgtEl>
                                        <p:attrNameLst>
                                          <p:attrName>ppt_h</p:attrName>
                                        </p:attrNameLst>
                                      </p:cBhvr>
                                      <p:tavLst>
                                        <p:tav tm="0">
                                          <p:val>
                                            <p:strVal val="#ppt_h"/>
                                          </p:val>
                                        </p:tav>
                                        <p:tav tm="100000">
                                          <p:val>
                                            <p:strVal val="#ppt_h"/>
                                          </p:val>
                                        </p:tav>
                                      </p:tavLst>
                                    </p:anim>
                                  </p:childTnLst>
                                </p:cTn>
                              </p:par>
                              <p:par>
                                <p:cTn id="11" presetID="47" presetClass="entr" presetSubtype="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anim calcmode="lin" valueType="num">
                                      <p:cBhvr>
                                        <p:cTn id="14" dur="500" fill="hold"/>
                                        <p:tgtEl>
                                          <p:spTgt spid="3"/>
                                        </p:tgtEl>
                                        <p:attrNameLst>
                                          <p:attrName>ppt_x</p:attrName>
                                        </p:attrNameLst>
                                      </p:cBhvr>
                                      <p:tavLst>
                                        <p:tav tm="0">
                                          <p:val>
                                            <p:strVal val="#ppt_x"/>
                                          </p:val>
                                        </p:tav>
                                        <p:tav tm="100000">
                                          <p:val>
                                            <p:strVal val="#ppt_x"/>
                                          </p:val>
                                        </p:tav>
                                      </p:tavLst>
                                    </p:anim>
                                    <p:anim calcmode="lin" valueType="num">
                                      <p:cBhvr>
                                        <p:cTn id="15" dur="500" fill="hold"/>
                                        <p:tgtEl>
                                          <p:spTgt spid="3"/>
                                        </p:tgtEl>
                                        <p:attrNameLst>
                                          <p:attrName>ppt_y</p:attrName>
                                        </p:attrNameLst>
                                      </p:cBhvr>
                                      <p:tavLst>
                                        <p:tav tm="0">
                                          <p:val>
                                            <p:strVal val="#ppt_y-.1"/>
                                          </p:val>
                                        </p:tav>
                                        <p:tav tm="100000">
                                          <p:val>
                                            <p:strVal val="#ppt_y"/>
                                          </p:val>
                                        </p:tav>
                                      </p:tavLst>
                                    </p:anim>
                                  </p:childTnLst>
                                </p:cTn>
                              </p:par>
                              <p:par>
                                <p:cTn id="16" presetID="47" presetClass="entr" presetSubtype="0" fill="hold" grpId="0" nodeType="withEffect">
                                  <p:stCondLst>
                                    <p:cond delay="200"/>
                                  </p:stCondLst>
                                  <p:childTnLst>
                                    <p:set>
                                      <p:cBhvr>
                                        <p:cTn id="17" dur="1" fill="hold">
                                          <p:stCondLst>
                                            <p:cond delay="0"/>
                                          </p:stCondLst>
                                        </p:cTn>
                                        <p:tgtEl>
                                          <p:spTgt spid="2"/>
                                        </p:tgtEl>
                                        <p:attrNameLst>
                                          <p:attrName>style.visibility</p:attrName>
                                        </p:attrNameLst>
                                      </p:cBhvr>
                                      <p:to>
                                        <p:strVal val="visible"/>
                                      </p:to>
                                    </p:set>
                                    <p:animEffect transition="in" filter="fade">
                                      <p:cBhvr>
                                        <p:cTn id="18" dur="500"/>
                                        <p:tgtEl>
                                          <p:spTgt spid="2"/>
                                        </p:tgtEl>
                                      </p:cBhvr>
                                    </p:animEffect>
                                    <p:anim calcmode="lin" valueType="num">
                                      <p:cBhvr>
                                        <p:cTn id="19" dur="500" fill="hold"/>
                                        <p:tgtEl>
                                          <p:spTgt spid="2"/>
                                        </p:tgtEl>
                                        <p:attrNameLst>
                                          <p:attrName>ppt_x</p:attrName>
                                        </p:attrNameLst>
                                      </p:cBhvr>
                                      <p:tavLst>
                                        <p:tav tm="0">
                                          <p:val>
                                            <p:strVal val="#ppt_x"/>
                                          </p:val>
                                        </p:tav>
                                        <p:tav tm="100000">
                                          <p:val>
                                            <p:strVal val="#ppt_x"/>
                                          </p:val>
                                        </p:tav>
                                      </p:tavLst>
                                    </p:anim>
                                    <p:anim calcmode="lin" valueType="num">
                                      <p:cBhvr>
                                        <p:cTn id="20" dur="500" fill="hold"/>
                                        <p:tgtEl>
                                          <p:spTgt spid="2"/>
                                        </p:tgtEl>
                                        <p:attrNameLst>
                                          <p:attrName>ppt_y</p:attrName>
                                        </p:attrNameLst>
                                      </p:cBhvr>
                                      <p:tavLst>
                                        <p:tav tm="0">
                                          <p:val>
                                            <p:strVal val="#ppt_y-.1"/>
                                          </p:val>
                                        </p:tav>
                                        <p:tav tm="100000">
                                          <p:val>
                                            <p:strVal val="#ppt_y"/>
                                          </p:val>
                                        </p:tav>
                                      </p:tavLst>
                                    </p:anim>
                                  </p:childTnLst>
                                </p:cTn>
                              </p:par>
                              <p:par>
                                <p:cTn id="21" presetID="47" presetClass="entr" presetSubtype="0" fill="hold" grpId="0" nodeType="withEffect">
                                  <p:stCondLst>
                                    <p:cond delay="40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500"/>
                                        <p:tgtEl>
                                          <p:spTgt spid="5"/>
                                        </p:tgtEl>
                                      </p:cBhvr>
                                    </p:animEffect>
                                    <p:anim calcmode="lin" valueType="num">
                                      <p:cBhvr>
                                        <p:cTn id="24" dur="500" fill="hold"/>
                                        <p:tgtEl>
                                          <p:spTgt spid="5"/>
                                        </p:tgtEl>
                                        <p:attrNameLst>
                                          <p:attrName>ppt_x</p:attrName>
                                        </p:attrNameLst>
                                      </p:cBhvr>
                                      <p:tavLst>
                                        <p:tav tm="0">
                                          <p:val>
                                            <p:strVal val="#ppt_x"/>
                                          </p:val>
                                        </p:tav>
                                        <p:tav tm="100000">
                                          <p:val>
                                            <p:strVal val="#ppt_x"/>
                                          </p:val>
                                        </p:tav>
                                      </p:tavLst>
                                    </p:anim>
                                    <p:anim calcmode="lin" valueType="num">
                                      <p:cBhvr>
                                        <p:cTn id="25" dur="500" fill="hold"/>
                                        <p:tgtEl>
                                          <p:spTgt spid="5"/>
                                        </p:tgtEl>
                                        <p:attrNameLst>
                                          <p:attrName>ppt_y</p:attrName>
                                        </p:attrNameLst>
                                      </p:cBhvr>
                                      <p:tavLst>
                                        <p:tav tm="0">
                                          <p:val>
                                            <p:strVal val="#ppt_y-.1"/>
                                          </p:val>
                                        </p:tav>
                                        <p:tav tm="100000">
                                          <p:val>
                                            <p:strVal val="#ppt_y"/>
                                          </p:val>
                                        </p:tav>
                                      </p:tavLst>
                                    </p:anim>
                                  </p:childTnLst>
                                </p:cTn>
                              </p:par>
                              <p:par>
                                <p:cTn id="26" presetID="47" presetClass="entr" presetSubtype="0" fill="hold" grpId="0" nodeType="withEffect">
                                  <p:stCondLst>
                                    <p:cond delay="600"/>
                                  </p:stCondLst>
                                  <p:childTnLst>
                                    <p:set>
                                      <p:cBhvr>
                                        <p:cTn id="27" dur="1" fill="hold">
                                          <p:stCondLst>
                                            <p:cond delay="0"/>
                                          </p:stCondLst>
                                        </p:cTn>
                                        <p:tgtEl>
                                          <p:spTgt spid="4"/>
                                        </p:tgtEl>
                                        <p:attrNameLst>
                                          <p:attrName>style.visibility</p:attrName>
                                        </p:attrNameLst>
                                      </p:cBhvr>
                                      <p:to>
                                        <p:strVal val="visible"/>
                                      </p:to>
                                    </p:set>
                                    <p:animEffect transition="in" filter="fade">
                                      <p:cBhvr>
                                        <p:cTn id="28" dur="500"/>
                                        <p:tgtEl>
                                          <p:spTgt spid="4"/>
                                        </p:tgtEl>
                                      </p:cBhvr>
                                    </p:animEffect>
                                    <p:anim calcmode="lin" valueType="num">
                                      <p:cBhvr>
                                        <p:cTn id="29" dur="500" fill="hold"/>
                                        <p:tgtEl>
                                          <p:spTgt spid="4"/>
                                        </p:tgtEl>
                                        <p:attrNameLst>
                                          <p:attrName>ppt_x</p:attrName>
                                        </p:attrNameLst>
                                      </p:cBhvr>
                                      <p:tavLst>
                                        <p:tav tm="0">
                                          <p:val>
                                            <p:strVal val="#ppt_x"/>
                                          </p:val>
                                        </p:tav>
                                        <p:tav tm="100000">
                                          <p:val>
                                            <p:strVal val="#ppt_x"/>
                                          </p:val>
                                        </p:tav>
                                      </p:tavLst>
                                    </p:anim>
                                    <p:anim calcmode="lin" valueType="num">
                                      <p:cBhvr>
                                        <p:cTn id="30" dur="500" fill="hold"/>
                                        <p:tgtEl>
                                          <p:spTgt spid="4"/>
                                        </p:tgtEl>
                                        <p:attrNameLst>
                                          <p:attrName>ppt_y</p:attrName>
                                        </p:attrNameLst>
                                      </p:cBhvr>
                                      <p:tavLst>
                                        <p:tav tm="0">
                                          <p:val>
                                            <p:strVal val="#ppt_y-.1"/>
                                          </p:val>
                                        </p:tav>
                                        <p:tav tm="100000">
                                          <p:val>
                                            <p:strVal val="#ppt_y"/>
                                          </p:val>
                                        </p:tav>
                                      </p:tavLst>
                                    </p:anim>
                                  </p:childTnLst>
                                </p:cTn>
                              </p:par>
                            </p:childTnLst>
                          </p:cTn>
                        </p:par>
                        <p:par>
                          <p:cTn id="31" fill="hold">
                            <p:stCondLst>
                              <p:cond delay="1100"/>
                            </p:stCondLst>
                            <p:childTnLst>
                              <p:par>
                                <p:cTn id="32" presetID="10" presetClass="entr" presetSubtype="0" fill="hold" nodeType="afterEffect">
                                  <p:stCondLst>
                                    <p:cond delay="0"/>
                                  </p:stCondLst>
                                  <p:childTnLst>
                                    <p:set>
                                      <p:cBhvr>
                                        <p:cTn id="33" dur="1" fill="hold">
                                          <p:stCondLst>
                                            <p:cond delay="0"/>
                                          </p:stCondLst>
                                        </p:cTn>
                                        <p:tgtEl>
                                          <p:spTgt spid="18"/>
                                        </p:tgtEl>
                                        <p:attrNameLst>
                                          <p:attrName>style.visibility</p:attrName>
                                        </p:attrNameLst>
                                      </p:cBhvr>
                                      <p:to>
                                        <p:strVal val="visible"/>
                                      </p:to>
                                    </p:set>
                                    <p:anim calcmode="lin" valueType="num">
                                      <p:cBhvr>
                                        <p:cTn id="34" dur="300" fill="hold"/>
                                        <p:tgtEl>
                                          <p:spTgt spid="18"/>
                                        </p:tgtEl>
                                        <p:attrNameLst>
                                          <p:attrName>ppt_w</p:attrName>
                                        </p:attrNameLst>
                                      </p:cBhvr>
                                      <p:tavLst>
                                        <p:tav tm="0">
                                          <p:val>
                                            <p:fltVal val="0"/>
                                          </p:val>
                                        </p:tav>
                                        <p:tav tm="100000">
                                          <p:val>
                                            <p:strVal val="#ppt_w"/>
                                          </p:val>
                                        </p:tav>
                                      </p:tavLst>
                                    </p:anim>
                                    <p:anim calcmode="lin" valueType="num">
                                      <p:cBhvr>
                                        <p:cTn id="35" dur="300" fill="hold"/>
                                        <p:tgtEl>
                                          <p:spTgt spid="18"/>
                                        </p:tgtEl>
                                        <p:attrNameLst>
                                          <p:attrName>ppt_h</p:attrName>
                                        </p:attrNameLst>
                                      </p:cBhvr>
                                      <p:tavLst>
                                        <p:tav tm="0">
                                          <p:val>
                                            <p:fltVal val="0"/>
                                          </p:val>
                                        </p:tav>
                                        <p:tav tm="100000">
                                          <p:val>
                                            <p:strVal val="#ppt_h"/>
                                          </p:val>
                                        </p:tav>
                                      </p:tavLst>
                                    </p:anim>
                                    <p:animEffect transition="in" filter="fade">
                                      <p:cBhvr>
                                        <p:cTn id="36" dur="300"/>
                                        <p:tgtEl>
                                          <p:spTgt spid="18"/>
                                        </p:tgtEl>
                                      </p:cBhvr>
                                    </p:animEffect>
                                  </p:childTnLst>
                                </p:cTn>
                              </p:par>
                            </p:childTnLst>
                          </p:cTn>
                        </p:par>
                        <p:par>
                          <p:cTn id="37" fill="hold">
                            <p:stCondLst>
                              <p:cond delay="1400"/>
                            </p:stCondLst>
                            <p:childTnLst>
                              <p:par>
                                <p:cTn id="38" presetID="22" presetClass="entr" presetSubtype="1" fill="hold" grpId="0" nodeType="after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wipe(up)">
                                      <p:cBhvr>
                                        <p:cTn id="40" dur="500"/>
                                        <p:tgtEl>
                                          <p:spTgt spid="21"/>
                                        </p:tgtEl>
                                      </p:cBhvr>
                                    </p:animEffect>
                                  </p:childTnLst>
                                </p:cTn>
                              </p:par>
                            </p:childTnLst>
                          </p:cTn>
                        </p:par>
                        <p:par>
                          <p:cTn id="41" fill="hold">
                            <p:stCondLst>
                              <p:cond delay="1900"/>
                            </p:stCondLst>
                            <p:childTnLst>
                              <p:par>
                                <p:cTn id="42" presetID="2" presetClass="entr" presetSubtype="8" fill="hold" nodeType="afterEffect">
                                  <p:stCondLst>
                                    <p:cond delay="0"/>
                                  </p:stCondLst>
                                  <p:childTnLst>
                                    <p:set>
                                      <p:cBhvr>
                                        <p:cTn id="43" dur="1" fill="hold">
                                          <p:stCondLst>
                                            <p:cond delay="0"/>
                                          </p:stCondLst>
                                        </p:cTn>
                                        <p:tgtEl>
                                          <p:spTgt spid="6"/>
                                        </p:tgtEl>
                                        <p:attrNameLst>
                                          <p:attrName>style.visibility</p:attrName>
                                        </p:attrNameLst>
                                      </p:cBhvr>
                                      <p:to>
                                        <p:strVal val="visible"/>
                                      </p:to>
                                    </p:set>
                                    <p:anim calcmode="lin" valueType="num">
                                      <p:cBhvr additive="base">
                                        <p:cTn id="44" dur="500" fill="hold"/>
                                        <p:tgtEl>
                                          <p:spTgt spid="6"/>
                                        </p:tgtEl>
                                        <p:attrNameLst>
                                          <p:attrName>ppt_x</p:attrName>
                                        </p:attrNameLst>
                                      </p:cBhvr>
                                      <p:tavLst>
                                        <p:tav tm="0">
                                          <p:val>
                                            <p:strVal val="0-#ppt_w/2"/>
                                          </p:val>
                                        </p:tav>
                                        <p:tav tm="100000">
                                          <p:val>
                                            <p:strVal val="#ppt_x"/>
                                          </p:val>
                                        </p:tav>
                                      </p:tavLst>
                                    </p:anim>
                                    <p:anim calcmode="lin" valueType="num">
                                      <p:cBhvr additive="base">
                                        <p:cTn id="45" dur="500" fill="hold"/>
                                        <p:tgtEl>
                                          <p:spTgt spid="6"/>
                                        </p:tgtEl>
                                        <p:attrNameLst>
                                          <p:attrName>ppt_y</p:attrName>
                                        </p:attrNameLst>
                                      </p:cBhvr>
                                      <p:tavLst>
                                        <p:tav tm="0">
                                          <p:val>
                                            <p:strVal val="#ppt_y"/>
                                          </p:val>
                                        </p:tav>
                                        <p:tav tm="100000">
                                          <p:val>
                                            <p:strVal val="#ppt_y"/>
                                          </p:val>
                                        </p:tav>
                                      </p:tavLst>
                                    </p:anim>
                                  </p:childTnLst>
                                </p:cTn>
                              </p:par>
                            </p:childTnLst>
                          </p:cTn>
                        </p:par>
                        <p:par>
                          <p:cTn id="46" fill="hold">
                            <p:stCondLst>
                              <p:cond delay="2400"/>
                            </p:stCondLst>
                            <p:childTnLst>
                              <p:par>
                                <p:cTn id="47" presetID="10" presetClass="entr" presetSubtype="0" fill="hold" nodeType="afterEffect">
                                  <p:stCondLst>
                                    <p:cond delay="0"/>
                                  </p:stCondLst>
                                  <p:childTnLst>
                                    <p:set>
                                      <p:cBhvr>
                                        <p:cTn id="48" dur="1" fill="hold">
                                          <p:stCondLst>
                                            <p:cond delay="0"/>
                                          </p:stCondLst>
                                        </p:cTn>
                                        <p:tgtEl>
                                          <p:spTgt spid="25"/>
                                        </p:tgtEl>
                                        <p:attrNameLst>
                                          <p:attrName>style.visibility</p:attrName>
                                        </p:attrNameLst>
                                      </p:cBhvr>
                                      <p:to>
                                        <p:strVal val="visible"/>
                                      </p:to>
                                    </p:set>
                                    <p:anim calcmode="lin" valueType="num">
                                      <p:cBhvr>
                                        <p:cTn id="49" dur="300" fill="hold"/>
                                        <p:tgtEl>
                                          <p:spTgt spid="25"/>
                                        </p:tgtEl>
                                        <p:attrNameLst>
                                          <p:attrName>ppt_w</p:attrName>
                                        </p:attrNameLst>
                                      </p:cBhvr>
                                      <p:tavLst>
                                        <p:tav tm="0">
                                          <p:val>
                                            <p:fltVal val="0"/>
                                          </p:val>
                                        </p:tav>
                                        <p:tav tm="100000">
                                          <p:val>
                                            <p:strVal val="#ppt_w"/>
                                          </p:val>
                                        </p:tav>
                                      </p:tavLst>
                                    </p:anim>
                                    <p:anim calcmode="lin" valueType="num">
                                      <p:cBhvr>
                                        <p:cTn id="50" dur="300" fill="hold"/>
                                        <p:tgtEl>
                                          <p:spTgt spid="25"/>
                                        </p:tgtEl>
                                        <p:attrNameLst>
                                          <p:attrName>ppt_h</p:attrName>
                                        </p:attrNameLst>
                                      </p:cBhvr>
                                      <p:tavLst>
                                        <p:tav tm="0">
                                          <p:val>
                                            <p:fltVal val="0"/>
                                          </p:val>
                                        </p:tav>
                                        <p:tav tm="100000">
                                          <p:val>
                                            <p:strVal val="#ppt_h"/>
                                          </p:val>
                                        </p:tav>
                                      </p:tavLst>
                                    </p:anim>
                                    <p:animEffect transition="in" filter="fade">
                                      <p:cBhvr>
                                        <p:cTn id="51" dur="300"/>
                                        <p:tgtEl>
                                          <p:spTgt spid="25"/>
                                        </p:tgtEl>
                                      </p:cBhvr>
                                    </p:animEffect>
                                  </p:childTnLst>
                                </p:cTn>
                              </p:par>
                            </p:childTnLst>
                          </p:cTn>
                        </p:par>
                        <p:par>
                          <p:cTn id="52" fill="hold">
                            <p:stCondLst>
                              <p:cond delay="2700"/>
                            </p:stCondLst>
                            <p:childTnLst>
                              <p:par>
                                <p:cTn id="53" presetID="22" presetClass="entr" presetSubtype="1" fill="hold" grpId="0" nodeType="afterEffect">
                                  <p:stCondLst>
                                    <p:cond delay="0"/>
                                  </p:stCondLst>
                                  <p:childTnLst>
                                    <p:set>
                                      <p:cBhvr>
                                        <p:cTn id="54" dur="1" fill="hold">
                                          <p:stCondLst>
                                            <p:cond delay="0"/>
                                          </p:stCondLst>
                                        </p:cTn>
                                        <p:tgtEl>
                                          <p:spTgt spid="22"/>
                                        </p:tgtEl>
                                        <p:attrNameLst>
                                          <p:attrName>style.visibility</p:attrName>
                                        </p:attrNameLst>
                                      </p:cBhvr>
                                      <p:to>
                                        <p:strVal val="visible"/>
                                      </p:to>
                                    </p:set>
                                    <p:animEffect transition="in" filter="wipe(up)">
                                      <p:cBhvr>
                                        <p:cTn id="55" dur="500"/>
                                        <p:tgtEl>
                                          <p:spTgt spid="22"/>
                                        </p:tgtEl>
                                      </p:cBhvr>
                                    </p:animEffect>
                                  </p:childTnLst>
                                </p:cTn>
                              </p:par>
                            </p:childTnLst>
                          </p:cTn>
                        </p:par>
                        <p:par>
                          <p:cTn id="56" fill="hold">
                            <p:stCondLst>
                              <p:cond delay="3200"/>
                            </p:stCondLst>
                            <p:childTnLst>
                              <p:par>
                                <p:cTn id="57" presetID="2" presetClass="entr" presetSubtype="8" fill="hold" nodeType="afterEffect">
                                  <p:stCondLst>
                                    <p:cond delay="0"/>
                                  </p:stCondLst>
                                  <p:childTnLst>
                                    <p:set>
                                      <p:cBhvr>
                                        <p:cTn id="58" dur="1" fill="hold">
                                          <p:stCondLst>
                                            <p:cond delay="0"/>
                                          </p:stCondLst>
                                        </p:cTn>
                                        <p:tgtEl>
                                          <p:spTgt spid="10"/>
                                        </p:tgtEl>
                                        <p:attrNameLst>
                                          <p:attrName>style.visibility</p:attrName>
                                        </p:attrNameLst>
                                      </p:cBhvr>
                                      <p:to>
                                        <p:strVal val="visible"/>
                                      </p:to>
                                    </p:set>
                                    <p:anim calcmode="lin" valueType="num">
                                      <p:cBhvr additive="base">
                                        <p:cTn id="59" dur="500" fill="hold"/>
                                        <p:tgtEl>
                                          <p:spTgt spid="10"/>
                                        </p:tgtEl>
                                        <p:attrNameLst>
                                          <p:attrName>ppt_x</p:attrName>
                                        </p:attrNameLst>
                                      </p:cBhvr>
                                      <p:tavLst>
                                        <p:tav tm="0">
                                          <p:val>
                                            <p:strVal val="0-#ppt_w/2"/>
                                          </p:val>
                                        </p:tav>
                                        <p:tav tm="100000">
                                          <p:val>
                                            <p:strVal val="#ppt_x"/>
                                          </p:val>
                                        </p:tav>
                                      </p:tavLst>
                                    </p:anim>
                                    <p:anim calcmode="lin" valueType="num">
                                      <p:cBhvr additive="base">
                                        <p:cTn id="60" dur="500" fill="hold"/>
                                        <p:tgtEl>
                                          <p:spTgt spid="10"/>
                                        </p:tgtEl>
                                        <p:attrNameLst>
                                          <p:attrName>ppt_y</p:attrName>
                                        </p:attrNameLst>
                                      </p:cBhvr>
                                      <p:tavLst>
                                        <p:tav tm="0">
                                          <p:val>
                                            <p:strVal val="#ppt_y"/>
                                          </p:val>
                                        </p:tav>
                                        <p:tav tm="100000">
                                          <p:val>
                                            <p:strVal val="#ppt_y"/>
                                          </p:val>
                                        </p:tav>
                                      </p:tavLst>
                                    </p:anim>
                                  </p:childTnLst>
                                </p:cTn>
                              </p:par>
                            </p:childTnLst>
                          </p:cTn>
                        </p:par>
                        <p:par>
                          <p:cTn id="61" fill="hold">
                            <p:stCondLst>
                              <p:cond delay="3700"/>
                            </p:stCondLst>
                            <p:childTnLst>
                              <p:par>
                                <p:cTn id="62" presetID="10" presetClass="entr" presetSubtype="0" fill="hold" nodeType="afterEffect">
                                  <p:stCondLst>
                                    <p:cond delay="0"/>
                                  </p:stCondLst>
                                  <p:childTnLst>
                                    <p:set>
                                      <p:cBhvr>
                                        <p:cTn id="63" dur="1" fill="hold">
                                          <p:stCondLst>
                                            <p:cond delay="0"/>
                                          </p:stCondLst>
                                        </p:cTn>
                                        <p:tgtEl>
                                          <p:spTgt spid="28"/>
                                        </p:tgtEl>
                                        <p:attrNameLst>
                                          <p:attrName>style.visibility</p:attrName>
                                        </p:attrNameLst>
                                      </p:cBhvr>
                                      <p:to>
                                        <p:strVal val="visible"/>
                                      </p:to>
                                    </p:set>
                                    <p:anim calcmode="lin" valueType="num">
                                      <p:cBhvr>
                                        <p:cTn id="64" dur="300" fill="hold"/>
                                        <p:tgtEl>
                                          <p:spTgt spid="28"/>
                                        </p:tgtEl>
                                        <p:attrNameLst>
                                          <p:attrName>ppt_w</p:attrName>
                                        </p:attrNameLst>
                                      </p:cBhvr>
                                      <p:tavLst>
                                        <p:tav tm="0">
                                          <p:val>
                                            <p:fltVal val="0"/>
                                          </p:val>
                                        </p:tav>
                                        <p:tav tm="100000">
                                          <p:val>
                                            <p:strVal val="#ppt_w"/>
                                          </p:val>
                                        </p:tav>
                                      </p:tavLst>
                                    </p:anim>
                                    <p:anim calcmode="lin" valueType="num">
                                      <p:cBhvr>
                                        <p:cTn id="65" dur="300" fill="hold"/>
                                        <p:tgtEl>
                                          <p:spTgt spid="28"/>
                                        </p:tgtEl>
                                        <p:attrNameLst>
                                          <p:attrName>ppt_h</p:attrName>
                                        </p:attrNameLst>
                                      </p:cBhvr>
                                      <p:tavLst>
                                        <p:tav tm="0">
                                          <p:val>
                                            <p:fltVal val="0"/>
                                          </p:val>
                                        </p:tav>
                                        <p:tav tm="100000">
                                          <p:val>
                                            <p:strVal val="#ppt_h"/>
                                          </p:val>
                                        </p:tav>
                                      </p:tavLst>
                                    </p:anim>
                                    <p:animEffect transition="in" filter="fade">
                                      <p:cBhvr>
                                        <p:cTn id="66" dur="300"/>
                                        <p:tgtEl>
                                          <p:spTgt spid="28"/>
                                        </p:tgtEl>
                                      </p:cBhvr>
                                    </p:animEffect>
                                  </p:childTnLst>
                                </p:cTn>
                              </p:par>
                            </p:childTnLst>
                          </p:cTn>
                        </p:par>
                        <p:par>
                          <p:cTn id="67" fill="hold">
                            <p:stCondLst>
                              <p:cond delay="4000"/>
                            </p:stCondLst>
                            <p:childTnLst>
                              <p:par>
                                <p:cTn id="68" presetID="22" presetClass="entr" presetSubtype="1" fill="hold" grpId="0" nodeType="afterEffect">
                                  <p:stCondLst>
                                    <p:cond delay="0"/>
                                  </p:stCondLst>
                                  <p:childTnLst>
                                    <p:set>
                                      <p:cBhvr>
                                        <p:cTn id="69" dur="1" fill="hold">
                                          <p:stCondLst>
                                            <p:cond delay="0"/>
                                          </p:stCondLst>
                                        </p:cTn>
                                        <p:tgtEl>
                                          <p:spTgt spid="23"/>
                                        </p:tgtEl>
                                        <p:attrNameLst>
                                          <p:attrName>style.visibility</p:attrName>
                                        </p:attrNameLst>
                                      </p:cBhvr>
                                      <p:to>
                                        <p:strVal val="visible"/>
                                      </p:to>
                                    </p:set>
                                    <p:animEffect transition="in" filter="wipe(up)">
                                      <p:cBhvr>
                                        <p:cTn id="70" dur="500"/>
                                        <p:tgtEl>
                                          <p:spTgt spid="23"/>
                                        </p:tgtEl>
                                      </p:cBhvr>
                                    </p:animEffect>
                                  </p:childTnLst>
                                </p:cTn>
                              </p:par>
                            </p:childTnLst>
                          </p:cTn>
                        </p:par>
                        <p:par>
                          <p:cTn id="71" fill="hold">
                            <p:stCondLst>
                              <p:cond delay="4500"/>
                            </p:stCondLst>
                            <p:childTnLst>
                              <p:par>
                                <p:cTn id="72" presetID="2" presetClass="entr" presetSubtype="8" fill="hold" nodeType="afterEffect">
                                  <p:stCondLst>
                                    <p:cond delay="0"/>
                                  </p:stCondLst>
                                  <p:childTnLst>
                                    <p:set>
                                      <p:cBhvr>
                                        <p:cTn id="73" dur="1" fill="hold">
                                          <p:stCondLst>
                                            <p:cond delay="0"/>
                                          </p:stCondLst>
                                        </p:cTn>
                                        <p:tgtEl>
                                          <p:spTgt spid="14"/>
                                        </p:tgtEl>
                                        <p:attrNameLst>
                                          <p:attrName>style.visibility</p:attrName>
                                        </p:attrNameLst>
                                      </p:cBhvr>
                                      <p:to>
                                        <p:strVal val="visible"/>
                                      </p:to>
                                    </p:set>
                                    <p:anim calcmode="lin" valueType="num">
                                      <p:cBhvr additive="base">
                                        <p:cTn id="74" dur="500" fill="hold"/>
                                        <p:tgtEl>
                                          <p:spTgt spid="14"/>
                                        </p:tgtEl>
                                        <p:attrNameLst>
                                          <p:attrName>ppt_x</p:attrName>
                                        </p:attrNameLst>
                                      </p:cBhvr>
                                      <p:tavLst>
                                        <p:tav tm="0">
                                          <p:val>
                                            <p:strVal val="0-#ppt_w/2"/>
                                          </p:val>
                                        </p:tav>
                                        <p:tav tm="100000">
                                          <p:val>
                                            <p:strVal val="#ppt_x"/>
                                          </p:val>
                                        </p:tav>
                                      </p:tavLst>
                                    </p:anim>
                                    <p:anim calcmode="lin" valueType="num">
                                      <p:cBhvr additive="base">
                                        <p:cTn id="75" dur="500" fill="hold"/>
                                        <p:tgtEl>
                                          <p:spTgt spid="14"/>
                                        </p:tgtEl>
                                        <p:attrNameLst>
                                          <p:attrName>ppt_y</p:attrName>
                                        </p:attrNameLst>
                                      </p:cBhvr>
                                      <p:tavLst>
                                        <p:tav tm="0">
                                          <p:val>
                                            <p:strVal val="#ppt_y"/>
                                          </p:val>
                                        </p:tav>
                                        <p:tav tm="100000">
                                          <p:val>
                                            <p:strVal val="#ppt_y"/>
                                          </p:val>
                                        </p:tav>
                                      </p:tavLst>
                                    </p:anim>
                                  </p:childTnLst>
                                </p:cTn>
                              </p:par>
                            </p:childTnLst>
                          </p:cTn>
                        </p:par>
                        <p:par>
                          <p:cTn id="76" fill="hold">
                            <p:stCondLst>
                              <p:cond delay="5000"/>
                            </p:stCondLst>
                            <p:childTnLst>
                              <p:par>
                                <p:cTn id="77" presetID="10" presetClass="entr" presetSubtype="0" fill="hold" nodeType="afterEffect">
                                  <p:stCondLst>
                                    <p:cond delay="0"/>
                                  </p:stCondLst>
                                  <p:childTnLst>
                                    <p:set>
                                      <p:cBhvr>
                                        <p:cTn id="78" dur="1" fill="hold">
                                          <p:stCondLst>
                                            <p:cond delay="0"/>
                                          </p:stCondLst>
                                        </p:cTn>
                                        <p:tgtEl>
                                          <p:spTgt spid="31"/>
                                        </p:tgtEl>
                                        <p:attrNameLst>
                                          <p:attrName>style.visibility</p:attrName>
                                        </p:attrNameLst>
                                      </p:cBhvr>
                                      <p:to>
                                        <p:strVal val="visible"/>
                                      </p:to>
                                    </p:set>
                                    <p:anim calcmode="lin" valueType="num">
                                      <p:cBhvr>
                                        <p:cTn id="79" dur="300" fill="hold"/>
                                        <p:tgtEl>
                                          <p:spTgt spid="31"/>
                                        </p:tgtEl>
                                        <p:attrNameLst>
                                          <p:attrName>ppt_w</p:attrName>
                                        </p:attrNameLst>
                                      </p:cBhvr>
                                      <p:tavLst>
                                        <p:tav tm="0">
                                          <p:val>
                                            <p:fltVal val="0"/>
                                          </p:val>
                                        </p:tav>
                                        <p:tav tm="100000">
                                          <p:val>
                                            <p:strVal val="#ppt_w"/>
                                          </p:val>
                                        </p:tav>
                                      </p:tavLst>
                                    </p:anim>
                                    <p:anim calcmode="lin" valueType="num">
                                      <p:cBhvr>
                                        <p:cTn id="80" dur="300" fill="hold"/>
                                        <p:tgtEl>
                                          <p:spTgt spid="31"/>
                                        </p:tgtEl>
                                        <p:attrNameLst>
                                          <p:attrName>ppt_h</p:attrName>
                                        </p:attrNameLst>
                                      </p:cBhvr>
                                      <p:tavLst>
                                        <p:tav tm="0">
                                          <p:val>
                                            <p:fltVal val="0"/>
                                          </p:val>
                                        </p:tav>
                                        <p:tav tm="100000">
                                          <p:val>
                                            <p:strVal val="#ppt_h"/>
                                          </p:val>
                                        </p:tav>
                                      </p:tavLst>
                                    </p:anim>
                                    <p:animEffect transition="in" filter="fade">
                                      <p:cBhvr>
                                        <p:cTn id="81" dur="300"/>
                                        <p:tgtEl>
                                          <p:spTgt spid="31"/>
                                        </p:tgtEl>
                                      </p:cBhvr>
                                    </p:animEffect>
                                  </p:childTnLst>
                                </p:cTn>
                              </p:par>
                            </p:childTnLst>
                          </p:cTn>
                        </p:par>
                        <p:par>
                          <p:cTn id="82" fill="hold">
                            <p:stCondLst>
                              <p:cond delay="5300"/>
                            </p:stCondLst>
                            <p:childTnLst>
                              <p:par>
                                <p:cTn id="83" presetID="22" presetClass="entr" presetSubtype="1" fill="hold" grpId="0" nodeType="afterEffect">
                                  <p:stCondLst>
                                    <p:cond delay="0"/>
                                  </p:stCondLst>
                                  <p:childTnLst>
                                    <p:set>
                                      <p:cBhvr>
                                        <p:cTn id="84" dur="1" fill="hold">
                                          <p:stCondLst>
                                            <p:cond delay="0"/>
                                          </p:stCondLst>
                                        </p:cTn>
                                        <p:tgtEl>
                                          <p:spTgt spid="24"/>
                                        </p:tgtEl>
                                        <p:attrNameLst>
                                          <p:attrName>style.visibility</p:attrName>
                                        </p:attrNameLst>
                                      </p:cBhvr>
                                      <p:to>
                                        <p:strVal val="visible"/>
                                      </p:to>
                                    </p:set>
                                    <p:animEffect transition="in" filter="wipe(up)">
                                      <p:cBhvr>
                                        <p:cTn id="85"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21" grpId="0" autoUpdateAnimBg="0"/>
      <p:bldP spid="22" grpId="0" autoUpdateAnimBg="0"/>
      <p:bldP spid="23" grpId="0" autoUpdateAnimBg="0"/>
      <p:bldP spid="24" grpId="0" autoUpdateAnimBg="0"/>
      <p:bldP spid="3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5E958A01-566F-46BE-81C4-621FA3B1A482}"/>
              </a:ext>
            </a:extLst>
          </p:cNvPr>
          <p:cNvGrpSpPr/>
          <p:nvPr/>
        </p:nvGrpSpPr>
        <p:grpSpPr>
          <a:xfrm>
            <a:off x="5245239" y="1980117"/>
            <a:ext cx="5789106" cy="3633076"/>
            <a:chOff x="3963425" y="1323923"/>
            <a:chExt cx="4500562" cy="2739579"/>
          </a:xfrm>
        </p:grpSpPr>
        <p:cxnSp>
          <p:nvCxnSpPr>
            <p:cNvPr id="3" name="Straight Connector 4">
              <a:extLst>
                <a:ext uri="{FF2B5EF4-FFF2-40B4-BE49-F238E27FC236}">
                  <a16:creationId xmlns:a16="http://schemas.microsoft.com/office/drawing/2014/main" id="{69859B0A-D2B7-4EE2-87D0-96456FE5640A}"/>
                </a:ext>
              </a:extLst>
            </p:cNvPr>
            <p:cNvCxnSpPr/>
            <p:nvPr/>
          </p:nvCxnSpPr>
          <p:spPr>
            <a:xfrm>
              <a:off x="3963425" y="1323923"/>
              <a:ext cx="0" cy="2739579"/>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grpSp>
          <p:nvGrpSpPr>
            <p:cNvPr id="4" name="组合 3">
              <a:extLst>
                <a:ext uri="{FF2B5EF4-FFF2-40B4-BE49-F238E27FC236}">
                  <a16:creationId xmlns:a16="http://schemas.microsoft.com/office/drawing/2014/main" id="{01954965-6FB4-479B-89A8-C5CF5923BD2C}"/>
                </a:ext>
              </a:extLst>
            </p:cNvPr>
            <p:cNvGrpSpPr/>
            <p:nvPr/>
          </p:nvGrpSpPr>
          <p:grpSpPr>
            <a:xfrm>
              <a:off x="4006286" y="1758309"/>
              <a:ext cx="4457701" cy="1774032"/>
              <a:chOff x="4006286" y="1758309"/>
              <a:chExt cx="4457701" cy="1774032"/>
            </a:xfrm>
          </p:grpSpPr>
          <p:sp>
            <p:nvSpPr>
              <p:cNvPr id="5" name="Line 18">
                <a:extLst>
                  <a:ext uri="{FF2B5EF4-FFF2-40B4-BE49-F238E27FC236}">
                    <a16:creationId xmlns:a16="http://schemas.microsoft.com/office/drawing/2014/main" id="{0110ABBD-06AE-4128-93E1-5B80E40B9E37}"/>
                  </a:ext>
                </a:extLst>
              </p:cNvPr>
              <p:cNvSpPr>
                <a:spLocks noChangeShapeType="1"/>
              </p:cNvSpPr>
              <p:nvPr/>
            </p:nvSpPr>
            <p:spPr bwMode="auto">
              <a:xfrm>
                <a:off x="4006287" y="1758309"/>
                <a:ext cx="4457700" cy="0"/>
              </a:xfrm>
              <a:prstGeom prst="line">
                <a:avLst/>
              </a:prstGeom>
              <a:noFill/>
              <a:ln w="19050" cap="rnd">
                <a:solidFill>
                  <a:schemeClr val="tx1"/>
                </a:solidFill>
                <a:prstDash val="sysDot"/>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68580" tIns="34290" rIns="68580" bIns="34290"/>
              <a:lstStyle/>
              <a:p>
                <a:endParaRPr lang="en-US">
                  <a:solidFill>
                    <a:prstClr val="black"/>
                  </a:solidFill>
                  <a:cs typeface="+mn-ea"/>
                  <a:sym typeface="+mn-lt"/>
                </a:endParaRPr>
              </a:p>
            </p:txBody>
          </p:sp>
          <p:sp>
            <p:nvSpPr>
              <p:cNvPr id="6" name="Line 19">
                <a:extLst>
                  <a:ext uri="{FF2B5EF4-FFF2-40B4-BE49-F238E27FC236}">
                    <a16:creationId xmlns:a16="http://schemas.microsoft.com/office/drawing/2014/main" id="{73F3D903-E69A-4F6F-8FF5-F26520571556}"/>
                  </a:ext>
                </a:extLst>
              </p:cNvPr>
              <p:cNvSpPr>
                <a:spLocks noChangeShapeType="1"/>
              </p:cNvSpPr>
              <p:nvPr/>
            </p:nvSpPr>
            <p:spPr bwMode="auto">
              <a:xfrm>
                <a:off x="4006287" y="2691759"/>
                <a:ext cx="4457700" cy="0"/>
              </a:xfrm>
              <a:prstGeom prst="line">
                <a:avLst/>
              </a:prstGeom>
              <a:noFill/>
              <a:ln w="19050" cap="rnd">
                <a:solidFill>
                  <a:schemeClr val="tx1"/>
                </a:solidFill>
                <a:prstDash val="sysDot"/>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68580" tIns="34290" rIns="68580" bIns="34290"/>
              <a:lstStyle/>
              <a:p>
                <a:endParaRPr lang="en-US">
                  <a:solidFill>
                    <a:prstClr val="black"/>
                  </a:solidFill>
                  <a:cs typeface="+mn-ea"/>
                  <a:sym typeface="+mn-lt"/>
                </a:endParaRPr>
              </a:p>
            </p:txBody>
          </p:sp>
          <p:sp>
            <p:nvSpPr>
              <p:cNvPr id="7" name="Line 20">
                <a:extLst>
                  <a:ext uri="{FF2B5EF4-FFF2-40B4-BE49-F238E27FC236}">
                    <a16:creationId xmlns:a16="http://schemas.microsoft.com/office/drawing/2014/main" id="{25EE18FE-DBFD-4FDF-B9F1-3EFA5DE27D14}"/>
                  </a:ext>
                </a:extLst>
              </p:cNvPr>
              <p:cNvSpPr>
                <a:spLocks noChangeShapeType="1"/>
              </p:cNvSpPr>
              <p:nvPr/>
            </p:nvSpPr>
            <p:spPr bwMode="auto">
              <a:xfrm flipV="1">
                <a:off x="4006286" y="3529960"/>
                <a:ext cx="4457700" cy="2381"/>
              </a:xfrm>
              <a:prstGeom prst="line">
                <a:avLst/>
              </a:prstGeom>
              <a:noFill/>
              <a:ln w="19050" cap="rnd">
                <a:solidFill>
                  <a:schemeClr val="tx1"/>
                </a:solidFill>
                <a:prstDash val="sysDot"/>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68580" tIns="34290" rIns="68580" bIns="34290"/>
              <a:lstStyle/>
              <a:p>
                <a:endParaRPr lang="en-US">
                  <a:solidFill>
                    <a:prstClr val="black"/>
                  </a:solidFill>
                  <a:cs typeface="+mn-ea"/>
                  <a:sym typeface="+mn-lt"/>
                </a:endParaRPr>
              </a:p>
            </p:txBody>
          </p:sp>
        </p:grpSp>
      </p:grpSp>
      <p:sp>
        <p:nvSpPr>
          <p:cNvPr id="8" name="Rectangle 12">
            <a:extLst>
              <a:ext uri="{FF2B5EF4-FFF2-40B4-BE49-F238E27FC236}">
                <a16:creationId xmlns:a16="http://schemas.microsoft.com/office/drawing/2014/main" id="{F39482F7-4090-4917-AEB1-BF983E7240DD}"/>
              </a:ext>
            </a:extLst>
          </p:cNvPr>
          <p:cNvSpPr/>
          <p:nvPr/>
        </p:nvSpPr>
        <p:spPr>
          <a:xfrm>
            <a:off x="6081034" y="2881972"/>
            <a:ext cx="4953311" cy="293285"/>
          </a:xfrm>
          <a:prstGeom prst="rect">
            <a:avLst/>
          </a:prstGeom>
        </p:spPr>
        <p:txBody>
          <a:bodyPr wrap="square" lIns="68580" tIns="34290" rIns="68580" bIns="34290">
            <a:spAutoFit/>
          </a:bodyPr>
          <a:lstStyle/>
          <a:p>
            <a:pPr>
              <a:lnSpc>
                <a:spcPct val="150000"/>
              </a:lnSpc>
            </a:pPr>
            <a:r>
              <a:rPr lang="zh-CN" altLang="en-US" sz="1100" dirty="0"/>
              <a:t>不同罪名之间存在共现、包含或交叉关系，依赖建模难度较高</a:t>
            </a:r>
            <a:endParaRPr lang="zh-CN" altLang="en-US" sz="1100" dirty="0">
              <a:solidFill>
                <a:srgbClr val="555555"/>
              </a:solidFill>
              <a:cs typeface="+mn-ea"/>
              <a:sym typeface="+mn-lt"/>
            </a:endParaRPr>
          </a:p>
        </p:txBody>
      </p:sp>
      <p:sp>
        <p:nvSpPr>
          <p:cNvPr id="9" name="Rectangle 13">
            <a:extLst>
              <a:ext uri="{FF2B5EF4-FFF2-40B4-BE49-F238E27FC236}">
                <a16:creationId xmlns:a16="http://schemas.microsoft.com/office/drawing/2014/main" id="{902AF329-CA70-46A5-875B-32AA9B1A5BBB}"/>
              </a:ext>
            </a:extLst>
          </p:cNvPr>
          <p:cNvSpPr/>
          <p:nvPr/>
        </p:nvSpPr>
        <p:spPr>
          <a:xfrm>
            <a:off x="6054249" y="1609716"/>
            <a:ext cx="4980095" cy="293285"/>
          </a:xfrm>
          <a:prstGeom prst="rect">
            <a:avLst/>
          </a:prstGeom>
        </p:spPr>
        <p:txBody>
          <a:bodyPr wrap="square" lIns="68580" tIns="34290" rIns="68580" bIns="34290">
            <a:spAutoFit/>
          </a:bodyPr>
          <a:lstStyle/>
          <a:p>
            <a:pPr>
              <a:lnSpc>
                <a:spcPct val="150000"/>
              </a:lnSpc>
            </a:pPr>
            <a:r>
              <a:rPr lang="zh-CN" altLang="en-US" sz="1100" dirty="0"/>
              <a:t>案件事实描述冗长、语义密集，增加模型对关键信息提取与理解的难度</a:t>
            </a:r>
            <a:endParaRPr lang="zh-CN" altLang="en-US" sz="1100" dirty="0">
              <a:solidFill>
                <a:srgbClr val="555555"/>
              </a:solidFill>
              <a:cs typeface="+mn-ea"/>
              <a:sym typeface="+mn-lt"/>
            </a:endParaRPr>
          </a:p>
        </p:txBody>
      </p:sp>
      <p:sp>
        <p:nvSpPr>
          <p:cNvPr id="10" name="Rectangle 14">
            <a:extLst>
              <a:ext uri="{FF2B5EF4-FFF2-40B4-BE49-F238E27FC236}">
                <a16:creationId xmlns:a16="http://schemas.microsoft.com/office/drawing/2014/main" id="{F34FBB65-9059-450B-A180-3ED95428854A}"/>
              </a:ext>
            </a:extLst>
          </p:cNvPr>
          <p:cNvSpPr/>
          <p:nvPr/>
        </p:nvSpPr>
        <p:spPr>
          <a:xfrm>
            <a:off x="6081034" y="4029135"/>
            <a:ext cx="4953312" cy="547201"/>
          </a:xfrm>
          <a:prstGeom prst="rect">
            <a:avLst/>
          </a:prstGeom>
        </p:spPr>
        <p:txBody>
          <a:bodyPr wrap="square" lIns="68580" tIns="34290" rIns="68580" bIns="34290">
            <a:spAutoFit/>
          </a:bodyPr>
          <a:lstStyle/>
          <a:p>
            <a:pPr>
              <a:lnSpc>
                <a:spcPct val="150000"/>
              </a:lnSpc>
            </a:pPr>
            <a:r>
              <a:rPr lang="zh-CN" altLang="en-US" sz="1100" dirty="0"/>
              <a:t>如何合理融合 </a:t>
            </a:r>
            <a:r>
              <a:rPr lang="en-US" altLang="zh-CN" sz="1100" dirty="0"/>
              <a:t>Transformer </a:t>
            </a:r>
            <a:r>
              <a:rPr lang="zh-CN" altLang="en-US" sz="1100" dirty="0"/>
              <a:t>与 </a:t>
            </a:r>
            <a:r>
              <a:rPr lang="en-US" altLang="zh-CN" sz="1100" dirty="0"/>
              <a:t>GCN </a:t>
            </a:r>
            <a:r>
              <a:rPr lang="zh-CN" altLang="en-US" sz="1100" dirty="0"/>
              <a:t>输出特征，避免信息冗余或冲突，是关键问题</a:t>
            </a:r>
            <a:endParaRPr lang="zh-CN" altLang="en-US" sz="1100" dirty="0">
              <a:solidFill>
                <a:srgbClr val="555555"/>
              </a:solidFill>
              <a:cs typeface="+mn-ea"/>
              <a:sym typeface="+mn-lt"/>
            </a:endParaRPr>
          </a:p>
        </p:txBody>
      </p:sp>
      <p:sp>
        <p:nvSpPr>
          <p:cNvPr id="11" name="TextBox 15">
            <a:extLst>
              <a:ext uri="{FF2B5EF4-FFF2-40B4-BE49-F238E27FC236}">
                <a16:creationId xmlns:a16="http://schemas.microsoft.com/office/drawing/2014/main" id="{2C28FC3C-A1DD-41EB-8862-441DDE56A3AE}"/>
              </a:ext>
            </a:extLst>
          </p:cNvPr>
          <p:cNvSpPr txBox="1"/>
          <p:nvPr/>
        </p:nvSpPr>
        <p:spPr>
          <a:xfrm>
            <a:off x="6081033" y="5139380"/>
            <a:ext cx="4953312" cy="293285"/>
          </a:xfrm>
          <a:prstGeom prst="rect">
            <a:avLst/>
          </a:prstGeom>
          <a:noFill/>
        </p:spPr>
        <p:txBody>
          <a:bodyPr wrap="square" lIns="68580" tIns="34290" rIns="68580" bIns="34290" rtlCol="0">
            <a:spAutoFit/>
          </a:bodyPr>
          <a:lstStyle/>
          <a:p>
            <a:pPr>
              <a:lnSpc>
                <a:spcPct val="150000"/>
              </a:lnSpc>
            </a:pPr>
            <a:r>
              <a:rPr lang="zh-CN" altLang="en-US" sz="1100" dirty="0"/>
              <a:t>在提升预测准确率的同时，需要兼顾模型在司法场景下的可解释性需求</a:t>
            </a:r>
            <a:endParaRPr lang="zh-CN" altLang="en-US" sz="1100" dirty="0">
              <a:solidFill>
                <a:srgbClr val="555555"/>
              </a:solidFill>
              <a:cs typeface="+mn-ea"/>
              <a:sym typeface="+mn-lt"/>
            </a:endParaRPr>
          </a:p>
        </p:txBody>
      </p:sp>
      <p:grpSp>
        <p:nvGrpSpPr>
          <p:cNvPr id="12" name="Group 24">
            <a:extLst>
              <a:ext uri="{FF2B5EF4-FFF2-40B4-BE49-F238E27FC236}">
                <a16:creationId xmlns:a16="http://schemas.microsoft.com/office/drawing/2014/main" id="{A0C45AC1-62EB-4D0B-A826-AF377924C1DC}"/>
              </a:ext>
            </a:extLst>
          </p:cNvPr>
          <p:cNvGrpSpPr/>
          <p:nvPr/>
        </p:nvGrpSpPr>
        <p:grpSpPr>
          <a:xfrm>
            <a:off x="4640963" y="1608992"/>
            <a:ext cx="1318819" cy="652340"/>
            <a:chOff x="2187746" y="2123279"/>
            <a:chExt cx="1927113" cy="1931011"/>
          </a:xfrm>
        </p:grpSpPr>
        <p:sp>
          <p:nvSpPr>
            <p:cNvPr id="13" name="任意多边形 82">
              <a:extLst>
                <a:ext uri="{FF2B5EF4-FFF2-40B4-BE49-F238E27FC236}">
                  <a16:creationId xmlns:a16="http://schemas.microsoft.com/office/drawing/2014/main" id="{8F6C91A0-2FF5-43F2-9478-2F18ADD4F705}"/>
                </a:ext>
              </a:extLst>
            </p:cNvPr>
            <p:cNvSpPr/>
            <p:nvPr/>
          </p:nvSpPr>
          <p:spPr bwMode="auto">
            <a:xfrm rot="5400000">
              <a:off x="2185797" y="2125228"/>
              <a:ext cx="1931011" cy="1927113"/>
            </a:xfrm>
            <a:prstGeom prst="roundRect">
              <a:avLst/>
            </a:prstGeom>
            <a:gradFill flip="none" rotWithShape="1">
              <a:gsLst>
                <a:gs pos="17000">
                  <a:srgbClr val="FFFFFF"/>
                </a:gs>
                <a:gs pos="88000">
                  <a:srgbClr val="FFFFFF">
                    <a:lumMod val="72000"/>
                  </a:srgbClr>
                </a:gs>
              </a:gsLst>
              <a:lin ang="2700000" scaled="1"/>
              <a:tileRect/>
            </a:gradFill>
            <a:ln w="25400" cap="flat" cmpd="sng" algn="ctr">
              <a:noFill/>
              <a:prstDash val="solid"/>
            </a:ln>
            <a:effectLst>
              <a:outerShdw blurRad="127000" dist="63500" dir="7380000" sx="102000" sy="102000" algn="tr" rotWithShape="0">
                <a:prstClr val="black">
                  <a:alpha val="39000"/>
                </a:prstClr>
              </a:outerShdw>
            </a:effectLst>
          </p:spPr>
          <p:txBody>
            <a:bodyPr anchor="ctr"/>
            <a:lstStyle/>
            <a:p>
              <a:pPr algn="ctr" fontAlgn="base">
                <a:spcBef>
                  <a:spcPct val="0"/>
                </a:spcBef>
                <a:spcAft>
                  <a:spcPct val="0"/>
                </a:spcAft>
                <a:defRPr/>
              </a:pPr>
              <a:endParaRPr lang="zh-CN" altLang="en-US" sz="3200" b="1" kern="0">
                <a:solidFill>
                  <a:srgbClr val="FFFFFF"/>
                </a:solidFill>
                <a:cs typeface="+mn-ea"/>
                <a:sym typeface="+mn-lt"/>
              </a:endParaRPr>
            </a:p>
          </p:txBody>
        </p:sp>
        <p:sp>
          <p:nvSpPr>
            <p:cNvPr id="14" name="任意多边形 83">
              <a:extLst>
                <a:ext uri="{FF2B5EF4-FFF2-40B4-BE49-F238E27FC236}">
                  <a16:creationId xmlns:a16="http://schemas.microsoft.com/office/drawing/2014/main" id="{96A6A190-9B30-476E-8537-DAEC6F93CA44}"/>
                </a:ext>
              </a:extLst>
            </p:cNvPr>
            <p:cNvSpPr/>
            <p:nvPr/>
          </p:nvSpPr>
          <p:spPr bwMode="auto">
            <a:xfrm rot="16200000">
              <a:off x="2199710" y="2139114"/>
              <a:ext cx="1903185" cy="1899341"/>
            </a:xfrm>
            <a:prstGeom prst="roundRect">
              <a:avLst/>
            </a:prstGeom>
            <a:gradFill flip="none" rotWithShape="1">
              <a:gsLst>
                <a:gs pos="29000">
                  <a:srgbClr val="FFFFFF"/>
                </a:gs>
                <a:gs pos="98000">
                  <a:srgbClr val="FFFFFF">
                    <a:lumMod val="75000"/>
                  </a:srgbClr>
                </a:gs>
              </a:gsLst>
              <a:lin ang="2700000" scaled="1"/>
              <a:tileRect/>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sz="3200" b="1" kern="0">
                <a:solidFill>
                  <a:srgbClr val="FFFFFF"/>
                </a:solidFill>
                <a:latin typeface="+mn-lt"/>
                <a:ea typeface="+mn-ea"/>
                <a:cs typeface="+mn-ea"/>
                <a:sym typeface="+mn-lt"/>
              </a:endParaRPr>
            </a:p>
          </p:txBody>
        </p:sp>
        <p:sp>
          <p:nvSpPr>
            <p:cNvPr id="15" name="椭圆 80">
              <a:extLst>
                <a:ext uri="{FF2B5EF4-FFF2-40B4-BE49-F238E27FC236}">
                  <a16:creationId xmlns:a16="http://schemas.microsoft.com/office/drawing/2014/main" id="{072BCF0E-16EB-4D10-9DA4-FED9B7B84F1F}"/>
                </a:ext>
              </a:extLst>
            </p:cNvPr>
            <p:cNvSpPr/>
            <p:nvPr/>
          </p:nvSpPr>
          <p:spPr bwMode="auto">
            <a:xfrm>
              <a:off x="2454986" y="2391057"/>
              <a:ext cx="1392631" cy="1395453"/>
            </a:xfrm>
            <a:prstGeom prst="roundRect">
              <a:avLst/>
            </a:prstGeom>
            <a:solidFill>
              <a:srgbClr val="344F66"/>
            </a:solidFill>
            <a:ln w="25400" cap="flat" cmpd="sng" algn="ctr">
              <a:noFill/>
              <a:prstDash val="solid"/>
            </a:ln>
            <a:effectLst>
              <a:innerShdw blurRad="63500" dist="25400" dir="18660000">
                <a:prstClr val="black">
                  <a:alpha val="35000"/>
                </a:prstClr>
              </a:innerShdw>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r>
                <a:rPr lang="zh-CN" altLang="en-US" sz="1400" dirty="0">
                  <a:solidFill>
                    <a:schemeClr val="bg1"/>
                  </a:solidFill>
                </a:rPr>
                <a:t>司法文本</a:t>
              </a:r>
              <a:endParaRPr lang="zh-CN" altLang="en-US" sz="1400" b="1" kern="0" dirty="0">
                <a:solidFill>
                  <a:schemeClr val="bg1"/>
                </a:solidFill>
                <a:latin typeface="+mn-lt"/>
                <a:ea typeface="+mn-ea"/>
                <a:cs typeface="+mn-ea"/>
                <a:sym typeface="+mn-lt"/>
              </a:endParaRPr>
            </a:p>
          </p:txBody>
        </p:sp>
      </p:grpSp>
      <p:grpSp>
        <p:nvGrpSpPr>
          <p:cNvPr id="16" name="Group 28">
            <a:extLst>
              <a:ext uri="{FF2B5EF4-FFF2-40B4-BE49-F238E27FC236}">
                <a16:creationId xmlns:a16="http://schemas.microsoft.com/office/drawing/2014/main" id="{F1579671-866A-47A1-B2D3-92A1BAE4F6AE}"/>
              </a:ext>
            </a:extLst>
          </p:cNvPr>
          <p:cNvGrpSpPr/>
          <p:nvPr/>
        </p:nvGrpSpPr>
        <p:grpSpPr>
          <a:xfrm>
            <a:off x="4640963" y="2983026"/>
            <a:ext cx="1309315" cy="652340"/>
            <a:chOff x="2187746" y="2123279"/>
            <a:chExt cx="1927113" cy="1931011"/>
          </a:xfrm>
        </p:grpSpPr>
        <p:sp>
          <p:nvSpPr>
            <p:cNvPr id="17" name="任意多边形 82">
              <a:extLst>
                <a:ext uri="{FF2B5EF4-FFF2-40B4-BE49-F238E27FC236}">
                  <a16:creationId xmlns:a16="http://schemas.microsoft.com/office/drawing/2014/main" id="{B0CF0A81-7CBB-4F3E-AF98-79AB384DC9BF}"/>
                </a:ext>
              </a:extLst>
            </p:cNvPr>
            <p:cNvSpPr/>
            <p:nvPr/>
          </p:nvSpPr>
          <p:spPr bwMode="auto">
            <a:xfrm rot="5400000">
              <a:off x="2185797" y="2125228"/>
              <a:ext cx="1931011" cy="1927113"/>
            </a:xfrm>
            <a:prstGeom prst="roundRect">
              <a:avLst/>
            </a:prstGeom>
            <a:gradFill flip="none" rotWithShape="1">
              <a:gsLst>
                <a:gs pos="17000">
                  <a:srgbClr val="FFFFFF"/>
                </a:gs>
                <a:gs pos="88000">
                  <a:srgbClr val="FFFFFF">
                    <a:lumMod val="72000"/>
                  </a:srgbClr>
                </a:gs>
              </a:gsLst>
              <a:lin ang="2700000" scaled="1"/>
              <a:tileRect/>
            </a:gradFill>
            <a:ln w="25400" cap="flat" cmpd="sng" algn="ctr">
              <a:noFill/>
              <a:prstDash val="solid"/>
            </a:ln>
            <a:effectLst>
              <a:outerShdw blurRad="127000" dist="63500" dir="7380000" sx="102000" sy="102000" algn="tr" rotWithShape="0">
                <a:prstClr val="black">
                  <a:alpha val="39000"/>
                </a:prstClr>
              </a:outerShdw>
            </a:effectLst>
          </p:spPr>
          <p:txBody>
            <a:bodyPr anchor="ctr"/>
            <a:lstStyle/>
            <a:p>
              <a:pPr algn="ctr" fontAlgn="base">
                <a:spcBef>
                  <a:spcPct val="0"/>
                </a:spcBef>
                <a:spcAft>
                  <a:spcPct val="0"/>
                </a:spcAft>
                <a:defRPr/>
              </a:pPr>
              <a:endParaRPr lang="zh-CN" altLang="en-US" sz="3200" b="1" kern="0">
                <a:solidFill>
                  <a:srgbClr val="FFFFFF"/>
                </a:solidFill>
                <a:cs typeface="+mn-ea"/>
                <a:sym typeface="+mn-lt"/>
              </a:endParaRPr>
            </a:p>
          </p:txBody>
        </p:sp>
        <p:sp>
          <p:nvSpPr>
            <p:cNvPr id="18" name="任意多边形 83">
              <a:extLst>
                <a:ext uri="{FF2B5EF4-FFF2-40B4-BE49-F238E27FC236}">
                  <a16:creationId xmlns:a16="http://schemas.microsoft.com/office/drawing/2014/main" id="{2C9F1D2E-67A0-4C2D-8B66-CD265DBD1E79}"/>
                </a:ext>
              </a:extLst>
            </p:cNvPr>
            <p:cNvSpPr/>
            <p:nvPr/>
          </p:nvSpPr>
          <p:spPr bwMode="auto">
            <a:xfrm rot="16200000">
              <a:off x="2199710" y="2139114"/>
              <a:ext cx="1903185" cy="1899341"/>
            </a:xfrm>
            <a:prstGeom prst="roundRect">
              <a:avLst/>
            </a:prstGeom>
            <a:gradFill flip="none" rotWithShape="1">
              <a:gsLst>
                <a:gs pos="29000">
                  <a:srgbClr val="FFFFFF"/>
                </a:gs>
                <a:gs pos="98000">
                  <a:srgbClr val="FFFFFF">
                    <a:lumMod val="75000"/>
                  </a:srgbClr>
                </a:gs>
              </a:gsLst>
              <a:lin ang="2700000" scaled="1"/>
              <a:tileRect/>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sz="3200" b="1" kern="0">
                <a:solidFill>
                  <a:srgbClr val="FFFFFF"/>
                </a:solidFill>
                <a:latin typeface="+mn-lt"/>
                <a:ea typeface="+mn-ea"/>
                <a:cs typeface="+mn-ea"/>
                <a:sym typeface="+mn-lt"/>
              </a:endParaRPr>
            </a:p>
          </p:txBody>
        </p:sp>
        <p:sp>
          <p:nvSpPr>
            <p:cNvPr id="19" name="椭圆 80">
              <a:extLst>
                <a:ext uri="{FF2B5EF4-FFF2-40B4-BE49-F238E27FC236}">
                  <a16:creationId xmlns:a16="http://schemas.microsoft.com/office/drawing/2014/main" id="{B9EA67C6-0A8C-4616-94DE-FABE5AC134DA}"/>
                </a:ext>
              </a:extLst>
            </p:cNvPr>
            <p:cNvSpPr/>
            <p:nvPr/>
          </p:nvSpPr>
          <p:spPr bwMode="auto">
            <a:xfrm>
              <a:off x="2454986" y="2391057"/>
              <a:ext cx="1392631" cy="1395453"/>
            </a:xfrm>
            <a:prstGeom prst="roundRect">
              <a:avLst/>
            </a:prstGeom>
            <a:solidFill>
              <a:srgbClr val="CF3B4C"/>
            </a:solidFill>
            <a:ln w="25400" cap="flat" cmpd="sng" algn="ctr">
              <a:noFill/>
              <a:prstDash val="solid"/>
            </a:ln>
            <a:effectLst>
              <a:innerShdw blurRad="63500" dist="25400" dir="18660000">
                <a:prstClr val="black">
                  <a:alpha val="35000"/>
                </a:prstClr>
              </a:innerShdw>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r>
                <a:rPr lang="zh-CN" altLang="en-US" sz="1400" dirty="0">
                  <a:solidFill>
                    <a:schemeClr val="bg1"/>
                  </a:solidFill>
                </a:rPr>
                <a:t>依赖关系</a:t>
              </a:r>
              <a:endParaRPr lang="zh-CN" altLang="en-US" sz="1400" dirty="0">
                <a:solidFill>
                  <a:schemeClr val="bg1"/>
                </a:solidFill>
                <a:sym typeface="+mn-lt"/>
              </a:endParaRPr>
            </a:p>
          </p:txBody>
        </p:sp>
      </p:grpSp>
      <p:grpSp>
        <p:nvGrpSpPr>
          <p:cNvPr id="20" name="Group 32">
            <a:extLst>
              <a:ext uri="{FF2B5EF4-FFF2-40B4-BE49-F238E27FC236}">
                <a16:creationId xmlns:a16="http://schemas.microsoft.com/office/drawing/2014/main" id="{9B1006D6-B95B-4D32-8E18-1F911F822ADF}"/>
              </a:ext>
            </a:extLst>
          </p:cNvPr>
          <p:cNvGrpSpPr/>
          <p:nvPr/>
        </p:nvGrpSpPr>
        <p:grpSpPr>
          <a:xfrm>
            <a:off x="4640963" y="3954056"/>
            <a:ext cx="1299882" cy="652340"/>
            <a:chOff x="2187746" y="2123279"/>
            <a:chExt cx="1927113" cy="1931011"/>
          </a:xfrm>
        </p:grpSpPr>
        <p:sp>
          <p:nvSpPr>
            <p:cNvPr id="21" name="任意多边形 82">
              <a:extLst>
                <a:ext uri="{FF2B5EF4-FFF2-40B4-BE49-F238E27FC236}">
                  <a16:creationId xmlns:a16="http://schemas.microsoft.com/office/drawing/2014/main" id="{7A6C4569-1183-457C-B749-07E574C629A3}"/>
                </a:ext>
              </a:extLst>
            </p:cNvPr>
            <p:cNvSpPr/>
            <p:nvPr/>
          </p:nvSpPr>
          <p:spPr bwMode="auto">
            <a:xfrm rot="5400000">
              <a:off x="2185797" y="2125228"/>
              <a:ext cx="1931011" cy="1927113"/>
            </a:xfrm>
            <a:prstGeom prst="roundRect">
              <a:avLst/>
            </a:prstGeom>
            <a:gradFill flip="none" rotWithShape="1">
              <a:gsLst>
                <a:gs pos="17000">
                  <a:srgbClr val="FFFFFF"/>
                </a:gs>
                <a:gs pos="88000">
                  <a:srgbClr val="FFFFFF">
                    <a:lumMod val="72000"/>
                  </a:srgbClr>
                </a:gs>
              </a:gsLst>
              <a:lin ang="2700000" scaled="1"/>
              <a:tileRect/>
            </a:gradFill>
            <a:ln w="25400" cap="flat" cmpd="sng" algn="ctr">
              <a:noFill/>
              <a:prstDash val="solid"/>
            </a:ln>
            <a:effectLst>
              <a:outerShdw blurRad="127000" dist="63500" dir="7380000" sx="102000" sy="102000" algn="tr" rotWithShape="0">
                <a:prstClr val="black">
                  <a:alpha val="39000"/>
                </a:prstClr>
              </a:outerShdw>
            </a:effectLst>
          </p:spPr>
          <p:txBody>
            <a:bodyPr anchor="ctr"/>
            <a:lstStyle/>
            <a:p>
              <a:pPr algn="ctr" fontAlgn="base">
                <a:spcBef>
                  <a:spcPct val="0"/>
                </a:spcBef>
                <a:spcAft>
                  <a:spcPct val="0"/>
                </a:spcAft>
                <a:defRPr/>
              </a:pPr>
              <a:endParaRPr lang="zh-CN" altLang="en-US" sz="3200" b="1" kern="0">
                <a:solidFill>
                  <a:srgbClr val="FFFFFF"/>
                </a:solidFill>
                <a:cs typeface="+mn-ea"/>
                <a:sym typeface="+mn-lt"/>
              </a:endParaRPr>
            </a:p>
          </p:txBody>
        </p:sp>
        <p:sp>
          <p:nvSpPr>
            <p:cNvPr id="22" name="任意多边形 83">
              <a:extLst>
                <a:ext uri="{FF2B5EF4-FFF2-40B4-BE49-F238E27FC236}">
                  <a16:creationId xmlns:a16="http://schemas.microsoft.com/office/drawing/2014/main" id="{0A4072BB-CCBF-4E83-AC0E-1A56041F914E}"/>
                </a:ext>
              </a:extLst>
            </p:cNvPr>
            <p:cNvSpPr/>
            <p:nvPr/>
          </p:nvSpPr>
          <p:spPr bwMode="auto">
            <a:xfrm rot="16200000">
              <a:off x="2199710" y="2139114"/>
              <a:ext cx="1903185" cy="1899341"/>
            </a:xfrm>
            <a:prstGeom prst="roundRect">
              <a:avLst/>
            </a:prstGeom>
            <a:gradFill flip="none" rotWithShape="1">
              <a:gsLst>
                <a:gs pos="29000">
                  <a:srgbClr val="FFFFFF"/>
                </a:gs>
                <a:gs pos="98000">
                  <a:srgbClr val="FFFFFF">
                    <a:lumMod val="75000"/>
                  </a:srgbClr>
                </a:gs>
              </a:gsLst>
              <a:lin ang="2700000" scaled="1"/>
              <a:tileRect/>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sz="3200" b="1" kern="0">
                <a:solidFill>
                  <a:srgbClr val="FFFFFF"/>
                </a:solidFill>
                <a:latin typeface="+mn-lt"/>
                <a:ea typeface="+mn-ea"/>
                <a:cs typeface="+mn-ea"/>
                <a:sym typeface="+mn-lt"/>
              </a:endParaRPr>
            </a:p>
          </p:txBody>
        </p:sp>
        <p:sp>
          <p:nvSpPr>
            <p:cNvPr id="23" name="椭圆 80">
              <a:extLst>
                <a:ext uri="{FF2B5EF4-FFF2-40B4-BE49-F238E27FC236}">
                  <a16:creationId xmlns:a16="http://schemas.microsoft.com/office/drawing/2014/main" id="{6156FB3A-49F6-41E4-AB66-D3253BDB800B}"/>
                </a:ext>
              </a:extLst>
            </p:cNvPr>
            <p:cNvSpPr/>
            <p:nvPr/>
          </p:nvSpPr>
          <p:spPr bwMode="auto">
            <a:xfrm>
              <a:off x="2454987" y="2391058"/>
              <a:ext cx="1416812" cy="1395452"/>
            </a:xfrm>
            <a:prstGeom prst="roundRect">
              <a:avLst/>
            </a:prstGeom>
            <a:solidFill>
              <a:srgbClr val="344F66"/>
            </a:solidFill>
            <a:ln w="25400" cap="flat" cmpd="sng" algn="ctr">
              <a:noFill/>
              <a:prstDash val="solid"/>
            </a:ln>
            <a:effectLst>
              <a:innerShdw blurRad="63500" dist="25400" dir="18660000">
                <a:prstClr val="black">
                  <a:alpha val="35000"/>
                </a:prstClr>
              </a:innerShdw>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r>
                <a:rPr lang="zh-CN" altLang="en-US" sz="1400" dirty="0">
                  <a:solidFill>
                    <a:schemeClr val="bg1"/>
                  </a:solidFill>
                </a:rPr>
                <a:t>结构设计</a:t>
              </a:r>
              <a:endParaRPr lang="zh-CN" altLang="en-US" sz="1400" dirty="0">
                <a:solidFill>
                  <a:schemeClr val="bg1"/>
                </a:solidFill>
                <a:sym typeface="+mn-lt"/>
              </a:endParaRPr>
            </a:p>
          </p:txBody>
        </p:sp>
      </p:grpSp>
      <p:grpSp>
        <p:nvGrpSpPr>
          <p:cNvPr id="24" name="Group 36">
            <a:extLst>
              <a:ext uri="{FF2B5EF4-FFF2-40B4-BE49-F238E27FC236}">
                <a16:creationId xmlns:a16="http://schemas.microsoft.com/office/drawing/2014/main" id="{68A5016F-4172-4EFF-B93A-161760AF80DE}"/>
              </a:ext>
            </a:extLst>
          </p:cNvPr>
          <p:cNvGrpSpPr/>
          <p:nvPr/>
        </p:nvGrpSpPr>
        <p:grpSpPr>
          <a:xfrm>
            <a:off x="4640963" y="5151916"/>
            <a:ext cx="1299882" cy="652340"/>
            <a:chOff x="2187746" y="2123279"/>
            <a:chExt cx="1927113" cy="1931011"/>
          </a:xfrm>
        </p:grpSpPr>
        <p:sp>
          <p:nvSpPr>
            <p:cNvPr id="25" name="任意多边形 82">
              <a:extLst>
                <a:ext uri="{FF2B5EF4-FFF2-40B4-BE49-F238E27FC236}">
                  <a16:creationId xmlns:a16="http://schemas.microsoft.com/office/drawing/2014/main" id="{89D7138E-FDC9-472F-AA19-6C8FCD64D3E4}"/>
                </a:ext>
              </a:extLst>
            </p:cNvPr>
            <p:cNvSpPr/>
            <p:nvPr/>
          </p:nvSpPr>
          <p:spPr bwMode="auto">
            <a:xfrm rot="5400000">
              <a:off x="2185797" y="2125228"/>
              <a:ext cx="1931011" cy="1927113"/>
            </a:xfrm>
            <a:prstGeom prst="roundRect">
              <a:avLst/>
            </a:prstGeom>
            <a:gradFill flip="none" rotWithShape="1">
              <a:gsLst>
                <a:gs pos="17000">
                  <a:srgbClr val="FFFFFF"/>
                </a:gs>
                <a:gs pos="88000">
                  <a:srgbClr val="FFFFFF">
                    <a:lumMod val="72000"/>
                  </a:srgbClr>
                </a:gs>
              </a:gsLst>
              <a:lin ang="2700000" scaled="1"/>
              <a:tileRect/>
            </a:gradFill>
            <a:ln w="25400" cap="flat" cmpd="sng" algn="ctr">
              <a:noFill/>
              <a:prstDash val="solid"/>
            </a:ln>
            <a:effectLst>
              <a:outerShdw blurRad="127000" dist="63500" dir="7380000" sx="102000" sy="102000" algn="tr" rotWithShape="0">
                <a:prstClr val="black">
                  <a:alpha val="39000"/>
                </a:prstClr>
              </a:outerShdw>
            </a:effectLst>
          </p:spPr>
          <p:txBody>
            <a:bodyPr anchor="ctr"/>
            <a:lstStyle/>
            <a:p>
              <a:pPr algn="ctr" fontAlgn="base">
                <a:spcBef>
                  <a:spcPct val="0"/>
                </a:spcBef>
                <a:spcAft>
                  <a:spcPct val="0"/>
                </a:spcAft>
                <a:defRPr/>
              </a:pPr>
              <a:endParaRPr lang="zh-CN" altLang="en-US" sz="3200" b="1" kern="0">
                <a:solidFill>
                  <a:srgbClr val="FFFFFF"/>
                </a:solidFill>
                <a:cs typeface="+mn-ea"/>
                <a:sym typeface="+mn-lt"/>
              </a:endParaRPr>
            </a:p>
          </p:txBody>
        </p:sp>
        <p:sp>
          <p:nvSpPr>
            <p:cNvPr id="26" name="任意多边形 83">
              <a:extLst>
                <a:ext uri="{FF2B5EF4-FFF2-40B4-BE49-F238E27FC236}">
                  <a16:creationId xmlns:a16="http://schemas.microsoft.com/office/drawing/2014/main" id="{E7AAE6C4-E83D-40A7-989D-33B6D0A0AB37}"/>
                </a:ext>
              </a:extLst>
            </p:cNvPr>
            <p:cNvSpPr/>
            <p:nvPr/>
          </p:nvSpPr>
          <p:spPr bwMode="auto">
            <a:xfrm rot="16200000">
              <a:off x="2199710" y="2139114"/>
              <a:ext cx="1903185" cy="1899341"/>
            </a:xfrm>
            <a:prstGeom prst="roundRect">
              <a:avLst/>
            </a:prstGeom>
            <a:gradFill flip="none" rotWithShape="1">
              <a:gsLst>
                <a:gs pos="29000">
                  <a:srgbClr val="FFFFFF"/>
                </a:gs>
                <a:gs pos="98000">
                  <a:srgbClr val="FFFFFF">
                    <a:lumMod val="75000"/>
                  </a:srgbClr>
                </a:gs>
              </a:gsLst>
              <a:lin ang="2700000" scaled="1"/>
              <a:tileRect/>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sz="3200" b="1" kern="0">
                <a:solidFill>
                  <a:srgbClr val="FFFFFF"/>
                </a:solidFill>
                <a:latin typeface="+mn-lt"/>
                <a:ea typeface="+mn-ea"/>
                <a:cs typeface="+mn-ea"/>
                <a:sym typeface="+mn-lt"/>
              </a:endParaRPr>
            </a:p>
          </p:txBody>
        </p:sp>
        <p:sp>
          <p:nvSpPr>
            <p:cNvPr id="27" name="椭圆 80">
              <a:extLst>
                <a:ext uri="{FF2B5EF4-FFF2-40B4-BE49-F238E27FC236}">
                  <a16:creationId xmlns:a16="http://schemas.microsoft.com/office/drawing/2014/main" id="{07B54CAE-976F-4489-8562-578144F18A39}"/>
                </a:ext>
              </a:extLst>
            </p:cNvPr>
            <p:cNvSpPr/>
            <p:nvPr/>
          </p:nvSpPr>
          <p:spPr bwMode="auto">
            <a:xfrm>
              <a:off x="2454987" y="2391058"/>
              <a:ext cx="1404676" cy="1395452"/>
            </a:xfrm>
            <a:prstGeom prst="roundRect">
              <a:avLst/>
            </a:prstGeom>
            <a:solidFill>
              <a:srgbClr val="CF3B4C"/>
            </a:solidFill>
            <a:ln w="25400" cap="flat" cmpd="sng" algn="ctr">
              <a:noFill/>
              <a:prstDash val="solid"/>
            </a:ln>
            <a:effectLst>
              <a:innerShdw blurRad="63500" dist="25400" dir="18660000">
                <a:prstClr val="black">
                  <a:alpha val="35000"/>
                </a:prstClr>
              </a:innerShdw>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r>
                <a:rPr lang="zh-CN" altLang="en-US" sz="1400" dirty="0">
                  <a:solidFill>
                    <a:schemeClr val="bg1"/>
                  </a:solidFill>
                </a:rPr>
                <a:t>可解释性</a:t>
              </a:r>
              <a:endParaRPr lang="zh-CN" altLang="en-US" sz="1400" dirty="0">
                <a:solidFill>
                  <a:schemeClr val="bg1"/>
                </a:solidFill>
                <a:sym typeface="+mn-lt"/>
              </a:endParaRPr>
            </a:p>
          </p:txBody>
        </p:sp>
      </p:grpSp>
      <p:grpSp>
        <p:nvGrpSpPr>
          <p:cNvPr id="28" name="组合 27">
            <a:extLst>
              <a:ext uri="{FF2B5EF4-FFF2-40B4-BE49-F238E27FC236}">
                <a16:creationId xmlns:a16="http://schemas.microsoft.com/office/drawing/2014/main" id="{5272738B-AE8A-4682-A3ED-E87CC22E0DB0}"/>
              </a:ext>
            </a:extLst>
          </p:cNvPr>
          <p:cNvGrpSpPr/>
          <p:nvPr/>
        </p:nvGrpSpPr>
        <p:grpSpPr>
          <a:xfrm>
            <a:off x="829421" y="2540708"/>
            <a:ext cx="3265408" cy="2497665"/>
            <a:chOff x="520958" y="1683691"/>
            <a:chExt cx="2687638" cy="1993983"/>
          </a:xfrm>
        </p:grpSpPr>
        <p:grpSp>
          <p:nvGrpSpPr>
            <p:cNvPr id="29" name="组合 28">
              <a:extLst>
                <a:ext uri="{FF2B5EF4-FFF2-40B4-BE49-F238E27FC236}">
                  <a16:creationId xmlns:a16="http://schemas.microsoft.com/office/drawing/2014/main" id="{B6528983-A8A6-470C-A130-2954D413A328}"/>
                </a:ext>
              </a:extLst>
            </p:cNvPr>
            <p:cNvGrpSpPr/>
            <p:nvPr/>
          </p:nvGrpSpPr>
          <p:grpSpPr>
            <a:xfrm>
              <a:off x="520958" y="1683691"/>
              <a:ext cx="2687638" cy="1993983"/>
              <a:chOff x="3073918" y="203757"/>
              <a:chExt cx="1017887" cy="491907"/>
            </a:xfrm>
          </p:grpSpPr>
          <p:sp>
            <p:nvSpPr>
              <p:cNvPr id="31" name="任意多边形 82">
                <a:extLst>
                  <a:ext uri="{FF2B5EF4-FFF2-40B4-BE49-F238E27FC236}">
                    <a16:creationId xmlns:a16="http://schemas.microsoft.com/office/drawing/2014/main" id="{45425391-7E67-4ADC-B98C-B92DEE856F26}"/>
                  </a:ext>
                </a:extLst>
              </p:cNvPr>
              <p:cNvSpPr/>
              <p:nvPr/>
            </p:nvSpPr>
            <p:spPr bwMode="auto">
              <a:xfrm rot="5400000">
                <a:off x="3336908" y="-59233"/>
                <a:ext cx="491907" cy="1017887"/>
              </a:xfrm>
              <a:prstGeom prst="roundRect">
                <a:avLst/>
              </a:prstGeom>
              <a:gradFill flip="none" rotWithShape="1">
                <a:gsLst>
                  <a:gs pos="17000">
                    <a:srgbClr val="FFFFFF"/>
                  </a:gs>
                  <a:gs pos="88000">
                    <a:srgbClr val="FFFFFF">
                      <a:lumMod val="72000"/>
                    </a:srgbClr>
                  </a:gs>
                </a:gsLst>
                <a:lin ang="2700000" scaled="1"/>
                <a:tileRect/>
              </a:gradFill>
              <a:ln w="25400" cap="flat" cmpd="sng" algn="ctr">
                <a:noFill/>
                <a:prstDash val="solid"/>
              </a:ln>
              <a:effectLst>
                <a:outerShdw blurRad="127000" dist="63500" dir="7380000" sx="102000" sy="102000" algn="tr" rotWithShape="0">
                  <a:prstClr val="black">
                    <a:alpha val="39000"/>
                  </a:prstClr>
                </a:outerShdw>
              </a:effectLst>
            </p:spPr>
            <p:txBody>
              <a:bodyPr anchor="ctr"/>
              <a:lstStyle/>
              <a:p>
                <a:pPr algn="ctr" fontAlgn="base">
                  <a:spcBef>
                    <a:spcPct val="0"/>
                  </a:spcBef>
                  <a:spcAft>
                    <a:spcPct val="0"/>
                  </a:spcAft>
                  <a:defRPr/>
                </a:pPr>
                <a:endParaRPr lang="zh-CN" altLang="en-US" kern="0">
                  <a:solidFill>
                    <a:srgbClr val="FFFFFF"/>
                  </a:solidFill>
                  <a:cs typeface="+mn-ea"/>
                  <a:sym typeface="+mn-lt"/>
                </a:endParaRPr>
              </a:p>
            </p:txBody>
          </p:sp>
          <p:sp>
            <p:nvSpPr>
              <p:cNvPr id="32" name="任意多边形 83">
                <a:extLst>
                  <a:ext uri="{FF2B5EF4-FFF2-40B4-BE49-F238E27FC236}">
                    <a16:creationId xmlns:a16="http://schemas.microsoft.com/office/drawing/2014/main" id="{6BCFBE58-66F9-4962-8CA9-5669117B5C69}"/>
                  </a:ext>
                </a:extLst>
              </p:cNvPr>
              <p:cNvSpPr/>
              <p:nvPr/>
            </p:nvSpPr>
            <p:spPr bwMode="auto">
              <a:xfrm rot="16200000">
                <a:off x="3333117" y="-51899"/>
                <a:ext cx="484819" cy="1003218"/>
              </a:xfrm>
              <a:prstGeom prst="roundRect">
                <a:avLst/>
              </a:prstGeom>
              <a:gradFill flip="none" rotWithShape="1">
                <a:gsLst>
                  <a:gs pos="29000">
                    <a:srgbClr val="FFFFFF"/>
                  </a:gs>
                  <a:gs pos="98000">
                    <a:srgbClr val="FFFFFF">
                      <a:lumMod val="75000"/>
                    </a:srgbClr>
                  </a:gs>
                </a:gsLst>
                <a:lin ang="2700000" scaled="1"/>
                <a:tileRect/>
              </a:gradFill>
              <a:ln w="25400" cap="flat" cmpd="sng" algn="ctr">
                <a:noFill/>
                <a:prstDash val="solid"/>
              </a:ln>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fontAlgn="base" hangingPunct="1">
                  <a:spcBef>
                    <a:spcPct val="0"/>
                  </a:spcBef>
                  <a:spcAft>
                    <a:spcPct val="0"/>
                  </a:spcAft>
                  <a:defRPr/>
                </a:pPr>
                <a:endParaRPr lang="zh-CN" altLang="en-US" kern="0">
                  <a:solidFill>
                    <a:srgbClr val="FFFFFF"/>
                  </a:solidFill>
                  <a:latin typeface="+mn-lt"/>
                  <a:ea typeface="+mn-ea"/>
                  <a:cs typeface="+mn-ea"/>
                  <a:sym typeface="+mn-lt"/>
                </a:endParaRPr>
              </a:p>
            </p:txBody>
          </p:sp>
        </p:grpSp>
        <p:sp>
          <p:nvSpPr>
            <p:cNvPr id="30" name="矩形 41">
              <a:extLst>
                <a:ext uri="{FF2B5EF4-FFF2-40B4-BE49-F238E27FC236}">
                  <a16:creationId xmlns:a16="http://schemas.microsoft.com/office/drawing/2014/main" id="{5216C0BF-4E18-4ABA-B613-DEF46180A377}"/>
                </a:ext>
              </a:extLst>
            </p:cNvPr>
            <p:cNvSpPr>
              <a:spLocks noChangeAspect="1" noChangeArrowheads="1"/>
            </p:cNvSpPr>
            <p:nvPr/>
          </p:nvSpPr>
          <p:spPr bwMode="auto">
            <a:xfrm>
              <a:off x="645374" y="1794270"/>
              <a:ext cx="2438806" cy="1772825"/>
            </a:xfrm>
            <a:prstGeom prst="roundRect">
              <a:avLst/>
            </a:prstGeom>
            <a:blipFill dpi="0" rotWithShape="1">
              <a:blip r:embed="rId2" cstate="print">
                <a:extLst>
                  <a:ext uri="{28A0092B-C50C-407E-A947-70E740481C1C}">
                    <a14:useLocalDpi xmlns:a14="http://schemas.microsoft.com/office/drawing/2010/main" val="0"/>
                  </a:ext>
                </a:extLst>
              </a:blip>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charset="0"/>
                  <a:ea typeface="宋体" charset="-122"/>
                </a:defRPr>
              </a:lvl1pPr>
              <a:lvl2pPr marL="742950" indent="-285750">
                <a:defRPr>
                  <a:solidFill>
                    <a:schemeClr val="tx1"/>
                  </a:solidFill>
                  <a:latin typeface="Arial" charset="0"/>
                  <a:ea typeface="宋体" charset="-122"/>
                </a:defRPr>
              </a:lvl2pPr>
              <a:lvl3pPr marL="1143000" indent="-228600">
                <a:defRPr>
                  <a:solidFill>
                    <a:schemeClr val="tx1"/>
                  </a:solidFill>
                  <a:latin typeface="Arial" charset="0"/>
                  <a:ea typeface="宋体" charset="-122"/>
                </a:defRPr>
              </a:lvl3pPr>
              <a:lvl4pPr marL="1600200" indent="-228600">
                <a:defRPr>
                  <a:solidFill>
                    <a:schemeClr val="tx1"/>
                  </a:solidFill>
                  <a:latin typeface="Arial" charset="0"/>
                  <a:ea typeface="宋体" charset="-122"/>
                </a:defRPr>
              </a:lvl4pPr>
              <a:lvl5pPr marL="2057400" indent="-22860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a:buFont typeface="Arial" charset="0"/>
                <a:buNone/>
              </a:pPr>
              <a:endParaRPr lang="zh-CN" altLang="zh-CN">
                <a:solidFill>
                  <a:srgbClr val="FFFFFF"/>
                </a:solidFill>
                <a:latin typeface="+mn-lt"/>
                <a:ea typeface="+mn-ea"/>
                <a:cs typeface="+mn-ea"/>
                <a:sym typeface="+mn-lt"/>
              </a:endParaRPr>
            </a:p>
          </p:txBody>
        </p:sp>
      </p:grpSp>
      <p:sp>
        <p:nvSpPr>
          <p:cNvPr id="36" name="TextBox 42">
            <a:extLst>
              <a:ext uri="{FF2B5EF4-FFF2-40B4-BE49-F238E27FC236}">
                <a16:creationId xmlns:a16="http://schemas.microsoft.com/office/drawing/2014/main" id="{0768FBC7-4AF0-4822-847F-9B6FBCF3BB15}"/>
              </a:ext>
            </a:extLst>
          </p:cNvPr>
          <p:cNvSpPr txBox="1"/>
          <p:nvPr/>
        </p:nvSpPr>
        <p:spPr>
          <a:xfrm>
            <a:off x="1311470" y="315858"/>
            <a:ext cx="3649369" cy="430887"/>
          </a:xfrm>
          <a:prstGeom prst="rect">
            <a:avLst/>
          </a:prstGeom>
          <a:noFill/>
          <a:ln>
            <a:noFill/>
          </a:ln>
        </p:spPr>
        <p:txBody>
          <a:bodyPr vert="horz" wrap="square" lIns="0" tIns="0" rIns="0" bIns="0" numCol="1" anchor="t" anchorCtr="0" compatLnSpc="1">
            <a:spAutoFit/>
          </a:bodyPr>
          <a:lstStyle>
            <a:defPPr>
              <a:defRPr lang="zh-CN"/>
            </a:defPPr>
            <a:lvl1pPr marL="0" marR="0" lvl="0" indent="0" defTabSz="914400" eaLnBrk="1" latinLnBrk="0" hangingPunct="1">
              <a:lnSpc>
                <a:spcPct val="100000"/>
              </a:lnSpc>
              <a:buClrTx/>
              <a:buSzTx/>
              <a:buFontTx/>
              <a:buNone/>
              <a:defRPr kumimoji="0" sz="2800" b="1" i="0" u="none" strike="noStrike" cap="none" normalizeH="0" baseline="0">
                <a:ln>
                  <a:noFill/>
                </a:ln>
                <a:effectLst/>
                <a:latin typeface="微软雅黑" panose="020B0503020204020204" pitchFamily="34" charset="-122"/>
                <a:ea typeface="微软雅黑" panose="020B0503020204020204" pitchFamily="34" charset="-122"/>
                <a:cs typeface="宋体" panose="02010600030101010101" pitchFamily="2" charset="-122"/>
              </a:defRPr>
            </a:lvl1pPr>
          </a:lstStyle>
          <a:p>
            <a:r>
              <a:rPr lang="en-US" altLang="zh-CN" b="0" dirty="0">
                <a:solidFill>
                  <a:srgbClr val="444444"/>
                </a:solidFill>
                <a:latin typeface="+mn-lt"/>
                <a:ea typeface="+mn-ea"/>
                <a:cs typeface="+mn-ea"/>
                <a:sym typeface="+mn-lt"/>
              </a:rPr>
              <a:t>3.2 </a:t>
            </a:r>
            <a:r>
              <a:rPr lang="zh-CN" altLang="en-US" b="0" dirty="0">
                <a:solidFill>
                  <a:srgbClr val="444444"/>
                </a:solidFill>
                <a:latin typeface="+mn-lt"/>
                <a:ea typeface="+mn-ea"/>
                <a:cs typeface="+mn-ea"/>
                <a:sym typeface="+mn-lt"/>
              </a:rPr>
              <a:t>实践难点</a:t>
            </a:r>
          </a:p>
        </p:txBody>
      </p:sp>
    </p:spTree>
    <p:extLst>
      <p:ext uri="{BB962C8B-B14F-4D97-AF65-F5344CB8AC3E}">
        <p14:creationId xmlns:p14="http://schemas.microsoft.com/office/powerpoint/2010/main" val="1580323997"/>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8" fill="hold" grpId="0" nodeType="afterEffect">
                                  <p:stCondLst>
                                    <p:cond delay="0"/>
                                  </p:stCondLst>
                                  <p:childTnLst>
                                    <p:set>
                                      <p:cBhvr>
                                        <p:cTn id="6" dur="1" fill="hold">
                                          <p:stCondLst>
                                            <p:cond delay="0"/>
                                          </p:stCondLst>
                                        </p:cTn>
                                        <p:tgtEl>
                                          <p:spTgt spid="36"/>
                                        </p:tgtEl>
                                        <p:attrNameLst>
                                          <p:attrName>style.visibility</p:attrName>
                                        </p:attrNameLst>
                                      </p:cBhvr>
                                      <p:to>
                                        <p:strVal val="visible"/>
                                      </p:to>
                                    </p:set>
                                    <p:anim calcmode="lin" valueType="num">
                                      <p:cBhvr>
                                        <p:cTn id="7" dur="500" fill="hold"/>
                                        <p:tgtEl>
                                          <p:spTgt spid="36"/>
                                        </p:tgtEl>
                                        <p:attrNameLst>
                                          <p:attrName>ppt_x</p:attrName>
                                        </p:attrNameLst>
                                      </p:cBhvr>
                                      <p:tavLst>
                                        <p:tav tm="0">
                                          <p:val>
                                            <p:strVal val="#ppt_x-#ppt_w/2"/>
                                          </p:val>
                                        </p:tav>
                                        <p:tav tm="100000">
                                          <p:val>
                                            <p:strVal val="#ppt_x"/>
                                          </p:val>
                                        </p:tav>
                                      </p:tavLst>
                                    </p:anim>
                                    <p:anim calcmode="lin" valueType="num">
                                      <p:cBhvr>
                                        <p:cTn id="8" dur="500" fill="hold"/>
                                        <p:tgtEl>
                                          <p:spTgt spid="36"/>
                                        </p:tgtEl>
                                        <p:attrNameLst>
                                          <p:attrName>ppt_y</p:attrName>
                                        </p:attrNameLst>
                                      </p:cBhvr>
                                      <p:tavLst>
                                        <p:tav tm="0">
                                          <p:val>
                                            <p:strVal val="#ppt_y"/>
                                          </p:val>
                                        </p:tav>
                                        <p:tav tm="100000">
                                          <p:val>
                                            <p:strVal val="#ppt_y"/>
                                          </p:val>
                                        </p:tav>
                                      </p:tavLst>
                                    </p:anim>
                                    <p:anim calcmode="lin" valueType="num">
                                      <p:cBhvr>
                                        <p:cTn id="9" dur="500" fill="hold"/>
                                        <p:tgtEl>
                                          <p:spTgt spid="36"/>
                                        </p:tgtEl>
                                        <p:attrNameLst>
                                          <p:attrName>ppt_w</p:attrName>
                                        </p:attrNameLst>
                                      </p:cBhvr>
                                      <p:tavLst>
                                        <p:tav tm="0">
                                          <p:val>
                                            <p:fltVal val="0"/>
                                          </p:val>
                                        </p:tav>
                                        <p:tav tm="100000">
                                          <p:val>
                                            <p:strVal val="#ppt_w"/>
                                          </p:val>
                                        </p:tav>
                                      </p:tavLst>
                                    </p:anim>
                                    <p:anim calcmode="lin" valueType="num">
                                      <p:cBhvr>
                                        <p:cTn id="10" dur="500" fill="hold"/>
                                        <p:tgtEl>
                                          <p:spTgt spid="36"/>
                                        </p:tgtEl>
                                        <p:attrNameLst>
                                          <p:attrName>ppt_h</p:attrName>
                                        </p:attrNameLst>
                                      </p:cBhvr>
                                      <p:tavLst>
                                        <p:tav tm="0">
                                          <p:val>
                                            <p:strVal val="#ppt_h"/>
                                          </p:val>
                                        </p:tav>
                                        <p:tav tm="100000">
                                          <p:val>
                                            <p:strVal val="#ppt_h"/>
                                          </p:val>
                                        </p:tav>
                                      </p:tavLst>
                                    </p:anim>
                                  </p:childTnLst>
                                </p:cTn>
                              </p:par>
                            </p:childTnLst>
                          </p:cTn>
                        </p:par>
                        <p:par>
                          <p:cTn id="11" fill="hold">
                            <p:stCondLst>
                              <p:cond delay="500"/>
                            </p:stCondLst>
                            <p:childTnLst>
                              <p:par>
                                <p:cTn id="12" presetID="14" presetClass="entr" presetSubtype="10" fill="hold" nodeType="afterEffect">
                                  <p:stCondLst>
                                    <p:cond delay="0"/>
                                  </p:stCondLst>
                                  <p:childTnLst>
                                    <p:set>
                                      <p:cBhvr>
                                        <p:cTn id="13" dur="1" fill="hold">
                                          <p:stCondLst>
                                            <p:cond delay="0"/>
                                          </p:stCondLst>
                                        </p:cTn>
                                        <p:tgtEl>
                                          <p:spTgt spid="28"/>
                                        </p:tgtEl>
                                        <p:attrNameLst>
                                          <p:attrName>style.visibility</p:attrName>
                                        </p:attrNameLst>
                                      </p:cBhvr>
                                      <p:to>
                                        <p:strVal val="visible"/>
                                      </p:to>
                                    </p:set>
                                    <p:animEffect transition="in" filter="randombar(horizontal)">
                                      <p:cBhvr>
                                        <p:cTn id="14" dur="500"/>
                                        <p:tgtEl>
                                          <p:spTgt spid="28"/>
                                        </p:tgtEl>
                                      </p:cBhvr>
                                    </p:animEffect>
                                  </p:childTnLst>
                                </p:cTn>
                              </p:par>
                            </p:childTnLst>
                          </p:cTn>
                        </p:par>
                        <p:par>
                          <p:cTn id="15" fill="hold">
                            <p:stCondLst>
                              <p:cond delay="1000"/>
                            </p:stCondLst>
                            <p:childTnLst>
                              <p:par>
                                <p:cTn id="16" presetID="2" presetClass="entr" presetSubtype="4" fill="hold" nodeType="afterEffect">
                                  <p:stCondLst>
                                    <p:cond delay="0"/>
                                  </p:stCondLst>
                                  <p:childTnLst>
                                    <p:set>
                                      <p:cBhvr>
                                        <p:cTn id="17" dur="1" fill="hold">
                                          <p:stCondLst>
                                            <p:cond delay="0"/>
                                          </p:stCondLst>
                                        </p:cTn>
                                        <p:tgtEl>
                                          <p:spTgt spid="12"/>
                                        </p:tgtEl>
                                        <p:attrNameLst>
                                          <p:attrName>style.visibility</p:attrName>
                                        </p:attrNameLst>
                                      </p:cBhvr>
                                      <p:to>
                                        <p:strVal val="visible"/>
                                      </p:to>
                                    </p:set>
                                    <p:anim calcmode="lin" valueType="num">
                                      <p:cBhvr additive="base">
                                        <p:cTn id="18" dur="500" fill="hold"/>
                                        <p:tgtEl>
                                          <p:spTgt spid="12"/>
                                        </p:tgtEl>
                                        <p:attrNameLst>
                                          <p:attrName>ppt_x</p:attrName>
                                        </p:attrNameLst>
                                      </p:cBhvr>
                                      <p:tavLst>
                                        <p:tav tm="0">
                                          <p:val>
                                            <p:strVal val="#ppt_x"/>
                                          </p:val>
                                        </p:tav>
                                        <p:tav tm="100000">
                                          <p:val>
                                            <p:strVal val="#ppt_x"/>
                                          </p:val>
                                        </p:tav>
                                      </p:tavLst>
                                    </p:anim>
                                    <p:anim calcmode="lin" valueType="num">
                                      <p:cBhvr additive="base">
                                        <p:cTn id="19" dur="500" fill="hold"/>
                                        <p:tgtEl>
                                          <p:spTgt spid="12"/>
                                        </p:tgtEl>
                                        <p:attrNameLst>
                                          <p:attrName>ppt_y</p:attrName>
                                        </p:attrNameLst>
                                      </p:cBhvr>
                                      <p:tavLst>
                                        <p:tav tm="0">
                                          <p:val>
                                            <p:strVal val="1+#ppt_h/2"/>
                                          </p:val>
                                        </p:tav>
                                        <p:tav tm="100000">
                                          <p:val>
                                            <p:strVal val="#ppt_y"/>
                                          </p:val>
                                        </p:tav>
                                      </p:tavLst>
                                    </p:anim>
                                  </p:childTnLst>
                                </p:cTn>
                              </p:par>
                              <p:par>
                                <p:cTn id="20" presetID="2" presetClass="entr" presetSubtype="4" fill="hold" nodeType="withEffect">
                                  <p:stCondLst>
                                    <p:cond delay="0"/>
                                  </p:stCondLst>
                                  <p:childTnLst>
                                    <p:set>
                                      <p:cBhvr>
                                        <p:cTn id="21" dur="1" fill="hold">
                                          <p:stCondLst>
                                            <p:cond delay="0"/>
                                          </p:stCondLst>
                                        </p:cTn>
                                        <p:tgtEl>
                                          <p:spTgt spid="16"/>
                                        </p:tgtEl>
                                        <p:attrNameLst>
                                          <p:attrName>style.visibility</p:attrName>
                                        </p:attrNameLst>
                                      </p:cBhvr>
                                      <p:to>
                                        <p:strVal val="visible"/>
                                      </p:to>
                                    </p:set>
                                    <p:anim calcmode="lin" valueType="num">
                                      <p:cBhvr additive="base">
                                        <p:cTn id="22" dur="500" fill="hold"/>
                                        <p:tgtEl>
                                          <p:spTgt spid="16"/>
                                        </p:tgtEl>
                                        <p:attrNameLst>
                                          <p:attrName>ppt_x</p:attrName>
                                        </p:attrNameLst>
                                      </p:cBhvr>
                                      <p:tavLst>
                                        <p:tav tm="0">
                                          <p:val>
                                            <p:strVal val="#ppt_x"/>
                                          </p:val>
                                        </p:tav>
                                        <p:tav tm="100000">
                                          <p:val>
                                            <p:strVal val="#ppt_x"/>
                                          </p:val>
                                        </p:tav>
                                      </p:tavLst>
                                    </p:anim>
                                    <p:anim calcmode="lin" valueType="num">
                                      <p:cBhvr additive="base">
                                        <p:cTn id="23" dur="500" fill="hold"/>
                                        <p:tgtEl>
                                          <p:spTgt spid="16"/>
                                        </p:tgtEl>
                                        <p:attrNameLst>
                                          <p:attrName>ppt_y</p:attrName>
                                        </p:attrNameLst>
                                      </p:cBhvr>
                                      <p:tavLst>
                                        <p:tav tm="0">
                                          <p:val>
                                            <p:strVal val="1+#ppt_h/2"/>
                                          </p:val>
                                        </p:tav>
                                        <p:tav tm="100000">
                                          <p:val>
                                            <p:strVal val="#ppt_y"/>
                                          </p:val>
                                        </p:tav>
                                      </p:tavLst>
                                    </p:anim>
                                  </p:childTnLst>
                                </p:cTn>
                              </p:par>
                              <p:par>
                                <p:cTn id="24" presetID="2" presetClass="entr" presetSubtype="4" fill="hold" nodeType="withEffect">
                                  <p:stCondLst>
                                    <p:cond delay="0"/>
                                  </p:st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fill="hold"/>
                                        <p:tgtEl>
                                          <p:spTgt spid="20"/>
                                        </p:tgtEl>
                                        <p:attrNameLst>
                                          <p:attrName>ppt_x</p:attrName>
                                        </p:attrNameLst>
                                      </p:cBhvr>
                                      <p:tavLst>
                                        <p:tav tm="0">
                                          <p:val>
                                            <p:strVal val="#ppt_x"/>
                                          </p:val>
                                        </p:tav>
                                        <p:tav tm="100000">
                                          <p:val>
                                            <p:strVal val="#ppt_x"/>
                                          </p:val>
                                        </p:tav>
                                      </p:tavLst>
                                    </p:anim>
                                    <p:anim calcmode="lin" valueType="num">
                                      <p:cBhvr additive="base">
                                        <p:cTn id="27" dur="500" fill="hold"/>
                                        <p:tgtEl>
                                          <p:spTgt spid="20"/>
                                        </p:tgtEl>
                                        <p:attrNameLst>
                                          <p:attrName>ppt_y</p:attrName>
                                        </p:attrNameLst>
                                      </p:cBhvr>
                                      <p:tavLst>
                                        <p:tav tm="0">
                                          <p:val>
                                            <p:strVal val="1+#ppt_h/2"/>
                                          </p:val>
                                        </p:tav>
                                        <p:tav tm="100000">
                                          <p:val>
                                            <p:strVal val="#ppt_y"/>
                                          </p:val>
                                        </p:tav>
                                      </p:tavLst>
                                    </p:anim>
                                  </p:childTnLst>
                                </p:cTn>
                              </p:par>
                              <p:par>
                                <p:cTn id="28" presetID="2" presetClass="entr" presetSubtype="4" fill="hold" nodeType="withEffect">
                                  <p:stCondLst>
                                    <p:cond delay="0"/>
                                  </p:stCondLst>
                                  <p:childTnLst>
                                    <p:set>
                                      <p:cBhvr>
                                        <p:cTn id="29" dur="1" fill="hold">
                                          <p:stCondLst>
                                            <p:cond delay="0"/>
                                          </p:stCondLst>
                                        </p:cTn>
                                        <p:tgtEl>
                                          <p:spTgt spid="24"/>
                                        </p:tgtEl>
                                        <p:attrNameLst>
                                          <p:attrName>style.visibility</p:attrName>
                                        </p:attrNameLst>
                                      </p:cBhvr>
                                      <p:to>
                                        <p:strVal val="visible"/>
                                      </p:to>
                                    </p:set>
                                    <p:anim calcmode="lin" valueType="num">
                                      <p:cBhvr additive="base">
                                        <p:cTn id="30" dur="500" fill="hold"/>
                                        <p:tgtEl>
                                          <p:spTgt spid="24"/>
                                        </p:tgtEl>
                                        <p:attrNameLst>
                                          <p:attrName>ppt_x</p:attrName>
                                        </p:attrNameLst>
                                      </p:cBhvr>
                                      <p:tavLst>
                                        <p:tav tm="0">
                                          <p:val>
                                            <p:strVal val="#ppt_x"/>
                                          </p:val>
                                        </p:tav>
                                        <p:tav tm="100000">
                                          <p:val>
                                            <p:strVal val="#ppt_x"/>
                                          </p:val>
                                        </p:tav>
                                      </p:tavLst>
                                    </p:anim>
                                    <p:anim calcmode="lin" valueType="num">
                                      <p:cBhvr additive="base">
                                        <p:cTn id="31" dur="500" fill="hold"/>
                                        <p:tgtEl>
                                          <p:spTgt spid="24"/>
                                        </p:tgtEl>
                                        <p:attrNameLst>
                                          <p:attrName>ppt_y</p:attrName>
                                        </p:attrNameLst>
                                      </p:cBhvr>
                                      <p:tavLst>
                                        <p:tav tm="0">
                                          <p:val>
                                            <p:strVal val="1+#ppt_h/2"/>
                                          </p:val>
                                        </p:tav>
                                        <p:tav tm="100000">
                                          <p:val>
                                            <p:strVal val="#ppt_y"/>
                                          </p:val>
                                        </p:tav>
                                      </p:tavLst>
                                    </p:anim>
                                  </p:childTnLst>
                                </p:cTn>
                              </p:par>
                            </p:childTnLst>
                          </p:cTn>
                        </p:par>
                        <p:par>
                          <p:cTn id="32" fill="hold">
                            <p:stCondLst>
                              <p:cond delay="1500"/>
                            </p:stCondLst>
                            <p:childTnLst>
                              <p:par>
                                <p:cTn id="33" presetID="22" presetClass="entr" presetSubtype="4" fill="hold" nodeType="afterEffect">
                                  <p:stCondLst>
                                    <p:cond delay="0"/>
                                  </p:stCondLst>
                                  <p:childTnLst>
                                    <p:set>
                                      <p:cBhvr>
                                        <p:cTn id="34" dur="1" fill="hold">
                                          <p:stCondLst>
                                            <p:cond delay="0"/>
                                          </p:stCondLst>
                                        </p:cTn>
                                        <p:tgtEl>
                                          <p:spTgt spid="2"/>
                                        </p:tgtEl>
                                        <p:attrNameLst>
                                          <p:attrName>style.visibility</p:attrName>
                                        </p:attrNameLst>
                                      </p:cBhvr>
                                      <p:to>
                                        <p:strVal val="visible"/>
                                      </p:to>
                                    </p:set>
                                    <p:animEffect transition="in" filter="wipe(down)">
                                      <p:cBhvr>
                                        <p:cTn id="35" dur="500"/>
                                        <p:tgtEl>
                                          <p:spTgt spid="2"/>
                                        </p:tgtEl>
                                      </p:cBhvr>
                                    </p:animEffect>
                                  </p:childTnLst>
                                </p:cTn>
                              </p:par>
                            </p:childTnLst>
                          </p:cTn>
                        </p:par>
                        <p:par>
                          <p:cTn id="36" fill="hold">
                            <p:stCondLst>
                              <p:cond delay="2000"/>
                            </p:stCondLst>
                            <p:childTnLst>
                              <p:par>
                                <p:cTn id="37" presetID="22" presetClass="entr" presetSubtype="8" fill="hold" grpId="0" nodeType="afterEffect">
                                  <p:stCondLst>
                                    <p:cond delay="0"/>
                                  </p:stCondLst>
                                  <p:childTnLst>
                                    <p:set>
                                      <p:cBhvr>
                                        <p:cTn id="38" dur="1" fill="hold">
                                          <p:stCondLst>
                                            <p:cond delay="0"/>
                                          </p:stCondLst>
                                        </p:cTn>
                                        <p:tgtEl>
                                          <p:spTgt spid="9"/>
                                        </p:tgtEl>
                                        <p:attrNameLst>
                                          <p:attrName>style.visibility</p:attrName>
                                        </p:attrNameLst>
                                      </p:cBhvr>
                                      <p:to>
                                        <p:strVal val="visible"/>
                                      </p:to>
                                    </p:set>
                                    <p:animEffect transition="in" filter="wipe(left)">
                                      <p:cBhvr>
                                        <p:cTn id="39" dur="500"/>
                                        <p:tgtEl>
                                          <p:spTgt spid="9"/>
                                        </p:tgtEl>
                                      </p:cBhvr>
                                    </p:animEffect>
                                  </p:childTnLst>
                                </p:cTn>
                              </p:par>
                              <p:par>
                                <p:cTn id="40" presetID="22" presetClass="entr" presetSubtype="8" fill="hold" grpId="0" nodeType="withEffect">
                                  <p:stCondLst>
                                    <p:cond delay="0"/>
                                  </p:stCondLst>
                                  <p:childTnLst>
                                    <p:set>
                                      <p:cBhvr>
                                        <p:cTn id="41" dur="1" fill="hold">
                                          <p:stCondLst>
                                            <p:cond delay="0"/>
                                          </p:stCondLst>
                                        </p:cTn>
                                        <p:tgtEl>
                                          <p:spTgt spid="8"/>
                                        </p:tgtEl>
                                        <p:attrNameLst>
                                          <p:attrName>style.visibility</p:attrName>
                                        </p:attrNameLst>
                                      </p:cBhvr>
                                      <p:to>
                                        <p:strVal val="visible"/>
                                      </p:to>
                                    </p:set>
                                    <p:animEffect transition="in" filter="wipe(left)">
                                      <p:cBhvr>
                                        <p:cTn id="42" dur="500"/>
                                        <p:tgtEl>
                                          <p:spTgt spid="8"/>
                                        </p:tgtEl>
                                      </p:cBhvr>
                                    </p:animEffect>
                                  </p:childTnLst>
                                </p:cTn>
                              </p:par>
                              <p:par>
                                <p:cTn id="43" presetID="22" presetClass="entr" presetSubtype="8" fill="hold" grpId="0" nodeType="withEffect">
                                  <p:stCondLst>
                                    <p:cond delay="0"/>
                                  </p:stCondLst>
                                  <p:childTnLst>
                                    <p:set>
                                      <p:cBhvr>
                                        <p:cTn id="44" dur="1" fill="hold">
                                          <p:stCondLst>
                                            <p:cond delay="0"/>
                                          </p:stCondLst>
                                        </p:cTn>
                                        <p:tgtEl>
                                          <p:spTgt spid="10"/>
                                        </p:tgtEl>
                                        <p:attrNameLst>
                                          <p:attrName>style.visibility</p:attrName>
                                        </p:attrNameLst>
                                      </p:cBhvr>
                                      <p:to>
                                        <p:strVal val="visible"/>
                                      </p:to>
                                    </p:set>
                                    <p:animEffect transition="in" filter="wipe(left)">
                                      <p:cBhvr>
                                        <p:cTn id="45" dur="500"/>
                                        <p:tgtEl>
                                          <p:spTgt spid="10"/>
                                        </p:tgtEl>
                                      </p:cBhvr>
                                    </p:animEffect>
                                  </p:childTnLst>
                                </p:cTn>
                              </p:par>
                              <p:par>
                                <p:cTn id="46" presetID="22" presetClass="entr" presetSubtype="8" fill="hold" grpId="0" nodeType="withEffect">
                                  <p:stCondLst>
                                    <p:cond delay="0"/>
                                  </p:stCondLst>
                                  <p:childTnLst>
                                    <p:set>
                                      <p:cBhvr>
                                        <p:cTn id="47" dur="1" fill="hold">
                                          <p:stCondLst>
                                            <p:cond delay="0"/>
                                          </p:stCondLst>
                                        </p:cTn>
                                        <p:tgtEl>
                                          <p:spTgt spid="11"/>
                                        </p:tgtEl>
                                        <p:attrNameLst>
                                          <p:attrName>style.visibility</p:attrName>
                                        </p:attrNameLst>
                                      </p:cBhvr>
                                      <p:to>
                                        <p:strVal val="visible"/>
                                      </p:to>
                                    </p:set>
                                    <p:animEffect transition="in" filter="wipe(left)">
                                      <p:cBhvr>
                                        <p:cTn id="48"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1" grpId="0"/>
      <p:bldP spid="3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EF9B77-28AA-C717-059A-292A4BF4A4E6}"/>
            </a:ext>
          </a:extLst>
        </p:cNvPr>
        <p:cNvGrpSpPr/>
        <p:nvPr/>
      </p:nvGrpSpPr>
      <p:grpSpPr>
        <a:xfrm>
          <a:off x="0" y="0"/>
          <a:ext cx="0" cy="0"/>
          <a:chOff x="0" y="0"/>
          <a:chExt cx="0" cy="0"/>
        </a:xfrm>
      </p:grpSpPr>
      <p:sp>
        <p:nvSpPr>
          <p:cNvPr id="36" name="TextBox 42">
            <a:extLst>
              <a:ext uri="{FF2B5EF4-FFF2-40B4-BE49-F238E27FC236}">
                <a16:creationId xmlns:a16="http://schemas.microsoft.com/office/drawing/2014/main" id="{A8C73C4D-E251-CDCF-C663-5434846971A4}"/>
              </a:ext>
            </a:extLst>
          </p:cNvPr>
          <p:cNvSpPr txBox="1"/>
          <p:nvPr/>
        </p:nvSpPr>
        <p:spPr>
          <a:xfrm>
            <a:off x="1311470" y="315858"/>
            <a:ext cx="3649369" cy="430887"/>
          </a:xfrm>
          <a:prstGeom prst="rect">
            <a:avLst/>
          </a:prstGeom>
          <a:noFill/>
          <a:ln>
            <a:noFill/>
          </a:ln>
        </p:spPr>
        <p:txBody>
          <a:bodyPr vert="horz" wrap="square" lIns="0" tIns="0" rIns="0" bIns="0" numCol="1" anchor="t" anchorCtr="0" compatLnSpc="1">
            <a:spAutoFit/>
          </a:bodyPr>
          <a:lstStyle>
            <a:defPPr>
              <a:defRPr lang="zh-CN"/>
            </a:defPPr>
            <a:lvl1pPr marL="0" marR="0" lvl="0" indent="0" defTabSz="914400" eaLnBrk="1" latinLnBrk="0" hangingPunct="1">
              <a:lnSpc>
                <a:spcPct val="100000"/>
              </a:lnSpc>
              <a:buClrTx/>
              <a:buSzTx/>
              <a:buFontTx/>
              <a:buNone/>
              <a:defRPr kumimoji="0" sz="2800" b="1" i="0" u="none" strike="noStrike" cap="none" normalizeH="0" baseline="0">
                <a:ln>
                  <a:noFill/>
                </a:ln>
                <a:effectLst/>
                <a:latin typeface="微软雅黑" panose="020B0503020204020204" pitchFamily="34" charset="-122"/>
                <a:ea typeface="微软雅黑" panose="020B0503020204020204" pitchFamily="34" charset="-122"/>
                <a:cs typeface="宋体" panose="02010600030101010101" pitchFamily="2" charset="-122"/>
              </a:defRPr>
            </a:lvl1pPr>
          </a:lstStyle>
          <a:p>
            <a:r>
              <a:rPr lang="en-US" altLang="zh-CN" b="0" dirty="0">
                <a:solidFill>
                  <a:srgbClr val="444444"/>
                </a:solidFill>
                <a:latin typeface="+mn-lt"/>
                <a:ea typeface="+mn-ea"/>
                <a:cs typeface="+mn-ea"/>
                <a:sym typeface="+mn-lt"/>
              </a:rPr>
              <a:t>3.3 </a:t>
            </a:r>
            <a:r>
              <a:rPr lang="zh-CN" altLang="en-US" b="0" dirty="0">
                <a:solidFill>
                  <a:srgbClr val="444444"/>
                </a:solidFill>
                <a:latin typeface="+mn-lt"/>
                <a:ea typeface="+mn-ea"/>
                <a:cs typeface="+mn-ea"/>
                <a:sym typeface="+mn-lt"/>
              </a:rPr>
              <a:t>整体思路和框架</a:t>
            </a:r>
          </a:p>
        </p:txBody>
      </p:sp>
      <p:pic>
        <p:nvPicPr>
          <p:cNvPr id="34" name="图片 33" descr="图示&#10;&#10;AI 生成的内容可能不正确。">
            <a:extLst>
              <a:ext uri="{FF2B5EF4-FFF2-40B4-BE49-F238E27FC236}">
                <a16:creationId xmlns:a16="http://schemas.microsoft.com/office/drawing/2014/main" id="{2429C6E5-E499-72E7-F3E9-B4D2EC35C3BC}"/>
              </a:ext>
            </a:extLst>
          </p:cNvPr>
          <p:cNvPicPr>
            <a:picLocks noChangeAspect="1"/>
          </p:cNvPicPr>
          <p:nvPr/>
        </p:nvPicPr>
        <p:blipFill>
          <a:blip r:embed="rId2"/>
          <a:stretch>
            <a:fillRect/>
          </a:stretch>
        </p:blipFill>
        <p:spPr>
          <a:xfrm>
            <a:off x="4960839" y="1444435"/>
            <a:ext cx="6584251" cy="4214225"/>
          </a:xfrm>
          <a:prstGeom prst="rect">
            <a:avLst/>
          </a:prstGeom>
        </p:spPr>
      </p:pic>
      <p:sp>
        <p:nvSpPr>
          <p:cNvPr id="35" name="文本框 34">
            <a:extLst>
              <a:ext uri="{FF2B5EF4-FFF2-40B4-BE49-F238E27FC236}">
                <a16:creationId xmlns:a16="http://schemas.microsoft.com/office/drawing/2014/main" id="{8D0FEC7A-C730-BAB1-D59D-A8646375B4DF}"/>
              </a:ext>
            </a:extLst>
          </p:cNvPr>
          <p:cNvSpPr txBox="1"/>
          <p:nvPr/>
        </p:nvSpPr>
        <p:spPr>
          <a:xfrm>
            <a:off x="966833" y="1444435"/>
            <a:ext cx="3199814" cy="4339650"/>
          </a:xfrm>
          <a:prstGeom prst="rect">
            <a:avLst/>
          </a:prstGeom>
          <a:noFill/>
        </p:spPr>
        <p:txBody>
          <a:bodyPr wrap="square" rtlCol="0">
            <a:spAutoFit/>
          </a:bodyPr>
          <a:lstStyle/>
          <a:p>
            <a:r>
              <a:rPr lang="zh-CN" altLang="en-US" sz="1200" dirty="0"/>
              <a:t>首先，在文本语义建模阶段，将司法裁判文书中的案件事实描述作为模型输入，采用基于 </a:t>
            </a:r>
            <a:r>
              <a:rPr lang="en-US" altLang="zh-CN" sz="1200" dirty="0"/>
              <a:t>Transformer Encoder </a:t>
            </a:r>
            <a:r>
              <a:rPr lang="zh-CN" altLang="en-US" sz="1200" dirty="0"/>
              <a:t>结构的预训练语言模型 </a:t>
            </a:r>
            <a:r>
              <a:rPr lang="en-US" altLang="zh-CN" sz="1200" dirty="0"/>
              <a:t>BERT </a:t>
            </a:r>
            <a:r>
              <a:rPr lang="zh-CN" altLang="en-US" sz="1200" dirty="0"/>
              <a:t>对文本进行编码。通过自注意力机制，模型能够充分捕获司法文本中的上下文语义信息以及长距离依赖关系，最终输出文本的上下文语义表示向量。</a:t>
            </a:r>
          </a:p>
          <a:p>
            <a:r>
              <a:rPr lang="zh-CN" altLang="en-US" sz="1200" dirty="0"/>
              <a:t>其次，在罪名关系建模阶段，基于训练数据中罪名标签的共现统计信息构建罪名标签图。将每一个罪名视为图中的一个节点，罪名之间的共现关系作为图中的边，并以共现频率或归一化权重表示节点之间的关联强度。在此基础上，引入图卷积网络对罪名标签图进行建模，通过邻居信息聚合机制学习罪名之间的依赖关系，得到包含结构信息的罪名标签表示。</a:t>
            </a:r>
          </a:p>
          <a:p>
            <a:r>
              <a:rPr lang="zh-CN" altLang="en-US" sz="1200" dirty="0"/>
              <a:t>最后，在融合预测阶段，将 </a:t>
            </a:r>
            <a:r>
              <a:rPr lang="en-US" altLang="zh-CN" sz="1200" dirty="0"/>
              <a:t>BERT </a:t>
            </a:r>
            <a:r>
              <a:rPr lang="zh-CN" altLang="en-US" sz="1200" dirty="0"/>
              <a:t>输出的文本语义表示与 </a:t>
            </a:r>
            <a:r>
              <a:rPr lang="en-US" altLang="zh-CN" sz="1200" dirty="0"/>
              <a:t>GCN </a:t>
            </a:r>
            <a:r>
              <a:rPr lang="zh-CN" altLang="en-US" sz="1200" dirty="0"/>
              <a:t>输出的罪名关系表示进行融合，形成联合特征表示，并通过多标签分类器对案件可能涉及的罪名进行预测。模型采用 </a:t>
            </a:r>
            <a:r>
              <a:rPr lang="en-US" altLang="zh-CN" sz="1200" dirty="0"/>
              <a:t>Sigmoid </a:t>
            </a:r>
            <a:r>
              <a:rPr lang="zh-CN" altLang="en-US" sz="1200" dirty="0"/>
              <a:t>激活函数输出每个罪名对应的预测概率，从而实现对“一案多罪”场景的联合预测。</a:t>
            </a:r>
          </a:p>
        </p:txBody>
      </p:sp>
    </p:spTree>
    <p:extLst>
      <p:ext uri="{BB962C8B-B14F-4D97-AF65-F5344CB8AC3E}">
        <p14:creationId xmlns:p14="http://schemas.microsoft.com/office/powerpoint/2010/main" val="4028163871"/>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8" fill="hold" grpId="0" nodeType="afterEffect">
                                  <p:stCondLst>
                                    <p:cond delay="0"/>
                                  </p:stCondLst>
                                  <p:childTnLst>
                                    <p:set>
                                      <p:cBhvr>
                                        <p:cTn id="6" dur="1" fill="hold">
                                          <p:stCondLst>
                                            <p:cond delay="0"/>
                                          </p:stCondLst>
                                        </p:cTn>
                                        <p:tgtEl>
                                          <p:spTgt spid="36"/>
                                        </p:tgtEl>
                                        <p:attrNameLst>
                                          <p:attrName>style.visibility</p:attrName>
                                        </p:attrNameLst>
                                      </p:cBhvr>
                                      <p:to>
                                        <p:strVal val="visible"/>
                                      </p:to>
                                    </p:set>
                                    <p:anim calcmode="lin" valueType="num">
                                      <p:cBhvr>
                                        <p:cTn id="7" dur="500" fill="hold"/>
                                        <p:tgtEl>
                                          <p:spTgt spid="36"/>
                                        </p:tgtEl>
                                        <p:attrNameLst>
                                          <p:attrName>ppt_x</p:attrName>
                                        </p:attrNameLst>
                                      </p:cBhvr>
                                      <p:tavLst>
                                        <p:tav tm="0">
                                          <p:val>
                                            <p:strVal val="#ppt_x-#ppt_w/2"/>
                                          </p:val>
                                        </p:tav>
                                        <p:tav tm="100000">
                                          <p:val>
                                            <p:strVal val="#ppt_x"/>
                                          </p:val>
                                        </p:tav>
                                      </p:tavLst>
                                    </p:anim>
                                    <p:anim calcmode="lin" valueType="num">
                                      <p:cBhvr>
                                        <p:cTn id="8" dur="500" fill="hold"/>
                                        <p:tgtEl>
                                          <p:spTgt spid="36"/>
                                        </p:tgtEl>
                                        <p:attrNameLst>
                                          <p:attrName>ppt_y</p:attrName>
                                        </p:attrNameLst>
                                      </p:cBhvr>
                                      <p:tavLst>
                                        <p:tav tm="0">
                                          <p:val>
                                            <p:strVal val="#ppt_y"/>
                                          </p:val>
                                        </p:tav>
                                        <p:tav tm="100000">
                                          <p:val>
                                            <p:strVal val="#ppt_y"/>
                                          </p:val>
                                        </p:tav>
                                      </p:tavLst>
                                    </p:anim>
                                    <p:anim calcmode="lin" valueType="num">
                                      <p:cBhvr>
                                        <p:cTn id="9" dur="500" fill="hold"/>
                                        <p:tgtEl>
                                          <p:spTgt spid="36"/>
                                        </p:tgtEl>
                                        <p:attrNameLst>
                                          <p:attrName>ppt_w</p:attrName>
                                        </p:attrNameLst>
                                      </p:cBhvr>
                                      <p:tavLst>
                                        <p:tav tm="0">
                                          <p:val>
                                            <p:fltVal val="0"/>
                                          </p:val>
                                        </p:tav>
                                        <p:tav tm="100000">
                                          <p:val>
                                            <p:strVal val="#ppt_w"/>
                                          </p:val>
                                        </p:tav>
                                      </p:tavLst>
                                    </p:anim>
                                    <p:anim calcmode="lin" valueType="num">
                                      <p:cBhvr>
                                        <p:cTn id="10" dur="500" fill="hold"/>
                                        <p:tgtEl>
                                          <p:spTgt spid="3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9F3B29DC-3C1E-4571-B68A-E25EFD3B0763}"/>
              </a:ext>
            </a:extLst>
          </p:cNvPr>
          <p:cNvPicPr>
            <a:picLocks noChangeAspect="1"/>
          </p:cNvPicPr>
          <p:nvPr/>
        </p:nvPicPr>
        <p:blipFill rotWithShape="1">
          <a:blip r:embed="rId2">
            <a:extLst>
              <a:ext uri="{BEBA8EAE-BF5A-486C-A8C5-ECC9F3942E4B}">
                <a14:imgProps xmlns:a14="http://schemas.microsoft.com/office/drawing/2010/main">
                  <a14:imgLayer>
                    <a14:imgEffect>
                      <a14:brightnessContrast contrast="40000"/>
                    </a14:imgEffect>
                  </a14:imgLayer>
                </a14:imgProps>
              </a:ext>
            </a:extLst>
          </a:blip>
          <a:srcRect l="6659" t="6677" r="6720" b="6693"/>
          <a:stretch/>
        </p:blipFill>
        <p:spPr>
          <a:xfrm>
            <a:off x="-1" y="0"/>
            <a:ext cx="12192001" cy="6858000"/>
          </a:xfrm>
          <a:prstGeom prst="rect">
            <a:avLst/>
          </a:prstGeom>
        </p:spPr>
      </p:pic>
      <p:pic>
        <p:nvPicPr>
          <p:cNvPr id="7" name="图片 6">
            <a:extLst>
              <a:ext uri="{FF2B5EF4-FFF2-40B4-BE49-F238E27FC236}">
                <a16:creationId xmlns:a16="http://schemas.microsoft.com/office/drawing/2014/main" id="{6C774C83-6782-48C9-98AF-F1BC764DBC70}"/>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37397" t="24071" r="37290" b="24627"/>
          <a:stretch/>
        </p:blipFill>
        <p:spPr>
          <a:xfrm>
            <a:off x="5359400" y="536575"/>
            <a:ext cx="1473200" cy="1679326"/>
          </a:xfrm>
          <a:prstGeom prst="rect">
            <a:avLst/>
          </a:prstGeom>
        </p:spPr>
      </p:pic>
      <p:sp>
        <p:nvSpPr>
          <p:cNvPr id="17" name="文本框 16">
            <a:extLst>
              <a:ext uri="{FF2B5EF4-FFF2-40B4-BE49-F238E27FC236}">
                <a16:creationId xmlns:a16="http://schemas.microsoft.com/office/drawing/2014/main" id="{FAE64323-C918-4DDA-8DE5-3A39BDC59763}"/>
              </a:ext>
            </a:extLst>
          </p:cNvPr>
          <p:cNvSpPr txBox="1"/>
          <p:nvPr/>
        </p:nvSpPr>
        <p:spPr>
          <a:xfrm>
            <a:off x="2328445" y="2492976"/>
            <a:ext cx="7535103" cy="1107996"/>
          </a:xfrm>
          <a:prstGeom prst="rect">
            <a:avLst/>
          </a:prstGeom>
          <a:noFill/>
        </p:spPr>
        <p:txBody>
          <a:bodyPr wrap="square" rtlCol="0">
            <a:spAutoFit/>
          </a:bodyPr>
          <a:lstStyle/>
          <a:p>
            <a:pPr algn="dist"/>
            <a:r>
              <a:rPr lang="zh-CN" altLang="en-US" sz="6600" b="1" dirty="0">
                <a:solidFill>
                  <a:srgbClr val="484848"/>
                </a:solidFill>
                <a:cs typeface="+mn-ea"/>
                <a:sym typeface="+mn-lt"/>
              </a:rPr>
              <a:t>谢谢您的观看</a:t>
            </a:r>
          </a:p>
        </p:txBody>
      </p:sp>
      <p:sp>
        <p:nvSpPr>
          <p:cNvPr id="18" name="文本框 17">
            <a:extLst>
              <a:ext uri="{FF2B5EF4-FFF2-40B4-BE49-F238E27FC236}">
                <a16:creationId xmlns:a16="http://schemas.microsoft.com/office/drawing/2014/main" id="{AA5FC903-C042-4D22-8A82-DA8EF344EFC5}"/>
              </a:ext>
            </a:extLst>
          </p:cNvPr>
          <p:cNvSpPr txBox="1"/>
          <p:nvPr/>
        </p:nvSpPr>
        <p:spPr>
          <a:xfrm>
            <a:off x="2477070" y="4026902"/>
            <a:ext cx="7237857" cy="400110"/>
          </a:xfrm>
          <a:prstGeom prst="rect">
            <a:avLst/>
          </a:prstGeom>
          <a:noFill/>
        </p:spPr>
        <p:txBody>
          <a:bodyPr wrap="square" rtlCol="0">
            <a:spAutoFit/>
          </a:bodyPr>
          <a:lstStyle/>
          <a:p>
            <a:pPr algn="dist"/>
            <a:r>
              <a:rPr lang="en-US" altLang="zh-CN" sz="2000" dirty="0">
                <a:solidFill>
                  <a:srgbClr val="484848"/>
                </a:solidFill>
                <a:cs typeface="+mn-ea"/>
                <a:sym typeface="+mn-lt"/>
              </a:rPr>
              <a:t>Thank you for watching</a:t>
            </a:r>
            <a:endParaRPr lang="zh-CN" altLang="en-US" sz="2000" dirty="0">
              <a:solidFill>
                <a:srgbClr val="484848"/>
              </a:solidFill>
              <a:cs typeface="+mn-ea"/>
              <a:sym typeface="+mn-lt"/>
            </a:endParaRPr>
          </a:p>
        </p:txBody>
      </p:sp>
      <p:sp>
        <p:nvSpPr>
          <p:cNvPr id="19" name="文本框 18">
            <a:extLst>
              <a:ext uri="{FF2B5EF4-FFF2-40B4-BE49-F238E27FC236}">
                <a16:creationId xmlns:a16="http://schemas.microsoft.com/office/drawing/2014/main" id="{08DC3E3B-3D7C-4EF5-8B63-EE3E5B39BE39}"/>
              </a:ext>
            </a:extLst>
          </p:cNvPr>
          <p:cNvSpPr txBox="1"/>
          <p:nvPr/>
        </p:nvSpPr>
        <p:spPr>
          <a:xfrm>
            <a:off x="4155733" y="4896280"/>
            <a:ext cx="3880529" cy="523220"/>
          </a:xfrm>
          <a:prstGeom prst="rect">
            <a:avLst/>
          </a:prstGeom>
          <a:noFill/>
        </p:spPr>
        <p:txBody>
          <a:bodyPr wrap="square" rtlCol="0">
            <a:spAutoFit/>
          </a:bodyPr>
          <a:lstStyle/>
          <a:p>
            <a:pPr algn="dist"/>
            <a:r>
              <a:rPr lang="zh-CN" altLang="en-US" sz="2800" dirty="0">
                <a:solidFill>
                  <a:srgbClr val="484848"/>
                </a:solidFill>
                <a:cs typeface="+mn-ea"/>
                <a:sym typeface="+mn-lt"/>
              </a:rPr>
              <a:t>感谢各位老师批评指正</a:t>
            </a:r>
          </a:p>
        </p:txBody>
      </p:sp>
      <p:sp>
        <p:nvSpPr>
          <p:cNvPr id="20" name="文本框 19">
            <a:extLst>
              <a:ext uri="{FF2B5EF4-FFF2-40B4-BE49-F238E27FC236}">
                <a16:creationId xmlns:a16="http://schemas.microsoft.com/office/drawing/2014/main" id="{B6D91718-7C03-4496-9D75-5412335226DA}"/>
              </a:ext>
            </a:extLst>
          </p:cNvPr>
          <p:cNvSpPr txBox="1"/>
          <p:nvPr/>
        </p:nvSpPr>
        <p:spPr>
          <a:xfrm>
            <a:off x="4442734" y="6013648"/>
            <a:ext cx="1717900" cy="307777"/>
          </a:xfrm>
          <a:prstGeom prst="rect">
            <a:avLst/>
          </a:prstGeom>
          <a:noFill/>
        </p:spPr>
        <p:txBody>
          <a:bodyPr wrap="square" rtlCol="0">
            <a:spAutoFit/>
          </a:bodyPr>
          <a:lstStyle/>
          <a:p>
            <a:r>
              <a:rPr lang="zh-CN" altLang="en-US" sz="1400" dirty="0">
                <a:solidFill>
                  <a:srgbClr val="484848"/>
                </a:solidFill>
                <a:cs typeface="+mn-ea"/>
                <a:sym typeface="+mn-lt"/>
              </a:rPr>
              <a:t>答辩人：蒋朝龙</a:t>
            </a:r>
          </a:p>
        </p:txBody>
      </p:sp>
      <p:sp>
        <p:nvSpPr>
          <p:cNvPr id="21" name="文本框 20">
            <a:extLst>
              <a:ext uri="{FF2B5EF4-FFF2-40B4-BE49-F238E27FC236}">
                <a16:creationId xmlns:a16="http://schemas.microsoft.com/office/drawing/2014/main" id="{6FCB4093-774F-446C-81DC-029795C63C9F}"/>
              </a:ext>
            </a:extLst>
          </p:cNvPr>
          <p:cNvSpPr txBox="1"/>
          <p:nvPr/>
        </p:nvSpPr>
        <p:spPr>
          <a:xfrm>
            <a:off x="7153272" y="6013648"/>
            <a:ext cx="1282465" cy="307777"/>
          </a:xfrm>
          <a:prstGeom prst="rect">
            <a:avLst/>
          </a:prstGeom>
          <a:noFill/>
        </p:spPr>
        <p:txBody>
          <a:bodyPr wrap="square" rtlCol="0">
            <a:spAutoFit/>
          </a:bodyPr>
          <a:lstStyle/>
          <a:p>
            <a:r>
              <a:rPr lang="zh-CN" altLang="en-US" sz="1400" dirty="0">
                <a:solidFill>
                  <a:srgbClr val="484848"/>
                </a:solidFill>
                <a:cs typeface="+mn-ea"/>
                <a:sym typeface="+mn-lt"/>
              </a:rPr>
              <a:t>导师：孙倩</a:t>
            </a:r>
          </a:p>
        </p:txBody>
      </p:sp>
      <p:pic>
        <p:nvPicPr>
          <p:cNvPr id="23" name="图片 22">
            <a:extLst>
              <a:ext uri="{FF2B5EF4-FFF2-40B4-BE49-F238E27FC236}">
                <a16:creationId xmlns:a16="http://schemas.microsoft.com/office/drawing/2014/main" id="{D07425EA-91E3-494B-ACFF-1B824A8EE4C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570298" y="5888769"/>
            <a:ext cx="769973" cy="433059"/>
          </a:xfrm>
          <a:prstGeom prst="rect">
            <a:avLst/>
          </a:prstGeom>
        </p:spPr>
      </p:pic>
      <p:pic>
        <p:nvPicPr>
          <p:cNvPr id="25" name="图片 24">
            <a:extLst>
              <a:ext uri="{FF2B5EF4-FFF2-40B4-BE49-F238E27FC236}">
                <a16:creationId xmlns:a16="http://schemas.microsoft.com/office/drawing/2014/main" id="{1715AEF4-89BE-48C4-B1B2-AE2EEA59D88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794804" y="5888769"/>
            <a:ext cx="769257" cy="432656"/>
          </a:xfrm>
          <a:prstGeom prst="rect">
            <a:avLst/>
          </a:prstGeom>
        </p:spPr>
      </p:pic>
      <p:grpSp>
        <p:nvGrpSpPr>
          <p:cNvPr id="2" name="组合 1">
            <a:extLst>
              <a:ext uri="{FF2B5EF4-FFF2-40B4-BE49-F238E27FC236}">
                <a16:creationId xmlns:a16="http://schemas.microsoft.com/office/drawing/2014/main" id="{FE2DE64C-4B43-49F1-9FF0-6AF4CB3B4DDA}"/>
              </a:ext>
            </a:extLst>
          </p:cNvPr>
          <p:cNvGrpSpPr/>
          <p:nvPr/>
        </p:nvGrpSpPr>
        <p:grpSpPr>
          <a:xfrm>
            <a:off x="-1" y="3794229"/>
            <a:ext cx="12195977" cy="71730"/>
            <a:chOff x="-1" y="3794229"/>
            <a:chExt cx="12195977" cy="71730"/>
          </a:xfrm>
        </p:grpSpPr>
        <p:sp>
          <p:nvSpPr>
            <p:cNvPr id="9" name="矩形 8">
              <a:extLst>
                <a:ext uri="{FF2B5EF4-FFF2-40B4-BE49-F238E27FC236}">
                  <a16:creationId xmlns:a16="http://schemas.microsoft.com/office/drawing/2014/main" id="{714E2647-81FC-4C15-842A-CC557B11C546}"/>
                </a:ext>
              </a:extLst>
            </p:cNvPr>
            <p:cNvSpPr/>
            <p:nvPr/>
          </p:nvSpPr>
          <p:spPr>
            <a:xfrm>
              <a:off x="-1" y="3794229"/>
              <a:ext cx="1316485" cy="71730"/>
            </a:xfrm>
            <a:prstGeom prst="rect">
              <a:avLst/>
            </a:prstGeom>
            <a:solidFill>
              <a:srgbClr val="062845">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 name="矩形 9">
              <a:extLst>
                <a:ext uri="{FF2B5EF4-FFF2-40B4-BE49-F238E27FC236}">
                  <a16:creationId xmlns:a16="http://schemas.microsoft.com/office/drawing/2014/main" id="{E9599FE8-5AB4-49CA-9CBF-A5A67E44283E}"/>
                </a:ext>
              </a:extLst>
            </p:cNvPr>
            <p:cNvSpPr/>
            <p:nvPr/>
          </p:nvSpPr>
          <p:spPr>
            <a:xfrm>
              <a:off x="1304630" y="3794229"/>
              <a:ext cx="1572388" cy="71730"/>
            </a:xfrm>
            <a:prstGeom prst="rect">
              <a:avLst/>
            </a:prstGeom>
            <a:solidFill>
              <a:srgbClr val="C70E23">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矩形 25">
              <a:extLst>
                <a:ext uri="{FF2B5EF4-FFF2-40B4-BE49-F238E27FC236}">
                  <a16:creationId xmlns:a16="http://schemas.microsoft.com/office/drawing/2014/main" id="{A5B519EC-9FFA-4465-8EE8-112CBECAB1C3}"/>
                </a:ext>
              </a:extLst>
            </p:cNvPr>
            <p:cNvSpPr/>
            <p:nvPr/>
          </p:nvSpPr>
          <p:spPr>
            <a:xfrm>
              <a:off x="2877018" y="3794229"/>
              <a:ext cx="1316485" cy="71730"/>
            </a:xfrm>
            <a:prstGeom prst="rect">
              <a:avLst/>
            </a:prstGeom>
            <a:solidFill>
              <a:srgbClr val="062845">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7" name="矩形 26">
              <a:extLst>
                <a:ext uri="{FF2B5EF4-FFF2-40B4-BE49-F238E27FC236}">
                  <a16:creationId xmlns:a16="http://schemas.microsoft.com/office/drawing/2014/main" id="{BE54C905-3CFC-44CF-97E6-F60D0ABF4F26}"/>
                </a:ext>
              </a:extLst>
            </p:cNvPr>
            <p:cNvSpPr/>
            <p:nvPr/>
          </p:nvSpPr>
          <p:spPr>
            <a:xfrm>
              <a:off x="4181649" y="3794229"/>
              <a:ext cx="1572388" cy="71730"/>
            </a:xfrm>
            <a:prstGeom prst="rect">
              <a:avLst/>
            </a:prstGeom>
            <a:solidFill>
              <a:srgbClr val="C70E23">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8" name="矩形 27">
              <a:extLst>
                <a:ext uri="{FF2B5EF4-FFF2-40B4-BE49-F238E27FC236}">
                  <a16:creationId xmlns:a16="http://schemas.microsoft.com/office/drawing/2014/main" id="{B894C46E-1190-4995-A2CD-090F3037BB82}"/>
                </a:ext>
              </a:extLst>
            </p:cNvPr>
            <p:cNvSpPr/>
            <p:nvPr/>
          </p:nvSpPr>
          <p:spPr>
            <a:xfrm>
              <a:off x="5754037" y="3794229"/>
              <a:ext cx="1316485" cy="71730"/>
            </a:xfrm>
            <a:prstGeom prst="rect">
              <a:avLst/>
            </a:prstGeom>
            <a:solidFill>
              <a:srgbClr val="062845">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9" name="矩形 28">
              <a:extLst>
                <a:ext uri="{FF2B5EF4-FFF2-40B4-BE49-F238E27FC236}">
                  <a16:creationId xmlns:a16="http://schemas.microsoft.com/office/drawing/2014/main" id="{F639BB04-0FC6-44FC-A9DD-10203C795D4E}"/>
                </a:ext>
              </a:extLst>
            </p:cNvPr>
            <p:cNvSpPr/>
            <p:nvPr/>
          </p:nvSpPr>
          <p:spPr>
            <a:xfrm>
              <a:off x="7058668" y="3794229"/>
              <a:ext cx="1572388" cy="71730"/>
            </a:xfrm>
            <a:prstGeom prst="rect">
              <a:avLst/>
            </a:prstGeom>
            <a:solidFill>
              <a:srgbClr val="C70E23">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0" name="矩形 29">
              <a:extLst>
                <a:ext uri="{FF2B5EF4-FFF2-40B4-BE49-F238E27FC236}">
                  <a16:creationId xmlns:a16="http://schemas.microsoft.com/office/drawing/2014/main" id="{126294C3-4510-423F-91C9-CFB81F4C06DA}"/>
                </a:ext>
              </a:extLst>
            </p:cNvPr>
            <p:cNvSpPr/>
            <p:nvPr/>
          </p:nvSpPr>
          <p:spPr>
            <a:xfrm>
              <a:off x="8631056" y="3794229"/>
              <a:ext cx="1316485" cy="71730"/>
            </a:xfrm>
            <a:prstGeom prst="rect">
              <a:avLst/>
            </a:prstGeom>
            <a:solidFill>
              <a:srgbClr val="062845">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1" name="矩形 30">
              <a:extLst>
                <a:ext uri="{FF2B5EF4-FFF2-40B4-BE49-F238E27FC236}">
                  <a16:creationId xmlns:a16="http://schemas.microsoft.com/office/drawing/2014/main" id="{1AA23EDA-2145-4429-9291-BCEFE412F9F5}"/>
                </a:ext>
              </a:extLst>
            </p:cNvPr>
            <p:cNvSpPr/>
            <p:nvPr/>
          </p:nvSpPr>
          <p:spPr>
            <a:xfrm>
              <a:off x="9935687" y="3794229"/>
              <a:ext cx="1572388" cy="71730"/>
            </a:xfrm>
            <a:prstGeom prst="rect">
              <a:avLst/>
            </a:prstGeom>
            <a:solidFill>
              <a:srgbClr val="C70E23">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2" name="矩形 31">
              <a:extLst>
                <a:ext uri="{FF2B5EF4-FFF2-40B4-BE49-F238E27FC236}">
                  <a16:creationId xmlns:a16="http://schemas.microsoft.com/office/drawing/2014/main" id="{5124E841-AC0D-4F4A-BD21-A7ED49971213}"/>
                </a:ext>
              </a:extLst>
            </p:cNvPr>
            <p:cNvSpPr/>
            <p:nvPr/>
          </p:nvSpPr>
          <p:spPr>
            <a:xfrm>
              <a:off x="11508076" y="3794229"/>
              <a:ext cx="687900" cy="71730"/>
            </a:xfrm>
            <a:prstGeom prst="rect">
              <a:avLst/>
            </a:prstGeom>
            <a:solidFill>
              <a:srgbClr val="062845">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Tree>
    <p:extLst>
      <p:ext uri="{BB962C8B-B14F-4D97-AF65-F5344CB8AC3E}">
        <p14:creationId xmlns:p14="http://schemas.microsoft.com/office/powerpoint/2010/main" val="3965883854"/>
      </p:ext>
    </p:extLst>
  </p:cSld>
  <p:clrMapOvr>
    <a:masterClrMapping/>
  </p:clrMapOvr>
  <mc:AlternateContent xmlns:mc="http://schemas.openxmlformats.org/markup-compatibility/2006" xmlns:p14="http://schemas.microsoft.com/office/powerpoint/2010/main">
    <mc:Choice Requires="p14">
      <p:transition spd="slow" p14:dur="800">
        <p14:flythrough dir="ou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par>
                          <p:cTn id="10" fill="hold">
                            <p:stCondLst>
                              <p:cond delay="500"/>
                            </p:stCondLst>
                            <p:childTnLst>
                              <p:par>
                                <p:cTn id="11" presetID="41" presetClass="entr" presetSubtype="0" fill="hold" grpId="0" nodeType="afterEffect">
                                  <p:stCondLst>
                                    <p:cond delay="0"/>
                                  </p:stCondLst>
                                  <p:iterate type="lt">
                                    <p:tmPct val="10000"/>
                                  </p:iterate>
                                  <p:childTnLst>
                                    <p:set>
                                      <p:cBhvr>
                                        <p:cTn id="12" dur="1" fill="hold">
                                          <p:stCondLst>
                                            <p:cond delay="0"/>
                                          </p:stCondLst>
                                        </p:cTn>
                                        <p:tgtEl>
                                          <p:spTgt spid="17"/>
                                        </p:tgtEl>
                                        <p:attrNameLst>
                                          <p:attrName>style.visibility</p:attrName>
                                        </p:attrNameLst>
                                      </p:cBhvr>
                                      <p:to>
                                        <p:strVal val="visible"/>
                                      </p:to>
                                    </p:set>
                                    <p:anim calcmode="lin" valueType="num">
                                      <p:cBhvr>
                                        <p:cTn id="13" dur="500" fill="hold"/>
                                        <p:tgtEl>
                                          <p:spTgt spid="17"/>
                                        </p:tgtEl>
                                        <p:attrNameLst>
                                          <p:attrName>ppt_x</p:attrName>
                                        </p:attrNameLst>
                                      </p:cBhvr>
                                      <p:tavLst>
                                        <p:tav tm="0">
                                          <p:val>
                                            <p:strVal val="#ppt_x"/>
                                          </p:val>
                                        </p:tav>
                                        <p:tav tm="50000">
                                          <p:val>
                                            <p:strVal val="#ppt_x+.1"/>
                                          </p:val>
                                        </p:tav>
                                        <p:tav tm="100000">
                                          <p:val>
                                            <p:strVal val="#ppt_x"/>
                                          </p:val>
                                        </p:tav>
                                      </p:tavLst>
                                    </p:anim>
                                    <p:anim calcmode="lin" valueType="num">
                                      <p:cBhvr>
                                        <p:cTn id="14" dur="500" fill="hold"/>
                                        <p:tgtEl>
                                          <p:spTgt spid="17"/>
                                        </p:tgtEl>
                                        <p:attrNameLst>
                                          <p:attrName>ppt_y</p:attrName>
                                        </p:attrNameLst>
                                      </p:cBhvr>
                                      <p:tavLst>
                                        <p:tav tm="0">
                                          <p:val>
                                            <p:strVal val="#ppt_y"/>
                                          </p:val>
                                        </p:tav>
                                        <p:tav tm="100000">
                                          <p:val>
                                            <p:strVal val="#ppt_y"/>
                                          </p:val>
                                        </p:tav>
                                      </p:tavLst>
                                    </p:anim>
                                    <p:anim calcmode="lin" valueType="num">
                                      <p:cBhvr>
                                        <p:cTn id="15" dur="500" fill="hold"/>
                                        <p:tgtEl>
                                          <p:spTgt spid="17"/>
                                        </p:tgtEl>
                                        <p:attrNameLst>
                                          <p:attrName>ppt_h</p:attrName>
                                        </p:attrNameLst>
                                      </p:cBhvr>
                                      <p:tavLst>
                                        <p:tav tm="0">
                                          <p:val>
                                            <p:strVal val="#ppt_h/10"/>
                                          </p:val>
                                        </p:tav>
                                        <p:tav tm="50000">
                                          <p:val>
                                            <p:strVal val="#ppt_h+.01"/>
                                          </p:val>
                                        </p:tav>
                                        <p:tav tm="100000">
                                          <p:val>
                                            <p:strVal val="#ppt_h"/>
                                          </p:val>
                                        </p:tav>
                                      </p:tavLst>
                                    </p:anim>
                                    <p:anim calcmode="lin" valueType="num">
                                      <p:cBhvr>
                                        <p:cTn id="16" dur="500" fill="hold"/>
                                        <p:tgtEl>
                                          <p:spTgt spid="17"/>
                                        </p:tgtEl>
                                        <p:attrNameLst>
                                          <p:attrName>ppt_w</p:attrName>
                                        </p:attrNameLst>
                                      </p:cBhvr>
                                      <p:tavLst>
                                        <p:tav tm="0">
                                          <p:val>
                                            <p:strVal val="#ppt_w/10"/>
                                          </p:val>
                                        </p:tav>
                                        <p:tav tm="50000">
                                          <p:val>
                                            <p:strVal val="#ppt_w+.01"/>
                                          </p:val>
                                        </p:tav>
                                        <p:tav tm="100000">
                                          <p:val>
                                            <p:strVal val="#ppt_w"/>
                                          </p:val>
                                        </p:tav>
                                      </p:tavLst>
                                    </p:anim>
                                    <p:animEffect transition="in" filter="fade">
                                      <p:cBhvr>
                                        <p:cTn id="17" dur="500" tmFilter="0,0; .5, 1; 1, 1"/>
                                        <p:tgtEl>
                                          <p:spTgt spid="17"/>
                                        </p:tgtEl>
                                      </p:cBhvr>
                                    </p:animEffect>
                                  </p:childTnLst>
                                </p:cTn>
                              </p:par>
                            </p:childTnLst>
                          </p:cTn>
                        </p:par>
                        <p:par>
                          <p:cTn id="18" fill="hold">
                            <p:stCondLst>
                              <p:cond delay="1250"/>
                            </p:stCondLst>
                            <p:childTnLst>
                              <p:par>
                                <p:cTn id="19" presetID="22" presetClass="entr" presetSubtype="8" fill="hold" nodeType="after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wipe(left)">
                                      <p:cBhvr>
                                        <p:cTn id="21" dur="500"/>
                                        <p:tgtEl>
                                          <p:spTgt spid="2"/>
                                        </p:tgtEl>
                                      </p:cBhvr>
                                    </p:animEffect>
                                  </p:childTnLst>
                                </p:cTn>
                              </p:par>
                            </p:childTnLst>
                          </p:cTn>
                        </p:par>
                        <p:par>
                          <p:cTn id="22" fill="hold">
                            <p:stCondLst>
                              <p:cond delay="1750"/>
                            </p:stCondLst>
                            <p:childTnLst>
                              <p:par>
                                <p:cTn id="23" presetID="22" presetClass="entr" presetSubtype="8" fill="hold" grpId="0" nodeType="after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wipe(left)">
                                      <p:cBhvr>
                                        <p:cTn id="25" dur="500"/>
                                        <p:tgtEl>
                                          <p:spTgt spid="18"/>
                                        </p:tgtEl>
                                      </p:cBhvr>
                                    </p:animEffect>
                                  </p:childTnLst>
                                </p:cTn>
                              </p:par>
                            </p:childTnLst>
                          </p:cTn>
                        </p:par>
                        <p:par>
                          <p:cTn id="26" fill="hold">
                            <p:stCondLst>
                              <p:cond delay="2250"/>
                            </p:stCondLst>
                            <p:childTnLst>
                              <p:par>
                                <p:cTn id="27" presetID="2" presetClass="entr" presetSubtype="4" fill="hold" grpId="0" nodeType="afterEffect">
                                  <p:stCondLst>
                                    <p:cond delay="0"/>
                                  </p:stCondLst>
                                  <p:childTnLst>
                                    <p:set>
                                      <p:cBhvr>
                                        <p:cTn id="28" dur="1" fill="hold">
                                          <p:stCondLst>
                                            <p:cond delay="0"/>
                                          </p:stCondLst>
                                        </p:cTn>
                                        <p:tgtEl>
                                          <p:spTgt spid="19"/>
                                        </p:tgtEl>
                                        <p:attrNameLst>
                                          <p:attrName>style.visibility</p:attrName>
                                        </p:attrNameLst>
                                      </p:cBhvr>
                                      <p:to>
                                        <p:strVal val="visible"/>
                                      </p:to>
                                    </p:set>
                                    <p:anim calcmode="lin" valueType="num">
                                      <p:cBhvr additive="base">
                                        <p:cTn id="29" dur="500" fill="hold"/>
                                        <p:tgtEl>
                                          <p:spTgt spid="19"/>
                                        </p:tgtEl>
                                        <p:attrNameLst>
                                          <p:attrName>ppt_x</p:attrName>
                                        </p:attrNameLst>
                                      </p:cBhvr>
                                      <p:tavLst>
                                        <p:tav tm="0">
                                          <p:val>
                                            <p:strVal val="#ppt_x"/>
                                          </p:val>
                                        </p:tav>
                                        <p:tav tm="100000">
                                          <p:val>
                                            <p:strVal val="#ppt_x"/>
                                          </p:val>
                                        </p:tav>
                                      </p:tavLst>
                                    </p:anim>
                                    <p:anim calcmode="lin" valueType="num">
                                      <p:cBhvr additive="base">
                                        <p:cTn id="30" dur="500" fill="hold"/>
                                        <p:tgtEl>
                                          <p:spTgt spid="19"/>
                                        </p:tgtEl>
                                        <p:attrNameLst>
                                          <p:attrName>ppt_y</p:attrName>
                                        </p:attrNameLst>
                                      </p:cBhvr>
                                      <p:tavLst>
                                        <p:tav tm="0">
                                          <p:val>
                                            <p:strVal val="1+#ppt_h/2"/>
                                          </p:val>
                                        </p:tav>
                                        <p:tav tm="100000">
                                          <p:val>
                                            <p:strVal val="#ppt_y"/>
                                          </p:val>
                                        </p:tav>
                                      </p:tavLst>
                                    </p:anim>
                                  </p:childTnLst>
                                </p:cTn>
                              </p:par>
                            </p:childTnLst>
                          </p:cTn>
                        </p:par>
                        <p:par>
                          <p:cTn id="31" fill="hold">
                            <p:stCondLst>
                              <p:cond delay="2750"/>
                            </p:stCondLst>
                            <p:childTnLst>
                              <p:par>
                                <p:cTn id="32" presetID="2" presetClass="entr" presetSubtype="4" fill="hold" grpId="0" nodeType="afterEffect">
                                  <p:stCondLst>
                                    <p:cond delay="0"/>
                                  </p:stCondLst>
                                  <p:childTnLst>
                                    <p:set>
                                      <p:cBhvr>
                                        <p:cTn id="33" dur="1" fill="hold">
                                          <p:stCondLst>
                                            <p:cond delay="0"/>
                                          </p:stCondLst>
                                        </p:cTn>
                                        <p:tgtEl>
                                          <p:spTgt spid="20"/>
                                        </p:tgtEl>
                                        <p:attrNameLst>
                                          <p:attrName>style.visibility</p:attrName>
                                        </p:attrNameLst>
                                      </p:cBhvr>
                                      <p:to>
                                        <p:strVal val="visible"/>
                                      </p:to>
                                    </p:set>
                                    <p:anim calcmode="lin" valueType="num">
                                      <p:cBhvr additive="base">
                                        <p:cTn id="34" dur="500" fill="hold"/>
                                        <p:tgtEl>
                                          <p:spTgt spid="20"/>
                                        </p:tgtEl>
                                        <p:attrNameLst>
                                          <p:attrName>ppt_x</p:attrName>
                                        </p:attrNameLst>
                                      </p:cBhvr>
                                      <p:tavLst>
                                        <p:tav tm="0">
                                          <p:val>
                                            <p:strVal val="#ppt_x"/>
                                          </p:val>
                                        </p:tav>
                                        <p:tav tm="100000">
                                          <p:val>
                                            <p:strVal val="#ppt_x"/>
                                          </p:val>
                                        </p:tav>
                                      </p:tavLst>
                                    </p:anim>
                                    <p:anim calcmode="lin" valueType="num">
                                      <p:cBhvr additive="base">
                                        <p:cTn id="35" dur="500" fill="hold"/>
                                        <p:tgtEl>
                                          <p:spTgt spid="20"/>
                                        </p:tgtEl>
                                        <p:attrNameLst>
                                          <p:attrName>ppt_y</p:attrName>
                                        </p:attrNameLst>
                                      </p:cBhvr>
                                      <p:tavLst>
                                        <p:tav tm="0">
                                          <p:val>
                                            <p:strVal val="1+#ppt_h/2"/>
                                          </p:val>
                                        </p:tav>
                                        <p:tav tm="100000">
                                          <p:val>
                                            <p:strVal val="#ppt_y"/>
                                          </p:val>
                                        </p:tav>
                                      </p:tavLst>
                                    </p:anim>
                                  </p:childTnLst>
                                </p:cTn>
                              </p:par>
                              <p:par>
                                <p:cTn id="36" presetID="2" presetClass="entr" presetSubtype="4" fill="hold" nodeType="withEffect">
                                  <p:stCondLst>
                                    <p:cond delay="0"/>
                                  </p:stCondLst>
                                  <p:childTnLst>
                                    <p:set>
                                      <p:cBhvr>
                                        <p:cTn id="37" dur="1" fill="hold">
                                          <p:stCondLst>
                                            <p:cond delay="0"/>
                                          </p:stCondLst>
                                        </p:cTn>
                                        <p:tgtEl>
                                          <p:spTgt spid="25"/>
                                        </p:tgtEl>
                                        <p:attrNameLst>
                                          <p:attrName>style.visibility</p:attrName>
                                        </p:attrNameLst>
                                      </p:cBhvr>
                                      <p:to>
                                        <p:strVal val="visible"/>
                                      </p:to>
                                    </p:set>
                                    <p:anim calcmode="lin" valueType="num">
                                      <p:cBhvr additive="base">
                                        <p:cTn id="38" dur="500" fill="hold"/>
                                        <p:tgtEl>
                                          <p:spTgt spid="25"/>
                                        </p:tgtEl>
                                        <p:attrNameLst>
                                          <p:attrName>ppt_x</p:attrName>
                                        </p:attrNameLst>
                                      </p:cBhvr>
                                      <p:tavLst>
                                        <p:tav tm="0">
                                          <p:val>
                                            <p:strVal val="#ppt_x"/>
                                          </p:val>
                                        </p:tav>
                                        <p:tav tm="100000">
                                          <p:val>
                                            <p:strVal val="#ppt_x"/>
                                          </p:val>
                                        </p:tav>
                                      </p:tavLst>
                                    </p:anim>
                                    <p:anim calcmode="lin" valueType="num">
                                      <p:cBhvr additive="base">
                                        <p:cTn id="39" dur="500" fill="hold"/>
                                        <p:tgtEl>
                                          <p:spTgt spid="25"/>
                                        </p:tgtEl>
                                        <p:attrNameLst>
                                          <p:attrName>ppt_y</p:attrName>
                                        </p:attrNameLst>
                                      </p:cBhvr>
                                      <p:tavLst>
                                        <p:tav tm="0">
                                          <p:val>
                                            <p:strVal val="1+#ppt_h/2"/>
                                          </p:val>
                                        </p:tav>
                                        <p:tav tm="100000">
                                          <p:val>
                                            <p:strVal val="#ppt_y"/>
                                          </p:val>
                                        </p:tav>
                                      </p:tavLst>
                                    </p:anim>
                                  </p:childTnLst>
                                </p:cTn>
                              </p:par>
                              <p:par>
                                <p:cTn id="40" presetID="2" presetClass="entr" presetSubtype="4" fill="hold" nodeType="withEffect">
                                  <p:stCondLst>
                                    <p:cond delay="0"/>
                                  </p:stCondLst>
                                  <p:childTnLst>
                                    <p:set>
                                      <p:cBhvr>
                                        <p:cTn id="41" dur="1" fill="hold">
                                          <p:stCondLst>
                                            <p:cond delay="0"/>
                                          </p:stCondLst>
                                        </p:cTn>
                                        <p:tgtEl>
                                          <p:spTgt spid="23"/>
                                        </p:tgtEl>
                                        <p:attrNameLst>
                                          <p:attrName>style.visibility</p:attrName>
                                        </p:attrNameLst>
                                      </p:cBhvr>
                                      <p:to>
                                        <p:strVal val="visible"/>
                                      </p:to>
                                    </p:set>
                                    <p:anim calcmode="lin" valueType="num">
                                      <p:cBhvr additive="base">
                                        <p:cTn id="42" dur="500" fill="hold"/>
                                        <p:tgtEl>
                                          <p:spTgt spid="23"/>
                                        </p:tgtEl>
                                        <p:attrNameLst>
                                          <p:attrName>ppt_x</p:attrName>
                                        </p:attrNameLst>
                                      </p:cBhvr>
                                      <p:tavLst>
                                        <p:tav tm="0">
                                          <p:val>
                                            <p:strVal val="#ppt_x"/>
                                          </p:val>
                                        </p:tav>
                                        <p:tav tm="100000">
                                          <p:val>
                                            <p:strVal val="#ppt_x"/>
                                          </p:val>
                                        </p:tav>
                                      </p:tavLst>
                                    </p:anim>
                                    <p:anim calcmode="lin" valueType="num">
                                      <p:cBhvr additive="base">
                                        <p:cTn id="43" dur="500" fill="hold"/>
                                        <p:tgtEl>
                                          <p:spTgt spid="23"/>
                                        </p:tgtEl>
                                        <p:attrNameLst>
                                          <p:attrName>ppt_y</p:attrName>
                                        </p:attrNameLst>
                                      </p:cBhvr>
                                      <p:tavLst>
                                        <p:tav tm="0">
                                          <p:val>
                                            <p:strVal val="1+#ppt_h/2"/>
                                          </p:val>
                                        </p:tav>
                                        <p:tav tm="100000">
                                          <p:val>
                                            <p:strVal val="#ppt_y"/>
                                          </p:val>
                                        </p:tav>
                                      </p:tavLst>
                                    </p:anim>
                                  </p:childTnLst>
                                </p:cTn>
                              </p:par>
                              <p:par>
                                <p:cTn id="44" presetID="2" presetClass="entr" presetSubtype="4" fill="hold" grpId="0" nodeType="withEffect">
                                  <p:stCondLst>
                                    <p:cond delay="0"/>
                                  </p:stCondLst>
                                  <p:childTnLst>
                                    <p:set>
                                      <p:cBhvr>
                                        <p:cTn id="45" dur="1" fill="hold">
                                          <p:stCondLst>
                                            <p:cond delay="0"/>
                                          </p:stCondLst>
                                        </p:cTn>
                                        <p:tgtEl>
                                          <p:spTgt spid="21"/>
                                        </p:tgtEl>
                                        <p:attrNameLst>
                                          <p:attrName>style.visibility</p:attrName>
                                        </p:attrNameLst>
                                      </p:cBhvr>
                                      <p:to>
                                        <p:strVal val="visible"/>
                                      </p:to>
                                    </p:set>
                                    <p:anim calcmode="lin" valueType="num">
                                      <p:cBhvr additive="base">
                                        <p:cTn id="46" dur="500" fill="hold"/>
                                        <p:tgtEl>
                                          <p:spTgt spid="21"/>
                                        </p:tgtEl>
                                        <p:attrNameLst>
                                          <p:attrName>ppt_x</p:attrName>
                                        </p:attrNameLst>
                                      </p:cBhvr>
                                      <p:tavLst>
                                        <p:tav tm="0">
                                          <p:val>
                                            <p:strVal val="#ppt_x"/>
                                          </p:val>
                                        </p:tav>
                                        <p:tav tm="100000">
                                          <p:val>
                                            <p:strVal val="#ppt_x"/>
                                          </p:val>
                                        </p:tav>
                                      </p:tavLst>
                                    </p:anim>
                                    <p:anim calcmode="lin" valueType="num">
                                      <p:cBhvr additive="base">
                                        <p:cTn id="47"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p:bldP spid="19" grpId="0"/>
      <p:bldP spid="20" grpId="0"/>
      <p:bldP spid="21" grpId="0"/>
    </p:bld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4qj3hy4w">
      <a:majorFont>
        <a:latin typeface="Microsoft YaHei" panose="020F0302020204030204"/>
        <a:ea typeface="Microsoft YaHei"/>
        <a:cs typeface=""/>
      </a:majorFont>
      <a:minorFont>
        <a:latin typeface="Microsoft YaHei" panose="020F0502020204030204"/>
        <a:ea typeface="Microsoft YaHe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3241</TotalTime>
  <Words>995</Words>
  <Application>Microsoft Office PowerPoint</Application>
  <PresentationFormat>宽屏</PresentationFormat>
  <Paragraphs>119</Paragraphs>
  <Slides>16</Slides>
  <Notes>0</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16</vt:i4>
      </vt:variant>
    </vt:vector>
  </HeadingPairs>
  <TitlesOfParts>
    <vt:vector size="21" baseType="lpstr">
      <vt:lpstr>Microsoft YaHei</vt:lpstr>
      <vt:lpstr>Microsoft YaHei</vt:lpstr>
      <vt:lpstr>Arial</vt:lpstr>
      <vt:lpstr>Calibri</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kan</dc:creator>
  <dc:description>http://www.ypppt.com/</dc:description>
  <cp:lastModifiedBy>朝龙 蒋</cp:lastModifiedBy>
  <cp:revision>137</cp:revision>
  <dcterms:created xsi:type="dcterms:W3CDTF">2019-03-07T05:23:18Z</dcterms:created>
  <dcterms:modified xsi:type="dcterms:W3CDTF">2026-01-07T15:22:24Z</dcterms:modified>
</cp:coreProperties>
</file>